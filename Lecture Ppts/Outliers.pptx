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88825"/>
  <p:notesSz cx="6858000" cy="9144000"/>
  <p:embeddedFontLst>
    <p:embeddedFont>
      <p:font typeface="Corbel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39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26" roundtripDataSignature="AMtx7miWzQU7h2TwsfcFNFJ0P1+Wdt7b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39"/>
        <p:guide pos="2160" orient="horz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Corbel-regular.fntdata"/><Relationship Id="rId21" Type="http://schemas.openxmlformats.org/officeDocument/2006/relationships/slide" Target="slides/slide16.xml"/><Relationship Id="rId24" Type="http://schemas.openxmlformats.org/officeDocument/2006/relationships/font" Target="fonts/Corbel-italic.fntdata"/><Relationship Id="rId23" Type="http://schemas.openxmlformats.org/officeDocument/2006/relationships/font" Target="fonts/Corbel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Corbel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7" name="Google Shape;1387;p1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4" name="Google Shape;1394;p2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0" name="Google Shape;1400;p3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8" name="Google Shape;1408;p4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6" name="Google Shape;1426;p5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2" name="Google Shape;1432;p6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8" name="Google Shape;1438;p7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4" name="Google Shape;1444;p8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1" name="Google Shape;1451;p9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7" name="Google Shape;1457;p10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3" name="Google Shape;1463;p11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9" name="Google Shape;1469;p12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6" name="Google Shape;1476;p13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3" name="Google Shape;1483;p14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9" name="Google Shape;1489;p15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5" name="Google Shape;1495;p16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1522413" y="1905000"/>
            <a:ext cx="91440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onsolas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descr="Line graphic" id="17" name="Google Shape;17;p18"/>
          <p:cNvGrpSpPr/>
          <p:nvPr/>
        </p:nvGrpSpPr>
        <p:grpSpPr>
          <a:xfrm>
            <a:off x="1584896" y="4724400"/>
            <a:ext cx="8631936" cy="64008"/>
            <a:chOff x="-4110038" y="2703513"/>
            <a:chExt cx="17394239" cy="160336"/>
          </a:xfrm>
        </p:grpSpPr>
        <p:sp>
          <p:nvSpPr>
            <p:cNvPr id="18" name="Google Shape;18;p18"/>
            <p:cNvSpPr/>
            <p:nvPr/>
          </p:nvSpPr>
          <p:spPr>
            <a:xfrm>
              <a:off x="12815888" y="2768600"/>
              <a:ext cx="468313" cy="19050"/>
            </a:xfrm>
            <a:custGeom>
              <a:rect b="b" l="l" r="r" t="t"/>
              <a:pathLst>
                <a:path extrusionOk="0" h="8" w="244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" name="Google Shape;19;p18"/>
            <p:cNvSpPr/>
            <p:nvPr/>
          </p:nvSpPr>
          <p:spPr>
            <a:xfrm>
              <a:off x="12380913" y="2755900"/>
              <a:ext cx="461963" cy="26987"/>
            </a:xfrm>
            <a:custGeom>
              <a:rect b="b" l="l" r="r" t="t"/>
              <a:pathLst>
                <a:path extrusionOk="0" h="12" w="241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" name="Google Shape;20;p18"/>
            <p:cNvSpPr/>
            <p:nvPr/>
          </p:nvSpPr>
          <p:spPr>
            <a:xfrm>
              <a:off x="12814300" y="2779713"/>
              <a:ext cx="1588" cy="0"/>
            </a:xfrm>
            <a:custGeom>
              <a:rect b="b" l="l" r="r" t="t"/>
              <a:pathLst>
                <a:path extrusionOk="0" h="120000"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" name="Google Shape;21;p18"/>
            <p:cNvSpPr/>
            <p:nvPr/>
          </p:nvSpPr>
          <p:spPr>
            <a:xfrm>
              <a:off x="2738437" y="2795588"/>
              <a:ext cx="425450" cy="15875"/>
            </a:xfrm>
            <a:custGeom>
              <a:rect b="b" l="l" r="r" t="t"/>
              <a:pathLst>
                <a:path extrusionOk="0" h="7" w="222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2" name="Google Shape;22;p18"/>
            <p:cNvSpPr/>
            <p:nvPr/>
          </p:nvSpPr>
          <p:spPr>
            <a:xfrm>
              <a:off x="-3646488" y="2800350"/>
              <a:ext cx="46038" cy="3175"/>
            </a:xfrm>
            <a:custGeom>
              <a:rect b="b" l="l" r="r" t="t"/>
              <a:pathLst>
                <a:path extrusionOk="0" h="1" w="24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" name="Google Shape;23;p18"/>
            <p:cNvSpPr/>
            <p:nvPr/>
          </p:nvSpPr>
          <p:spPr>
            <a:xfrm>
              <a:off x="2627312" y="2816225"/>
              <a:ext cx="63500" cy="4762"/>
            </a:xfrm>
            <a:custGeom>
              <a:rect b="b" l="l" r="r" t="t"/>
              <a:pathLst>
                <a:path extrusionOk="0" h="2" w="33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" name="Google Shape;24;p18"/>
            <p:cNvSpPr/>
            <p:nvPr/>
          </p:nvSpPr>
          <p:spPr>
            <a:xfrm>
              <a:off x="3103562" y="2741613"/>
              <a:ext cx="28575" cy="3175"/>
            </a:xfrm>
            <a:custGeom>
              <a:rect b="b" l="l" r="r" t="t"/>
              <a:pathLst>
                <a:path extrusionOk="0" h="1" w="15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" name="Google Shape;25;p18"/>
            <p:cNvSpPr/>
            <p:nvPr/>
          </p:nvSpPr>
          <p:spPr>
            <a:xfrm>
              <a:off x="1227137" y="2836863"/>
              <a:ext cx="20638" cy="0"/>
            </a:xfrm>
            <a:custGeom>
              <a:rect b="b" l="l" r="r" t="t"/>
              <a:pathLst>
                <a:path extrusionOk="0" h="120000"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" name="Google Shape;26;p18"/>
            <p:cNvSpPr/>
            <p:nvPr/>
          </p:nvSpPr>
          <p:spPr>
            <a:xfrm>
              <a:off x="3660775" y="2713038"/>
              <a:ext cx="331788" cy="20637"/>
            </a:xfrm>
            <a:custGeom>
              <a:rect b="b" l="l" r="r" t="t"/>
              <a:pathLst>
                <a:path extrusionOk="0" h="9" w="173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" name="Google Shape;27;p18"/>
            <p:cNvSpPr/>
            <p:nvPr/>
          </p:nvSpPr>
          <p:spPr>
            <a:xfrm>
              <a:off x="-1674813" y="2768600"/>
              <a:ext cx="1588" cy="0"/>
            </a:xfrm>
            <a:custGeom>
              <a:rect b="b" l="l" r="r" t="t"/>
              <a:pathLst>
                <a:path extrusionOk="0" h="120000"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" name="Google Shape;28;p18"/>
            <p:cNvSpPr/>
            <p:nvPr/>
          </p:nvSpPr>
          <p:spPr>
            <a:xfrm>
              <a:off x="-1673225" y="2767013"/>
              <a:ext cx="36513" cy="1587"/>
            </a:xfrm>
            <a:custGeom>
              <a:rect b="b" l="l" r="r" t="t"/>
              <a:pathLst>
                <a:path extrusionOk="0" h="1" w="19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" name="Google Shape;29;p18"/>
            <p:cNvSpPr/>
            <p:nvPr/>
          </p:nvSpPr>
          <p:spPr>
            <a:xfrm>
              <a:off x="2690812" y="2811463"/>
              <a:ext cx="47625" cy="4762"/>
            </a:xfrm>
            <a:custGeom>
              <a:rect b="b" l="l" r="r" t="t"/>
              <a:pathLst>
                <a:path extrusionOk="0" h="2" w="25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" name="Google Shape;30;p18"/>
            <p:cNvSpPr/>
            <p:nvPr/>
          </p:nvSpPr>
          <p:spPr>
            <a:xfrm>
              <a:off x="2822575" y="2794000"/>
              <a:ext cx="163513" cy="4762"/>
            </a:xfrm>
            <a:custGeom>
              <a:rect b="b" l="l" r="r" t="t"/>
              <a:pathLst>
                <a:path extrusionOk="0" h="2" w="85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" name="Google Shape;31;p18"/>
            <p:cNvSpPr/>
            <p:nvPr/>
          </p:nvSpPr>
          <p:spPr>
            <a:xfrm>
              <a:off x="715962" y="2809875"/>
              <a:ext cx="1911350" cy="50800"/>
            </a:xfrm>
            <a:custGeom>
              <a:rect b="b" l="l" r="r" t="t"/>
              <a:pathLst>
                <a:path extrusionOk="0" h="23" w="996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" name="Google Shape;32;p18"/>
            <p:cNvSpPr/>
            <p:nvPr/>
          </p:nvSpPr>
          <p:spPr>
            <a:xfrm>
              <a:off x="1995487" y="2822575"/>
              <a:ext cx="20638" cy="0"/>
            </a:xfrm>
            <a:custGeom>
              <a:rect b="b" l="l" r="r" t="t"/>
              <a:pathLst>
                <a:path extrusionOk="0" h="120000"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" name="Google Shape;33;p18"/>
            <p:cNvSpPr/>
            <p:nvPr/>
          </p:nvSpPr>
          <p:spPr>
            <a:xfrm>
              <a:off x="1630362" y="2830513"/>
              <a:ext cx="22225" cy="0"/>
            </a:xfrm>
            <a:custGeom>
              <a:rect b="b" l="l" r="r" t="t"/>
              <a:pathLst>
                <a:path extrusionOk="0" h="120000"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" name="Google Shape;34;p18"/>
            <p:cNvSpPr/>
            <p:nvPr/>
          </p:nvSpPr>
          <p:spPr>
            <a:xfrm>
              <a:off x="2651125" y="2798763"/>
              <a:ext cx="46038" cy="1587"/>
            </a:xfrm>
            <a:custGeom>
              <a:rect b="b" l="l" r="r" t="t"/>
              <a:pathLst>
                <a:path extrusionOk="0" h="1" w="24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5" name="Google Shape;35;p18"/>
            <p:cNvSpPr/>
            <p:nvPr/>
          </p:nvSpPr>
          <p:spPr>
            <a:xfrm>
              <a:off x="2698750" y="2809875"/>
              <a:ext cx="19050" cy="1587"/>
            </a:xfrm>
            <a:custGeom>
              <a:rect b="b" l="l" r="r" t="t"/>
              <a:pathLst>
                <a:path extrusionOk="0" h="1" w="10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" name="Google Shape;36;p18"/>
            <p:cNvSpPr/>
            <p:nvPr/>
          </p:nvSpPr>
          <p:spPr>
            <a:xfrm>
              <a:off x="469900" y="2800350"/>
              <a:ext cx="23813" cy="3175"/>
            </a:xfrm>
            <a:custGeom>
              <a:rect b="b" l="l" r="r" t="t"/>
              <a:pathLst>
                <a:path extrusionOk="0" h="1" w="13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" name="Google Shape;37;p18"/>
            <p:cNvSpPr/>
            <p:nvPr/>
          </p:nvSpPr>
          <p:spPr>
            <a:xfrm>
              <a:off x="998537" y="2811463"/>
              <a:ext cx="1076325" cy="20637"/>
            </a:xfrm>
            <a:custGeom>
              <a:rect b="b" l="l" r="r" t="t"/>
              <a:pathLst>
                <a:path extrusionOk="0" h="9" w="561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8" name="Google Shape;38;p18"/>
            <p:cNvSpPr/>
            <p:nvPr/>
          </p:nvSpPr>
          <p:spPr>
            <a:xfrm>
              <a:off x="2495550" y="2803525"/>
              <a:ext cx="17463" cy="0"/>
            </a:xfrm>
            <a:custGeom>
              <a:rect b="b" l="l" r="r" t="t"/>
              <a:pathLst>
                <a:path extrusionOk="0" h="120000"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" name="Google Shape;39;p18"/>
            <p:cNvSpPr/>
            <p:nvPr/>
          </p:nvSpPr>
          <p:spPr>
            <a:xfrm>
              <a:off x="2538412" y="2816225"/>
              <a:ext cx="1057275" cy="31750"/>
            </a:xfrm>
            <a:custGeom>
              <a:rect b="b" l="l" r="r" t="t"/>
              <a:pathLst>
                <a:path extrusionOk="0" h="14" w="551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" name="Google Shape;40;p18"/>
            <p:cNvSpPr/>
            <p:nvPr/>
          </p:nvSpPr>
          <p:spPr>
            <a:xfrm>
              <a:off x="11777663" y="2757488"/>
              <a:ext cx="19050" cy="3175"/>
            </a:xfrm>
            <a:custGeom>
              <a:rect b="b" l="l" r="r" t="t"/>
              <a:pathLst>
                <a:path extrusionOk="0" h="1" w="10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" name="Google Shape;41;p18"/>
            <p:cNvSpPr/>
            <p:nvPr/>
          </p:nvSpPr>
          <p:spPr>
            <a:xfrm>
              <a:off x="5983288" y="2741613"/>
              <a:ext cx="38100" cy="0"/>
            </a:xfrm>
            <a:custGeom>
              <a:rect b="b" l="l" r="r" t="t"/>
              <a:pathLst>
                <a:path extrusionOk="0" h="120000"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" name="Google Shape;42;p18"/>
            <p:cNvSpPr/>
            <p:nvPr/>
          </p:nvSpPr>
          <p:spPr>
            <a:xfrm>
              <a:off x="6832600" y="2713038"/>
              <a:ext cx="53975" cy="1587"/>
            </a:xfrm>
            <a:custGeom>
              <a:rect b="b" l="l" r="r" t="t"/>
              <a:pathLst>
                <a:path extrusionOk="0" h="1" w="28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3" name="Google Shape;43;p18"/>
            <p:cNvSpPr/>
            <p:nvPr/>
          </p:nvSpPr>
          <p:spPr>
            <a:xfrm>
              <a:off x="11317288" y="2755900"/>
              <a:ext cx="9525" cy="0"/>
            </a:xfrm>
            <a:custGeom>
              <a:rect b="b" l="l" r="r" t="t"/>
              <a:pathLst>
                <a:path extrusionOk="0" h="120000"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" name="Google Shape;44;p18"/>
            <p:cNvSpPr/>
            <p:nvPr/>
          </p:nvSpPr>
          <p:spPr>
            <a:xfrm>
              <a:off x="8534400" y="2735263"/>
              <a:ext cx="30163" cy="0"/>
            </a:xfrm>
            <a:custGeom>
              <a:rect b="b" l="l" r="r" t="t"/>
              <a:pathLst>
                <a:path extrusionOk="0" h="120000"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" name="Google Shape;45;p18"/>
            <p:cNvSpPr/>
            <p:nvPr/>
          </p:nvSpPr>
          <p:spPr>
            <a:xfrm>
              <a:off x="6821488" y="2714625"/>
              <a:ext cx="9525" cy="0"/>
            </a:xfrm>
            <a:custGeom>
              <a:rect b="b" l="l" r="r" t="t"/>
              <a:pathLst>
                <a:path extrusionOk="0" h="120000"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" name="Google Shape;46;p18"/>
            <p:cNvSpPr/>
            <p:nvPr/>
          </p:nvSpPr>
          <p:spPr>
            <a:xfrm>
              <a:off x="5583238" y="2719388"/>
              <a:ext cx="25400" cy="0"/>
            </a:xfrm>
            <a:custGeom>
              <a:rect b="b" l="l" r="r" t="t"/>
              <a:pathLst>
                <a:path extrusionOk="0" h="120000"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7" name="Google Shape;47;p18"/>
            <p:cNvSpPr/>
            <p:nvPr/>
          </p:nvSpPr>
          <p:spPr>
            <a:xfrm>
              <a:off x="5638800" y="2740025"/>
              <a:ext cx="23813" cy="1587"/>
            </a:xfrm>
            <a:custGeom>
              <a:rect b="b" l="l" r="r" t="t"/>
              <a:pathLst>
                <a:path extrusionOk="0" h="1" w="12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8" name="Google Shape;48;p18"/>
            <p:cNvSpPr/>
            <p:nvPr/>
          </p:nvSpPr>
          <p:spPr>
            <a:xfrm>
              <a:off x="4303712" y="2728913"/>
              <a:ext cx="50800" cy="0"/>
            </a:xfrm>
            <a:custGeom>
              <a:rect b="b" l="l" r="r" t="t"/>
              <a:pathLst>
                <a:path extrusionOk="0" h="120000"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" name="Google Shape;49;p18"/>
            <p:cNvSpPr/>
            <p:nvPr/>
          </p:nvSpPr>
          <p:spPr>
            <a:xfrm>
              <a:off x="5519738" y="2735263"/>
              <a:ext cx="9525" cy="3175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0" name="Google Shape;50;p18"/>
            <p:cNvSpPr/>
            <p:nvPr/>
          </p:nvSpPr>
          <p:spPr>
            <a:xfrm>
              <a:off x="12096750" y="2784475"/>
              <a:ext cx="6350" cy="0"/>
            </a:xfrm>
            <a:custGeom>
              <a:rect b="b" l="l" r="r" t="t"/>
              <a:pathLst>
                <a:path extrusionOk="0" h="120000"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1" name="Google Shape;51;p18"/>
            <p:cNvSpPr/>
            <p:nvPr/>
          </p:nvSpPr>
          <p:spPr>
            <a:xfrm>
              <a:off x="12225338" y="2773363"/>
              <a:ext cx="46038" cy="0"/>
            </a:xfrm>
            <a:custGeom>
              <a:rect b="b" l="l" r="r" t="t"/>
              <a:pathLst>
                <a:path extrusionOk="0" h="120000"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2" name="Google Shape;52;p18"/>
            <p:cNvSpPr/>
            <p:nvPr/>
          </p:nvSpPr>
          <p:spPr>
            <a:xfrm>
              <a:off x="9274175" y="2746375"/>
              <a:ext cx="55563" cy="4762"/>
            </a:xfrm>
            <a:custGeom>
              <a:rect b="b" l="l" r="r" t="t"/>
              <a:pathLst>
                <a:path extrusionOk="0" h="2" w="29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3" name="Google Shape;53;p18"/>
            <p:cNvSpPr/>
            <p:nvPr/>
          </p:nvSpPr>
          <p:spPr>
            <a:xfrm>
              <a:off x="11847513" y="2827338"/>
              <a:ext cx="34925" cy="3175"/>
            </a:xfrm>
            <a:custGeom>
              <a:rect b="b" l="l" r="r" t="t"/>
              <a:pathLst>
                <a:path extrusionOk="0" h="1" w="18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" name="Google Shape;54;p18"/>
            <p:cNvSpPr/>
            <p:nvPr/>
          </p:nvSpPr>
          <p:spPr>
            <a:xfrm>
              <a:off x="11882438" y="2825750"/>
              <a:ext cx="25400" cy="1587"/>
            </a:xfrm>
            <a:custGeom>
              <a:rect b="b" l="l" r="r" t="t"/>
              <a:pathLst>
                <a:path extrusionOk="0" h="1" w="14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" name="Google Shape;55;p18"/>
            <p:cNvSpPr/>
            <p:nvPr/>
          </p:nvSpPr>
          <p:spPr>
            <a:xfrm>
              <a:off x="8915400" y="2809875"/>
              <a:ext cx="15875" cy="1587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" name="Google Shape;56;p18"/>
            <p:cNvSpPr/>
            <p:nvPr/>
          </p:nvSpPr>
          <p:spPr>
            <a:xfrm>
              <a:off x="12109450" y="2752725"/>
              <a:ext cx="454025" cy="23812"/>
            </a:xfrm>
            <a:custGeom>
              <a:rect b="b" l="l" r="r" t="t"/>
              <a:pathLst>
                <a:path extrusionOk="0" h="10" w="236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7" name="Google Shape;57;p18"/>
            <p:cNvSpPr/>
            <p:nvPr/>
          </p:nvSpPr>
          <p:spPr>
            <a:xfrm>
              <a:off x="12182475" y="2816225"/>
              <a:ext cx="9525" cy="0"/>
            </a:xfrm>
            <a:custGeom>
              <a:rect b="b" l="l" r="r" t="t"/>
              <a:pathLst>
                <a:path extrusionOk="0" h="120000"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8" name="Google Shape;58;p18"/>
            <p:cNvSpPr/>
            <p:nvPr/>
          </p:nvSpPr>
          <p:spPr>
            <a:xfrm>
              <a:off x="4348162" y="2827338"/>
              <a:ext cx="17463" cy="3175"/>
            </a:xfrm>
            <a:custGeom>
              <a:rect b="b" l="l" r="r" t="t"/>
              <a:pathLst>
                <a:path extrusionOk="0" h="1" w="9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9" name="Google Shape;59;p18"/>
            <p:cNvSpPr/>
            <p:nvPr/>
          </p:nvSpPr>
          <p:spPr>
            <a:xfrm>
              <a:off x="12071350" y="2790825"/>
              <a:ext cx="0" cy="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0" name="Google Shape;60;p18"/>
            <p:cNvSpPr/>
            <p:nvPr/>
          </p:nvSpPr>
          <p:spPr>
            <a:xfrm>
              <a:off x="4754563" y="2827338"/>
              <a:ext cx="4763" cy="0"/>
            </a:xfrm>
            <a:custGeom>
              <a:rect b="b" l="l" r="r" t="t"/>
              <a:pathLst>
                <a:path extrusionOk="0" h="120000"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1" name="Google Shape;61;p18"/>
            <p:cNvSpPr/>
            <p:nvPr/>
          </p:nvSpPr>
          <p:spPr>
            <a:xfrm>
              <a:off x="4852988" y="2719388"/>
              <a:ext cx="9525" cy="3175"/>
            </a:xfrm>
            <a:custGeom>
              <a:rect b="b" l="l" r="r" t="t"/>
              <a:pathLst>
                <a:path extrusionOk="0" h="1" w="5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2" name="Google Shape;62;p18"/>
            <p:cNvSpPr/>
            <p:nvPr/>
          </p:nvSpPr>
          <p:spPr>
            <a:xfrm>
              <a:off x="4759325" y="2827338"/>
              <a:ext cx="0" cy="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3" name="Google Shape;63;p18"/>
            <p:cNvSpPr/>
            <p:nvPr/>
          </p:nvSpPr>
          <p:spPr>
            <a:xfrm>
              <a:off x="6654800" y="2805113"/>
              <a:ext cx="19050" cy="1587"/>
            </a:xfrm>
            <a:custGeom>
              <a:rect b="b" l="l" r="r" t="t"/>
              <a:pathLst>
                <a:path extrusionOk="0" h="1" w="10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4" name="Google Shape;64;p18"/>
            <p:cNvSpPr/>
            <p:nvPr/>
          </p:nvSpPr>
          <p:spPr>
            <a:xfrm>
              <a:off x="6289675" y="2798763"/>
              <a:ext cx="6350" cy="0"/>
            </a:xfrm>
            <a:custGeom>
              <a:rect b="b" l="l" r="r" t="t"/>
              <a:pathLst>
                <a:path extrusionOk="0" h="120000"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5" name="Google Shape;65;p18"/>
            <p:cNvSpPr/>
            <p:nvPr/>
          </p:nvSpPr>
          <p:spPr>
            <a:xfrm>
              <a:off x="9140825" y="2725738"/>
              <a:ext cx="44450" cy="0"/>
            </a:xfrm>
            <a:custGeom>
              <a:rect b="b" l="l" r="r" t="t"/>
              <a:pathLst>
                <a:path extrusionOk="0" h="120000"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6" name="Google Shape;66;p18"/>
            <p:cNvSpPr/>
            <p:nvPr/>
          </p:nvSpPr>
          <p:spPr>
            <a:xfrm>
              <a:off x="4737100" y="2827338"/>
              <a:ext cx="17463" cy="3175"/>
            </a:xfrm>
            <a:custGeom>
              <a:rect b="b" l="l" r="r" t="t"/>
              <a:pathLst>
                <a:path extrusionOk="0" h="1" w="9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7" name="Google Shape;67;p18"/>
            <p:cNvSpPr/>
            <p:nvPr/>
          </p:nvSpPr>
          <p:spPr>
            <a:xfrm>
              <a:off x="7239000" y="2779713"/>
              <a:ext cx="11113" cy="3175"/>
            </a:xfrm>
            <a:custGeom>
              <a:rect b="b" l="l" r="r" t="t"/>
              <a:pathLst>
                <a:path extrusionOk="0" h="1" w="6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8" name="Google Shape;68;p18"/>
            <p:cNvSpPr/>
            <p:nvPr/>
          </p:nvSpPr>
          <p:spPr>
            <a:xfrm>
              <a:off x="7181850" y="2773363"/>
              <a:ext cx="468313" cy="15875"/>
            </a:xfrm>
            <a:custGeom>
              <a:rect b="b" l="l" r="r" t="t"/>
              <a:pathLst>
                <a:path extrusionOk="0" h="7" w="244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9" name="Google Shape;69;p18"/>
            <p:cNvSpPr/>
            <p:nvPr/>
          </p:nvSpPr>
          <p:spPr>
            <a:xfrm>
              <a:off x="7407275" y="2787650"/>
              <a:ext cx="26988" cy="0"/>
            </a:xfrm>
            <a:custGeom>
              <a:rect b="b" l="l" r="r" t="t"/>
              <a:pathLst>
                <a:path extrusionOk="0" h="120000"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0" name="Google Shape;70;p18"/>
            <p:cNvSpPr/>
            <p:nvPr/>
          </p:nvSpPr>
          <p:spPr>
            <a:xfrm>
              <a:off x="8123238" y="2794000"/>
              <a:ext cx="31750" cy="1587"/>
            </a:xfrm>
            <a:custGeom>
              <a:rect b="b" l="l" r="r" t="t"/>
              <a:pathLst>
                <a:path extrusionOk="0" h="1" w="16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1" name="Google Shape;71;p18"/>
            <p:cNvSpPr/>
            <p:nvPr/>
          </p:nvSpPr>
          <p:spPr>
            <a:xfrm>
              <a:off x="3070225" y="2794000"/>
              <a:ext cx="101600" cy="4762"/>
            </a:xfrm>
            <a:custGeom>
              <a:rect b="b" l="l" r="r" t="t"/>
              <a:pathLst>
                <a:path extrusionOk="0" h="2" w="53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2" name="Google Shape;72;p18"/>
            <p:cNvSpPr/>
            <p:nvPr/>
          </p:nvSpPr>
          <p:spPr>
            <a:xfrm>
              <a:off x="9963150" y="2778125"/>
              <a:ext cx="41275" cy="0"/>
            </a:xfrm>
            <a:custGeom>
              <a:rect b="b" l="l" r="r" t="t"/>
              <a:pathLst>
                <a:path extrusionOk="0" h="120000"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3" name="Google Shape;73;p18"/>
            <p:cNvSpPr/>
            <p:nvPr/>
          </p:nvSpPr>
          <p:spPr>
            <a:xfrm>
              <a:off x="7523163" y="2773363"/>
              <a:ext cx="30163" cy="3175"/>
            </a:xfrm>
            <a:custGeom>
              <a:rect b="b" l="l" r="r" t="t"/>
              <a:pathLst>
                <a:path extrusionOk="0" h="1" w="16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4" name="Google Shape;74;p18"/>
            <p:cNvSpPr/>
            <p:nvPr/>
          </p:nvSpPr>
          <p:spPr>
            <a:xfrm>
              <a:off x="10009188" y="2787650"/>
              <a:ext cx="115888" cy="3175"/>
            </a:xfrm>
            <a:custGeom>
              <a:rect b="b" l="l" r="r" t="t"/>
              <a:pathLst>
                <a:path extrusionOk="0" h="2" w="60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5" name="Google Shape;75;p18"/>
            <p:cNvSpPr/>
            <p:nvPr/>
          </p:nvSpPr>
          <p:spPr>
            <a:xfrm>
              <a:off x="10125075" y="2789238"/>
              <a:ext cx="1588" cy="0"/>
            </a:xfrm>
            <a:custGeom>
              <a:rect b="b" l="l" r="r" t="t"/>
              <a:pathLst>
                <a:path extrusionOk="0" h="120000"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6" name="Google Shape;76;p18"/>
            <p:cNvSpPr/>
            <p:nvPr/>
          </p:nvSpPr>
          <p:spPr>
            <a:xfrm>
              <a:off x="-4110038" y="2703513"/>
              <a:ext cx="16486188" cy="134937"/>
            </a:xfrm>
            <a:custGeom>
              <a:rect b="b" l="l" r="r" t="t"/>
              <a:pathLst>
                <a:path extrusionOk="0" h="60" w="8594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7" name="Google Shape;77;p18"/>
            <p:cNvSpPr/>
            <p:nvPr/>
          </p:nvSpPr>
          <p:spPr>
            <a:xfrm>
              <a:off x="12117388" y="2779713"/>
              <a:ext cx="127000" cy="4762"/>
            </a:xfrm>
            <a:custGeom>
              <a:rect b="b" l="l" r="r" t="t"/>
              <a:pathLst>
                <a:path extrusionOk="0" h="2" w="66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8" name="Google Shape;78;p18"/>
            <p:cNvSpPr/>
            <p:nvPr/>
          </p:nvSpPr>
          <p:spPr>
            <a:xfrm>
              <a:off x="12182475" y="2787650"/>
              <a:ext cx="79375" cy="1587"/>
            </a:xfrm>
            <a:custGeom>
              <a:rect b="b" l="l" r="r" t="t"/>
              <a:pathLst>
                <a:path extrusionOk="0" h="1" w="4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9" name="Google Shape;79;p18"/>
            <p:cNvSpPr/>
            <p:nvPr/>
          </p:nvSpPr>
          <p:spPr>
            <a:xfrm>
              <a:off x="12307888" y="2809875"/>
              <a:ext cx="249238" cy="15875"/>
            </a:xfrm>
            <a:custGeom>
              <a:rect b="b" l="l" r="r" t="t"/>
              <a:pathLst>
                <a:path extrusionOk="0" h="7" w="130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0" name="Google Shape;80;p18"/>
            <p:cNvSpPr/>
            <p:nvPr/>
          </p:nvSpPr>
          <p:spPr>
            <a:xfrm>
              <a:off x="12252325" y="2825750"/>
              <a:ext cx="73025" cy="1587"/>
            </a:xfrm>
            <a:custGeom>
              <a:rect b="b" l="l" r="r" t="t"/>
              <a:pathLst>
                <a:path extrusionOk="0" h="1" w="38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1" name="Google Shape;81;p18"/>
            <p:cNvSpPr/>
            <p:nvPr/>
          </p:nvSpPr>
          <p:spPr>
            <a:xfrm>
              <a:off x="10779125" y="2733675"/>
              <a:ext cx="66675" cy="4762"/>
            </a:xfrm>
            <a:custGeom>
              <a:rect b="b" l="l" r="r" t="t"/>
              <a:pathLst>
                <a:path extrusionOk="0" h="2" w="35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2" name="Google Shape;82;p18"/>
            <p:cNvSpPr/>
            <p:nvPr/>
          </p:nvSpPr>
          <p:spPr>
            <a:xfrm>
              <a:off x="-2471738" y="2738438"/>
              <a:ext cx="496888" cy="1587"/>
            </a:xfrm>
            <a:custGeom>
              <a:rect b="b" l="l" r="r" t="t"/>
              <a:pathLst>
                <a:path extrusionOk="0" h="1" w="259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3" name="Google Shape;83;p18"/>
            <p:cNvSpPr/>
            <p:nvPr/>
          </p:nvSpPr>
          <p:spPr>
            <a:xfrm>
              <a:off x="9136063" y="2735263"/>
              <a:ext cx="387350" cy="14287"/>
            </a:xfrm>
            <a:custGeom>
              <a:rect b="b" l="l" r="r" t="t"/>
              <a:pathLst>
                <a:path extrusionOk="0" h="6" w="202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4" name="Google Shape;84;p18"/>
            <p:cNvSpPr/>
            <p:nvPr/>
          </p:nvSpPr>
          <p:spPr>
            <a:xfrm>
              <a:off x="9139238" y="2725738"/>
              <a:ext cx="142875" cy="9525"/>
            </a:xfrm>
            <a:custGeom>
              <a:rect b="b" l="l" r="r" t="t"/>
              <a:pathLst>
                <a:path extrusionOk="0" h="4" w="75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5" name="Google Shape;85;p18"/>
            <p:cNvSpPr/>
            <p:nvPr/>
          </p:nvSpPr>
          <p:spPr>
            <a:xfrm>
              <a:off x="9805988" y="2817813"/>
              <a:ext cx="39688" cy="3175"/>
            </a:xfrm>
            <a:custGeom>
              <a:rect b="b" l="l" r="r" t="t"/>
              <a:pathLst>
                <a:path extrusionOk="0" h="1" w="2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6" name="Google Shape;86;p18"/>
            <p:cNvSpPr/>
            <p:nvPr/>
          </p:nvSpPr>
          <p:spPr>
            <a:xfrm>
              <a:off x="8580438" y="2725738"/>
              <a:ext cx="66675" cy="3175"/>
            </a:xfrm>
            <a:custGeom>
              <a:rect b="b" l="l" r="r" t="t"/>
              <a:pathLst>
                <a:path extrusionOk="0" h="1" w="35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7" name="Google Shape;87;p18"/>
            <p:cNvSpPr/>
            <p:nvPr/>
          </p:nvSpPr>
          <p:spPr>
            <a:xfrm>
              <a:off x="8647113" y="2725738"/>
              <a:ext cx="15875" cy="3175"/>
            </a:xfrm>
            <a:custGeom>
              <a:rect b="b" l="l" r="r" t="t"/>
              <a:pathLst>
                <a:path extrusionOk="0" h="1" w="8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8" name="Google Shape;88;p18"/>
            <p:cNvSpPr/>
            <p:nvPr/>
          </p:nvSpPr>
          <p:spPr>
            <a:xfrm>
              <a:off x="9794875" y="2830513"/>
              <a:ext cx="90488" cy="1587"/>
            </a:xfrm>
            <a:custGeom>
              <a:rect b="b" l="l" r="r" t="t"/>
              <a:pathLst>
                <a:path extrusionOk="0" h="1" w="47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9" name="Google Shape;89;p18"/>
            <p:cNvSpPr/>
            <p:nvPr/>
          </p:nvSpPr>
          <p:spPr>
            <a:xfrm>
              <a:off x="9232900" y="2795588"/>
              <a:ext cx="84138" cy="3175"/>
            </a:xfrm>
            <a:custGeom>
              <a:rect b="b" l="l" r="r" t="t"/>
              <a:pathLst>
                <a:path extrusionOk="0" h="1" w="44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0" name="Google Shape;90;p18"/>
            <p:cNvSpPr/>
            <p:nvPr/>
          </p:nvSpPr>
          <p:spPr>
            <a:xfrm>
              <a:off x="8158163" y="2725738"/>
              <a:ext cx="71438" cy="3175"/>
            </a:xfrm>
            <a:custGeom>
              <a:rect b="b" l="l" r="r" t="t"/>
              <a:pathLst>
                <a:path extrusionOk="0" h="1" w="37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1" name="Google Shape;91;p18"/>
            <p:cNvSpPr/>
            <p:nvPr/>
          </p:nvSpPr>
          <p:spPr>
            <a:xfrm>
              <a:off x="8734425" y="2814638"/>
              <a:ext cx="144463" cy="3175"/>
            </a:xfrm>
            <a:custGeom>
              <a:rect b="b" l="l" r="r" t="t"/>
              <a:pathLst>
                <a:path extrusionOk="0" h="2" w="76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2" name="Google Shape;92;p18"/>
            <p:cNvSpPr/>
            <p:nvPr/>
          </p:nvSpPr>
          <p:spPr>
            <a:xfrm>
              <a:off x="8023225" y="2782888"/>
              <a:ext cx="26988" cy="1587"/>
            </a:xfrm>
            <a:custGeom>
              <a:rect b="b" l="l" r="r" t="t"/>
              <a:pathLst>
                <a:path extrusionOk="0" h="1" w="14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3" name="Google Shape;93;p18"/>
            <p:cNvSpPr/>
            <p:nvPr/>
          </p:nvSpPr>
          <p:spPr>
            <a:xfrm>
              <a:off x="8050213" y="2782888"/>
              <a:ext cx="77788" cy="1587"/>
            </a:xfrm>
            <a:custGeom>
              <a:rect b="b" l="l" r="r" t="t"/>
              <a:pathLst>
                <a:path extrusionOk="0" h="1" w="40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4" name="Google Shape;94;p18"/>
            <p:cNvSpPr/>
            <p:nvPr/>
          </p:nvSpPr>
          <p:spPr>
            <a:xfrm>
              <a:off x="7715250" y="2779713"/>
              <a:ext cx="90488" cy="7937"/>
            </a:xfrm>
            <a:custGeom>
              <a:rect b="b" l="l" r="r" t="t"/>
              <a:pathLst>
                <a:path extrusionOk="0" h="3" w="47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5" name="Google Shape;95;p18"/>
            <p:cNvSpPr/>
            <p:nvPr/>
          </p:nvSpPr>
          <p:spPr>
            <a:xfrm>
              <a:off x="6508750" y="2713038"/>
              <a:ext cx="247650" cy="6350"/>
            </a:xfrm>
            <a:custGeom>
              <a:rect b="b" l="l" r="r" t="t"/>
              <a:pathLst>
                <a:path extrusionOk="0" h="3" w="129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6" name="Google Shape;96;p18"/>
            <p:cNvSpPr/>
            <p:nvPr/>
          </p:nvSpPr>
          <p:spPr>
            <a:xfrm>
              <a:off x="6756400" y="2713038"/>
              <a:ext cx="33338" cy="0"/>
            </a:xfrm>
            <a:custGeom>
              <a:rect b="b" l="l" r="r" t="t"/>
              <a:pathLst>
                <a:path extrusionOk="0" h="120000"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7" name="Google Shape;97;p18"/>
            <p:cNvSpPr/>
            <p:nvPr/>
          </p:nvSpPr>
          <p:spPr>
            <a:xfrm>
              <a:off x="8047038" y="2820988"/>
              <a:ext cx="58738" cy="4762"/>
            </a:xfrm>
            <a:custGeom>
              <a:rect b="b" l="l" r="r" t="t"/>
              <a:pathLst>
                <a:path extrusionOk="0" h="2" w="31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8" name="Google Shape;98;p18"/>
            <p:cNvSpPr/>
            <p:nvPr/>
          </p:nvSpPr>
          <p:spPr>
            <a:xfrm>
              <a:off x="6348413" y="2711451"/>
              <a:ext cx="82550" cy="1587"/>
            </a:xfrm>
            <a:custGeom>
              <a:rect b="b" l="l" r="r" t="t"/>
              <a:pathLst>
                <a:path extrusionOk="0" h="1" w="43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9" name="Google Shape;99;p18"/>
            <p:cNvSpPr/>
            <p:nvPr/>
          </p:nvSpPr>
          <p:spPr>
            <a:xfrm>
              <a:off x="6734175" y="2771775"/>
              <a:ext cx="96838" cy="6350"/>
            </a:xfrm>
            <a:custGeom>
              <a:rect b="b" l="l" r="r" t="t"/>
              <a:pathLst>
                <a:path extrusionOk="0" h="3" w="50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0" name="Google Shape;100;p18"/>
            <p:cNvSpPr/>
            <p:nvPr/>
          </p:nvSpPr>
          <p:spPr>
            <a:xfrm>
              <a:off x="6091238" y="2722563"/>
              <a:ext cx="95250" cy="7937"/>
            </a:xfrm>
            <a:custGeom>
              <a:rect b="b" l="l" r="r" t="t"/>
              <a:pathLst>
                <a:path extrusionOk="0" h="4" w="49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1" name="Google Shape;101;p18"/>
            <p:cNvSpPr/>
            <p:nvPr/>
          </p:nvSpPr>
          <p:spPr>
            <a:xfrm>
              <a:off x="6559550" y="2773363"/>
              <a:ext cx="80963" cy="3175"/>
            </a:xfrm>
            <a:custGeom>
              <a:rect b="b" l="l" r="r" t="t"/>
              <a:pathLst>
                <a:path extrusionOk="0" h="1" w="42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2" name="Google Shape;102;p18"/>
            <p:cNvSpPr/>
            <p:nvPr/>
          </p:nvSpPr>
          <p:spPr>
            <a:xfrm>
              <a:off x="6640513" y="2806700"/>
              <a:ext cx="227013" cy="15875"/>
            </a:xfrm>
            <a:custGeom>
              <a:rect b="b" l="l" r="r" t="t"/>
              <a:pathLst>
                <a:path extrusionOk="0" h="7" w="118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3" name="Google Shape;103;p18"/>
            <p:cNvSpPr/>
            <p:nvPr/>
          </p:nvSpPr>
          <p:spPr>
            <a:xfrm>
              <a:off x="6661150" y="2814638"/>
              <a:ext cx="34925" cy="1587"/>
            </a:xfrm>
            <a:custGeom>
              <a:rect b="b" l="l" r="r" t="t"/>
              <a:pathLst>
                <a:path extrusionOk="0" h="1" w="18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4" name="Google Shape;104;p18"/>
            <p:cNvSpPr/>
            <p:nvPr/>
          </p:nvSpPr>
          <p:spPr>
            <a:xfrm>
              <a:off x="5661025" y="2789238"/>
              <a:ext cx="23813" cy="1587"/>
            </a:xfrm>
            <a:custGeom>
              <a:rect b="b" l="l" r="r" t="t"/>
              <a:pathLst>
                <a:path extrusionOk="0" h="1" w="13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5" name="Google Shape;105;p18"/>
            <p:cNvSpPr/>
            <p:nvPr/>
          </p:nvSpPr>
          <p:spPr>
            <a:xfrm>
              <a:off x="6162675" y="2814638"/>
              <a:ext cx="258763" cy="7937"/>
            </a:xfrm>
            <a:custGeom>
              <a:rect b="b" l="l" r="r" t="t"/>
              <a:pathLst>
                <a:path extrusionOk="0" h="4" w="135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6" name="Google Shape;106;p18"/>
            <p:cNvSpPr/>
            <p:nvPr/>
          </p:nvSpPr>
          <p:spPr>
            <a:xfrm>
              <a:off x="5019675" y="2713038"/>
              <a:ext cx="73025" cy="4762"/>
            </a:xfrm>
            <a:custGeom>
              <a:rect b="b" l="l" r="r" t="t"/>
              <a:pathLst>
                <a:path extrusionOk="0" h="2" w="38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7" name="Google Shape;107;p18"/>
            <p:cNvSpPr/>
            <p:nvPr/>
          </p:nvSpPr>
          <p:spPr>
            <a:xfrm>
              <a:off x="5021263" y="2713038"/>
              <a:ext cx="11113" cy="0"/>
            </a:xfrm>
            <a:custGeom>
              <a:rect b="b" l="l" r="r" t="t"/>
              <a:pathLst>
                <a:path extrusionOk="0" h="120000"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8" name="Google Shape;108;p18"/>
            <p:cNvSpPr/>
            <p:nvPr/>
          </p:nvSpPr>
          <p:spPr>
            <a:xfrm>
              <a:off x="5864225" y="2784475"/>
              <a:ext cx="101600" cy="4762"/>
            </a:xfrm>
            <a:custGeom>
              <a:rect b="b" l="l" r="r" t="t"/>
              <a:pathLst>
                <a:path extrusionOk="0" h="2" w="53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9" name="Google Shape;109;p18"/>
            <p:cNvSpPr/>
            <p:nvPr/>
          </p:nvSpPr>
          <p:spPr>
            <a:xfrm>
              <a:off x="4703763" y="2722563"/>
              <a:ext cx="84138" cy="1587"/>
            </a:xfrm>
            <a:custGeom>
              <a:rect b="b" l="l" r="r" t="t"/>
              <a:pathLst>
                <a:path extrusionOk="0" h="1" w="44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0" name="Google Shape;110;p18"/>
            <p:cNvSpPr/>
            <p:nvPr/>
          </p:nvSpPr>
          <p:spPr>
            <a:xfrm>
              <a:off x="4264025" y="2713038"/>
              <a:ext cx="77788" cy="4762"/>
            </a:xfrm>
            <a:custGeom>
              <a:rect b="b" l="l" r="r" t="t"/>
              <a:pathLst>
                <a:path extrusionOk="0" h="2" w="41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1" name="Google Shape;111;p18"/>
            <p:cNvSpPr/>
            <p:nvPr/>
          </p:nvSpPr>
          <p:spPr>
            <a:xfrm>
              <a:off x="4800600" y="2822575"/>
              <a:ext cx="117475" cy="7937"/>
            </a:xfrm>
            <a:custGeom>
              <a:rect b="b" l="l" r="r" t="t"/>
              <a:pathLst>
                <a:path extrusionOk="0" h="3" w="61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2" name="Google Shape;112;p18"/>
            <p:cNvSpPr/>
            <p:nvPr/>
          </p:nvSpPr>
          <p:spPr>
            <a:xfrm>
              <a:off x="187325" y="2714625"/>
              <a:ext cx="1925638" cy="31750"/>
            </a:xfrm>
            <a:custGeom>
              <a:rect b="b" l="l" r="r" t="t"/>
              <a:pathLst>
                <a:path extrusionOk="0" h="14" w="100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3" name="Google Shape;113;p18"/>
            <p:cNvSpPr/>
            <p:nvPr/>
          </p:nvSpPr>
          <p:spPr>
            <a:xfrm>
              <a:off x="1947862" y="2735263"/>
              <a:ext cx="47625" cy="0"/>
            </a:xfrm>
            <a:custGeom>
              <a:rect b="b" l="l" r="r" t="t"/>
              <a:pathLst>
                <a:path extrusionOk="0" h="120000"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4" name="Google Shape;114;p18"/>
            <p:cNvSpPr/>
            <p:nvPr/>
          </p:nvSpPr>
          <p:spPr>
            <a:xfrm>
              <a:off x="112712" y="2724150"/>
              <a:ext cx="74613" cy="0"/>
            </a:xfrm>
            <a:custGeom>
              <a:rect b="b" l="l" r="r" t="t"/>
              <a:pathLst>
                <a:path extrusionOk="0" h="120000"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5" name="Google Shape;115;p18"/>
            <p:cNvSpPr/>
            <p:nvPr/>
          </p:nvSpPr>
          <p:spPr>
            <a:xfrm>
              <a:off x="2187575" y="2717800"/>
              <a:ext cx="176213" cy="6350"/>
            </a:xfrm>
            <a:custGeom>
              <a:rect b="b" l="l" r="r" t="t"/>
              <a:pathLst>
                <a:path extrusionOk="0" h="3" w="92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6" name="Google Shape;116;p18"/>
            <p:cNvSpPr/>
            <p:nvPr/>
          </p:nvSpPr>
          <p:spPr>
            <a:xfrm>
              <a:off x="2112962" y="2714625"/>
              <a:ext cx="90488" cy="4762"/>
            </a:xfrm>
            <a:custGeom>
              <a:rect b="b" l="l" r="r" t="t"/>
              <a:pathLst>
                <a:path extrusionOk="0" h="2" w="47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7" name="Google Shape;117;p18"/>
            <p:cNvSpPr/>
            <p:nvPr/>
          </p:nvSpPr>
          <p:spPr>
            <a:xfrm>
              <a:off x="2101850" y="2811463"/>
              <a:ext cx="71438" cy="3175"/>
            </a:xfrm>
            <a:custGeom>
              <a:rect b="b" l="l" r="r" t="t"/>
              <a:pathLst>
                <a:path extrusionOk="0" h="1" w="37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8" name="Google Shape;118;p18"/>
            <p:cNvSpPr/>
            <p:nvPr/>
          </p:nvSpPr>
          <p:spPr>
            <a:xfrm>
              <a:off x="1724025" y="2805113"/>
              <a:ext cx="120650" cy="4762"/>
            </a:xfrm>
            <a:custGeom>
              <a:rect b="b" l="l" r="r" t="t"/>
              <a:pathLst>
                <a:path extrusionOk="0" h="2" w="63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9" name="Google Shape;119;p18"/>
            <p:cNvSpPr/>
            <p:nvPr/>
          </p:nvSpPr>
          <p:spPr>
            <a:xfrm>
              <a:off x="1744662" y="2833688"/>
              <a:ext cx="73025" cy="3175"/>
            </a:xfrm>
            <a:custGeom>
              <a:rect b="b" l="l" r="r" t="t"/>
              <a:pathLst>
                <a:path extrusionOk="0" h="1" w="38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0" name="Google Shape;120;p18"/>
            <p:cNvSpPr/>
            <p:nvPr/>
          </p:nvSpPr>
          <p:spPr>
            <a:xfrm>
              <a:off x="-474663" y="2741613"/>
              <a:ext cx="34925" cy="0"/>
            </a:xfrm>
            <a:custGeom>
              <a:rect b="b" l="l" r="r" t="t"/>
              <a:pathLst>
                <a:path extrusionOk="0" h="120000"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1" name="Google Shape;121;p18"/>
            <p:cNvSpPr/>
            <p:nvPr/>
          </p:nvSpPr>
          <p:spPr>
            <a:xfrm>
              <a:off x="-947738" y="2725738"/>
              <a:ext cx="1239838" cy="19050"/>
            </a:xfrm>
            <a:custGeom>
              <a:rect b="b" l="l" r="r" t="t"/>
              <a:pathLst>
                <a:path extrusionOk="0" h="8" w="647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2" name="Google Shape;122;p18"/>
            <p:cNvSpPr/>
            <p:nvPr/>
          </p:nvSpPr>
          <p:spPr>
            <a:xfrm>
              <a:off x="-1944688" y="2741613"/>
              <a:ext cx="4763" cy="0"/>
            </a:xfrm>
            <a:custGeom>
              <a:rect b="b" l="l" r="r" t="t"/>
              <a:pathLst>
                <a:path extrusionOk="0" h="120000"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3" name="Google Shape;123;p18"/>
            <p:cNvSpPr/>
            <p:nvPr/>
          </p:nvSpPr>
          <p:spPr>
            <a:xfrm>
              <a:off x="-1939925" y="2735263"/>
              <a:ext cx="173038" cy="6350"/>
            </a:xfrm>
            <a:custGeom>
              <a:rect b="b" l="l" r="r" t="t"/>
              <a:pathLst>
                <a:path extrusionOk="0" h="3" w="90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" name="Google Shape;124;p18"/>
            <p:cNvSpPr/>
            <p:nvPr/>
          </p:nvSpPr>
          <p:spPr>
            <a:xfrm>
              <a:off x="-1773238" y="2733675"/>
              <a:ext cx="123825" cy="12700"/>
            </a:xfrm>
            <a:custGeom>
              <a:rect b="b" l="l" r="r" t="t"/>
              <a:pathLst>
                <a:path extrusionOk="0" h="6" w="65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" name="Google Shape;125;p18"/>
            <p:cNvSpPr/>
            <p:nvPr/>
          </p:nvSpPr>
          <p:spPr>
            <a:xfrm>
              <a:off x="-1057275" y="2735263"/>
              <a:ext cx="57150" cy="3175"/>
            </a:xfrm>
            <a:custGeom>
              <a:rect b="b" l="l" r="r" t="t"/>
              <a:pathLst>
                <a:path extrusionOk="0" h="1" w="30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1116013" y="2738438"/>
              <a:ext cx="58738" cy="3175"/>
            </a:xfrm>
            <a:custGeom>
              <a:rect b="b" l="l" r="r" t="t"/>
              <a:pathLst>
                <a:path extrusionOk="0" h="2" w="30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1349375" y="2735263"/>
              <a:ext cx="84138" cy="0"/>
            </a:xfrm>
            <a:custGeom>
              <a:rect b="b" l="l" r="r" t="t"/>
              <a:pathLst>
                <a:path extrusionOk="0" h="120000"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8" name="Google Shape;128;p18"/>
            <p:cNvSpPr/>
            <p:nvPr/>
          </p:nvSpPr>
          <p:spPr>
            <a:xfrm>
              <a:off x="-1265238" y="2735263"/>
              <a:ext cx="65088" cy="3175"/>
            </a:xfrm>
            <a:custGeom>
              <a:rect b="b" l="l" r="r" t="t"/>
              <a:pathLst>
                <a:path extrusionOk="0" h="1" w="34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9" name="Google Shape;129;p18"/>
            <p:cNvSpPr/>
            <p:nvPr/>
          </p:nvSpPr>
          <p:spPr>
            <a:xfrm>
              <a:off x="-1219200" y="2728913"/>
              <a:ext cx="103188" cy="9525"/>
            </a:xfrm>
            <a:custGeom>
              <a:rect b="b" l="l" r="r" t="t"/>
              <a:pathLst>
                <a:path extrusionOk="0" h="4" w="5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0" name="Google Shape;130;p18"/>
            <p:cNvSpPr/>
            <p:nvPr/>
          </p:nvSpPr>
          <p:spPr>
            <a:xfrm>
              <a:off x="1225550" y="2830513"/>
              <a:ext cx="73025" cy="3175"/>
            </a:xfrm>
            <a:custGeom>
              <a:rect b="b" l="l" r="r" t="t"/>
              <a:pathLst>
                <a:path extrusionOk="0" h="2" w="38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1" name="Google Shape;131;p18"/>
            <p:cNvSpPr/>
            <p:nvPr/>
          </p:nvSpPr>
          <p:spPr>
            <a:xfrm>
              <a:off x="874712" y="2827338"/>
              <a:ext cx="39688" cy="3175"/>
            </a:xfrm>
            <a:custGeom>
              <a:rect b="b" l="l" r="r" t="t"/>
              <a:pathLst>
                <a:path extrusionOk="0" h="1" w="2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2" name="Google Shape;132;p18"/>
            <p:cNvSpPr/>
            <p:nvPr/>
          </p:nvSpPr>
          <p:spPr>
            <a:xfrm>
              <a:off x="417512" y="2827338"/>
              <a:ext cx="457200" cy="31750"/>
            </a:xfrm>
            <a:custGeom>
              <a:rect b="b" l="l" r="r" t="t"/>
              <a:pathLst>
                <a:path extrusionOk="0" h="14" w="238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3" name="Google Shape;133;p18"/>
            <p:cNvSpPr/>
            <p:nvPr/>
          </p:nvSpPr>
          <p:spPr>
            <a:xfrm>
              <a:off x="755650" y="2859087"/>
              <a:ext cx="68263" cy="4762"/>
            </a:xfrm>
            <a:custGeom>
              <a:rect b="b" l="l" r="r" t="t"/>
              <a:pathLst>
                <a:path extrusionOk="0" h="2" w="36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" name="Google Shape;134;p18"/>
            <p:cNvSpPr/>
            <p:nvPr/>
          </p:nvSpPr>
          <p:spPr>
            <a:xfrm>
              <a:off x="-133350" y="2798763"/>
              <a:ext cx="111125" cy="4762"/>
            </a:xfrm>
            <a:custGeom>
              <a:rect b="b" l="l" r="r" t="t"/>
              <a:pathLst>
                <a:path extrusionOk="0" h="2" w="58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" name="Google Shape;135;p18"/>
            <p:cNvSpPr/>
            <p:nvPr/>
          </p:nvSpPr>
          <p:spPr>
            <a:xfrm>
              <a:off x="-22225" y="2800350"/>
              <a:ext cx="44450" cy="3175"/>
            </a:xfrm>
            <a:custGeom>
              <a:rect b="b" l="l" r="r" t="t"/>
              <a:pathLst>
                <a:path extrusionOk="0" h="1" w="23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6" name="Google Shape;136;p18"/>
            <p:cNvSpPr/>
            <p:nvPr/>
          </p:nvSpPr>
          <p:spPr>
            <a:xfrm>
              <a:off x="-66675" y="2798763"/>
              <a:ext cx="6350" cy="0"/>
            </a:xfrm>
            <a:custGeom>
              <a:rect b="b" l="l" r="r" t="t"/>
              <a:pathLst>
                <a:path extrusionOk="0" h="120000"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" name="Google Shape;137;p18"/>
            <p:cNvSpPr/>
            <p:nvPr/>
          </p:nvSpPr>
          <p:spPr>
            <a:xfrm>
              <a:off x="-1566863" y="2730500"/>
              <a:ext cx="65088" cy="3175"/>
            </a:xfrm>
            <a:custGeom>
              <a:rect b="b" l="l" r="r" t="t"/>
              <a:pathLst>
                <a:path extrusionOk="0" h="1" w="34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8" name="Google Shape;138;p18"/>
            <p:cNvSpPr/>
            <p:nvPr/>
          </p:nvSpPr>
          <p:spPr>
            <a:xfrm>
              <a:off x="-3175000" y="2740025"/>
              <a:ext cx="38100" cy="0"/>
            </a:xfrm>
            <a:custGeom>
              <a:rect b="b" l="l" r="r" t="t"/>
              <a:pathLst>
                <a:path extrusionOk="0" h="120000"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9" name="Google Shape;139;p18"/>
            <p:cNvSpPr/>
            <p:nvPr/>
          </p:nvSpPr>
          <p:spPr>
            <a:xfrm>
              <a:off x="-3735388" y="2803525"/>
              <a:ext cx="6350" cy="1587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0" name="Google Shape;140;p18"/>
            <p:cNvSpPr/>
            <p:nvPr/>
          </p:nvSpPr>
          <p:spPr>
            <a:xfrm>
              <a:off x="-3924300" y="2803525"/>
              <a:ext cx="188913" cy="3175"/>
            </a:xfrm>
            <a:custGeom>
              <a:rect b="b" l="l" r="r" t="t"/>
              <a:pathLst>
                <a:path extrusionOk="0" h="2" w="98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141" name="Google Shape;141;p18"/>
          <p:cNvSpPr txBox="1"/>
          <p:nvPr>
            <p:ph idx="1" type="subTitle"/>
          </p:nvPr>
        </p:nvSpPr>
        <p:spPr>
          <a:xfrm>
            <a:off x="1522413" y="5105400"/>
            <a:ext cx="9143999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 txBox="1"/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descr="Line graphic" id="144" name="Google Shape;144;p19"/>
          <p:cNvGrpSpPr/>
          <p:nvPr/>
        </p:nvGrpSpPr>
        <p:grpSpPr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45" name="Google Shape;145;p19"/>
            <p:cNvSpPr/>
            <p:nvPr/>
          </p:nvSpPr>
          <p:spPr>
            <a:xfrm>
              <a:off x="12028488" y="1525554"/>
              <a:ext cx="63500" cy="4924"/>
            </a:xfrm>
            <a:custGeom>
              <a:rect b="b" l="l" r="r" t="t"/>
              <a:pathLst>
                <a:path extrusionOk="0" h="6" w="67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6" name="Google Shape;146;p19"/>
            <p:cNvSpPr/>
            <p:nvPr/>
          </p:nvSpPr>
          <p:spPr>
            <a:xfrm>
              <a:off x="12022138" y="1532939"/>
              <a:ext cx="19050" cy="1231"/>
            </a:xfrm>
            <a:custGeom>
              <a:rect b="b" l="l" r="r" t="t"/>
              <a:pathLst>
                <a:path extrusionOk="0" h="2" w="20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7" name="Google Shape;147;p19"/>
            <p:cNvSpPr/>
            <p:nvPr/>
          </p:nvSpPr>
          <p:spPr>
            <a:xfrm>
              <a:off x="12041188" y="1531708"/>
              <a:ext cx="39687" cy="6155"/>
            </a:xfrm>
            <a:custGeom>
              <a:rect b="b" l="l" r="r" t="t"/>
              <a:pathLst>
                <a:path extrusionOk="0" h="6" w="41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8" name="Google Shape;148;p19"/>
            <p:cNvSpPr/>
            <p:nvPr/>
          </p:nvSpPr>
          <p:spPr>
            <a:xfrm>
              <a:off x="11831638" y="1526784"/>
              <a:ext cx="42862" cy="4924"/>
            </a:xfrm>
            <a:custGeom>
              <a:rect b="b" l="l" r="r" t="t"/>
              <a:pathLst>
                <a:path extrusionOk="0" h="6" w="45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9" name="Google Shape;149;p19"/>
            <p:cNvSpPr/>
            <p:nvPr/>
          </p:nvSpPr>
          <p:spPr>
            <a:xfrm>
              <a:off x="11809413" y="1531708"/>
              <a:ext cx="41275" cy="2462"/>
            </a:xfrm>
            <a:custGeom>
              <a:rect b="b" l="l" r="r" t="t"/>
              <a:pathLst>
                <a:path extrusionOk="0" h="3" w="44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0" name="Google Shape;150;p19"/>
            <p:cNvSpPr/>
            <p:nvPr/>
          </p:nvSpPr>
          <p:spPr>
            <a:xfrm>
              <a:off x="12003088" y="1537863"/>
              <a:ext cx="77787" cy="3693"/>
            </a:xfrm>
            <a:custGeom>
              <a:rect b="b" l="l" r="r" t="t"/>
              <a:pathLst>
                <a:path extrusionOk="0" h="5" w="82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1" name="Google Shape;151;p19"/>
            <p:cNvSpPr/>
            <p:nvPr/>
          </p:nvSpPr>
          <p:spPr>
            <a:xfrm>
              <a:off x="11664950" y="1523092"/>
              <a:ext cx="39687" cy="4924"/>
            </a:xfrm>
            <a:custGeom>
              <a:rect b="b" l="l" r="r" t="t"/>
              <a:pathLst>
                <a:path extrusionOk="0" h="5" w="42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2" name="Google Shape;152;p19"/>
            <p:cNvSpPr/>
            <p:nvPr/>
          </p:nvSpPr>
          <p:spPr>
            <a:xfrm>
              <a:off x="11506200" y="1521861"/>
              <a:ext cx="92075" cy="4924"/>
            </a:xfrm>
            <a:custGeom>
              <a:rect b="b" l="l" r="r" t="t"/>
              <a:pathLst>
                <a:path extrusionOk="0" h="6" w="98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3" name="Google Shape;153;p19"/>
            <p:cNvSpPr/>
            <p:nvPr/>
          </p:nvSpPr>
          <p:spPr>
            <a:xfrm>
              <a:off x="11471275" y="1525554"/>
              <a:ext cx="34925" cy="3693"/>
            </a:xfrm>
            <a:custGeom>
              <a:rect b="b" l="l" r="r" t="t"/>
              <a:pathLst>
                <a:path extrusionOk="0" h="3" w="36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4" name="Google Shape;154;p19"/>
            <p:cNvSpPr/>
            <p:nvPr/>
          </p:nvSpPr>
          <p:spPr>
            <a:xfrm>
              <a:off x="11710988" y="1529246"/>
              <a:ext cx="30162" cy="4924"/>
            </a:xfrm>
            <a:custGeom>
              <a:rect b="b" l="l" r="r" t="t"/>
              <a:pathLst>
                <a:path extrusionOk="0" h="5" w="32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5" name="Google Shape;155;p19"/>
            <p:cNvSpPr/>
            <p:nvPr/>
          </p:nvSpPr>
          <p:spPr>
            <a:xfrm>
              <a:off x="11691938" y="1532939"/>
              <a:ext cx="34925" cy="1231"/>
            </a:xfrm>
            <a:custGeom>
              <a:rect b="b" l="l" r="r" t="t"/>
              <a:pathLst>
                <a:path extrusionOk="0" h="1" w="36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6" name="Google Shape;156;p19"/>
            <p:cNvSpPr/>
            <p:nvPr/>
          </p:nvSpPr>
          <p:spPr>
            <a:xfrm>
              <a:off x="11741150" y="1534170"/>
              <a:ext cx="4762" cy="0"/>
            </a:xfrm>
            <a:custGeom>
              <a:rect b="b" l="l" r="r" t="t"/>
              <a:pathLst>
                <a:path extrusionOk="0" h="120000"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7" name="Google Shape;157;p19"/>
            <p:cNvSpPr/>
            <p:nvPr/>
          </p:nvSpPr>
          <p:spPr>
            <a:xfrm>
              <a:off x="11841163" y="1537863"/>
              <a:ext cx="71437" cy="8617"/>
            </a:xfrm>
            <a:custGeom>
              <a:rect b="b" l="l" r="r" t="t"/>
              <a:pathLst>
                <a:path extrusionOk="0" h="9" w="75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8" name="Google Shape;158;p19"/>
            <p:cNvSpPr/>
            <p:nvPr/>
          </p:nvSpPr>
          <p:spPr>
            <a:xfrm>
              <a:off x="11764963" y="1535401"/>
              <a:ext cx="44450" cy="3693"/>
            </a:xfrm>
            <a:custGeom>
              <a:rect b="b" l="l" r="r" t="t"/>
              <a:pathLst>
                <a:path extrusionOk="0" h="4" w="47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9" name="Google Shape;159;p19"/>
            <p:cNvSpPr/>
            <p:nvPr/>
          </p:nvSpPr>
          <p:spPr>
            <a:xfrm>
              <a:off x="11744325" y="1537863"/>
              <a:ext cx="20637" cy="2462"/>
            </a:xfrm>
            <a:custGeom>
              <a:rect b="b" l="l" r="r" t="t"/>
              <a:pathLst>
                <a:path extrusionOk="0" h="2" w="2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0" name="Google Shape;160;p19"/>
            <p:cNvSpPr/>
            <p:nvPr/>
          </p:nvSpPr>
          <p:spPr>
            <a:xfrm>
              <a:off x="11482388" y="1531708"/>
              <a:ext cx="85725" cy="3693"/>
            </a:xfrm>
            <a:custGeom>
              <a:rect b="b" l="l" r="r" t="t"/>
              <a:pathLst>
                <a:path extrusionOk="0" h="4" w="90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1" name="Google Shape;161;p19"/>
            <p:cNvSpPr/>
            <p:nvPr/>
          </p:nvSpPr>
          <p:spPr>
            <a:xfrm>
              <a:off x="11626850" y="1532939"/>
              <a:ext cx="4762" cy="1231"/>
            </a:xfrm>
            <a:custGeom>
              <a:rect b="b" l="l" r="r" t="t"/>
              <a:pathLst>
                <a:path extrusionOk="0" h="1" w="5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2" name="Google Shape;162;p19"/>
            <p:cNvSpPr/>
            <p:nvPr/>
          </p:nvSpPr>
          <p:spPr>
            <a:xfrm>
              <a:off x="11261725" y="1534170"/>
              <a:ext cx="4762" cy="0"/>
            </a:xfrm>
            <a:custGeom>
              <a:rect b="b" l="l" r="r" t="t"/>
              <a:pathLst>
                <a:path extrusionOk="0" h="1" w="5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cubicBezTo>
                    <a:pt x="4" y="0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3" name="Google Shape;163;p19"/>
            <p:cNvSpPr/>
            <p:nvPr/>
          </p:nvSpPr>
          <p:spPr>
            <a:xfrm>
              <a:off x="11553825" y="1534170"/>
              <a:ext cx="44450" cy="2462"/>
            </a:xfrm>
            <a:custGeom>
              <a:rect b="b" l="l" r="r" t="t"/>
              <a:pathLst>
                <a:path extrusionOk="0" h="2" w="47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4" name="Google Shape;164;p19"/>
            <p:cNvSpPr/>
            <p:nvPr/>
          </p:nvSpPr>
          <p:spPr>
            <a:xfrm>
              <a:off x="11409363" y="1529246"/>
              <a:ext cx="31750" cy="2462"/>
            </a:xfrm>
            <a:custGeom>
              <a:rect b="b" l="l" r="r" t="t"/>
              <a:pathLst>
                <a:path extrusionOk="0" h="3" w="3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5" name="Google Shape;165;p19"/>
            <p:cNvSpPr/>
            <p:nvPr/>
          </p:nvSpPr>
          <p:spPr>
            <a:xfrm>
              <a:off x="11618913" y="1531708"/>
              <a:ext cx="6350" cy="0"/>
            </a:xfrm>
            <a:custGeom>
              <a:rect b="b" l="l" r="r" t="t"/>
              <a:pathLst>
                <a:path extrusionOk="0" h="1" w="6">
                  <a:moveTo>
                    <a:pt x="3" y="0"/>
                  </a:moveTo>
                  <a:lnTo>
                    <a:pt x="3" y="0"/>
                  </a:lnTo>
                  <a:lnTo>
                    <a:pt x="6" y="0"/>
                  </a:lnTo>
                  <a:cubicBezTo>
                    <a:pt x="0" y="0"/>
                    <a:pt x="0" y="0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6" name="Google Shape;166;p19"/>
            <p:cNvSpPr/>
            <p:nvPr/>
          </p:nvSpPr>
          <p:spPr>
            <a:xfrm>
              <a:off x="11598275" y="1531708"/>
              <a:ext cx="28575" cy="2462"/>
            </a:xfrm>
            <a:custGeom>
              <a:rect b="b" l="l" r="r" t="t"/>
              <a:pathLst>
                <a:path extrusionOk="0" h="3" w="31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7" name="Google Shape;167;p19"/>
            <p:cNvSpPr/>
            <p:nvPr/>
          </p:nvSpPr>
          <p:spPr>
            <a:xfrm>
              <a:off x="11137900" y="1534170"/>
              <a:ext cx="188912" cy="23388"/>
            </a:xfrm>
            <a:custGeom>
              <a:rect b="b" l="l" r="r" t="t"/>
              <a:pathLst>
                <a:path extrusionOk="0" h="27" w="198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8" name="Google Shape;168;p19"/>
            <p:cNvSpPr/>
            <p:nvPr/>
          </p:nvSpPr>
          <p:spPr>
            <a:xfrm>
              <a:off x="11266488" y="1529246"/>
              <a:ext cx="95250" cy="4924"/>
            </a:xfrm>
            <a:custGeom>
              <a:rect b="b" l="l" r="r" t="t"/>
              <a:pathLst>
                <a:path extrusionOk="0" h="6" w="100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9" name="Google Shape;169;p19"/>
            <p:cNvSpPr/>
            <p:nvPr/>
          </p:nvSpPr>
          <p:spPr>
            <a:xfrm>
              <a:off x="11361738" y="1531708"/>
              <a:ext cx="134937" cy="12309"/>
            </a:xfrm>
            <a:custGeom>
              <a:rect b="b" l="l" r="r" t="t"/>
              <a:pathLst>
                <a:path extrusionOk="0" h="14" w="142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0" name="Google Shape;170;p19"/>
            <p:cNvSpPr/>
            <p:nvPr/>
          </p:nvSpPr>
          <p:spPr>
            <a:xfrm>
              <a:off x="11834813" y="1552634"/>
              <a:ext cx="9525" cy="1231"/>
            </a:xfrm>
            <a:custGeom>
              <a:rect b="b" l="l" r="r" t="t"/>
              <a:pathLst>
                <a:path extrusionOk="0" h="1" w="1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1" name="Google Shape;171;p19"/>
            <p:cNvSpPr/>
            <p:nvPr/>
          </p:nvSpPr>
          <p:spPr>
            <a:xfrm>
              <a:off x="11764963" y="1542787"/>
              <a:ext cx="117475" cy="9847"/>
            </a:xfrm>
            <a:custGeom>
              <a:rect b="b" l="l" r="r" t="t"/>
              <a:pathLst>
                <a:path extrusionOk="0" h="12" w="12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2" name="Google Shape;172;p19"/>
            <p:cNvSpPr/>
            <p:nvPr/>
          </p:nvSpPr>
          <p:spPr>
            <a:xfrm>
              <a:off x="11555413" y="1544017"/>
              <a:ext cx="69850" cy="4924"/>
            </a:xfrm>
            <a:custGeom>
              <a:rect b="b" l="l" r="r" t="t"/>
              <a:pathLst>
                <a:path extrusionOk="0" h="6" w="74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3" name="Google Shape;173;p19"/>
            <p:cNvSpPr/>
            <p:nvPr/>
          </p:nvSpPr>
          <p:spPr>
            <a:xfrm>
              <a:off x="11223625" y="1528016"/>
              <a:ext cx="38100" cy="6155"/>
            </a:xfrm>
            <a:custGeom>
              <a:rect b="b" l="l" r="r" t="t"/>
              <a:pathLst>
                <a:path extrusionOk="0" h="7" w="40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4" name="Google Shape;174;p19"/>
            <p:cNvSpPr/>
            <p:nvPr/>
          </p:nvSpPr>
          <p:spPr>
            <a:xfrm>
              <a:off x="11145838" y="1529246"/>
              <a:ext cx="22225" cy="2462"/>
            </a:xfrm>
            <a:custGeom>
              <a:rect b="b" l="l" r="r" t="t"/>
              <a:pathLst>
                <a:path extrusionOk="0" h="4" w="2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5" name="Google Shape;175;p19"/>
            <p:cNvSpPr/>
            <p:nvPr/>
          </p:nvSpPr>
          <p:spPr>
            <a:xfrm>
              <a:off x="6197600" y="1566174"/>
              <a:ext cx="20637" cy="1231"/>
            </a:xfrm>
            <a:custGeom>
              <a:rect b="b" l="l" r="r" t="t"/>
              <a:pathLst>
                <a:path extrusionOk="0" h="1" w="2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6" name="Google Shape;176;p19"/>
            <p:cNvSpPr/>
            <p:nvPr/>
          </p:nvSpPr>
          <p:spPr>
            <a:xfrm>
              <a:off x="6356350" y="1564943"/>
              <a:ext cx="9525" cy="1231"/>
            </a:xfrm>
            <a:custGeom>
              <a:rect b="b" l="l" r="r" t="t"/>
              <a:pathLst>
                <a:path extrusionOk="0" h="2" w="10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7" name="Google Shape;177;p19"/>
            <p:cNvSpPr/>
            <p:nvPr/>
          </p:nvSpPr>
          <p:spPr>
            <a:xfrm>
              <a:off x="8950325" y="1521861"/>
              <a:ext cx="61912" cy="7386"/>
            </a:xfrm>
            <a:custGeom>
              <a:rect b="b" l="l" r="r" t="t"/>
              <a:pathLst>
                <a:path extrusionOk="0" h="9" w="65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8" name="Google Shape;178;p19"/>
            <p:cNvSpPr/>
            <p:nvPr/>
          </p:nvSpPr>
          <p:spPr>
            <a:xfrm>
              <a:off x="7537450" y="1546479"/>
              <a:ext cx="28575" cy="3693"/>
            </a:xfrm>
            <a:custGeom>
              <a:rect b="b" l="l" r="r" t="t"/>
              <a:pathLst>
                <a:path extrusionOk="0" h="4" w="29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9" name="Google Shape;179;p19"/>
            <p:cNvSpPr/>
            <p:nvPr/>
          </p:nvSpPr>
          <p:spPr>
            <a:xfrm>
              <a:off x="7478713" y="1562481"/>
              <a:ext cx="38100" cy="2462"/>
            </a:xfrm>
            <a:custGeom>
              <a:rect b="b" l="l" r="r" t="t"/>
              <a:pathLst>
                <a:path extrusionOk="0" h="3" w="40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0" name="Google Shape;180;p19"/>
            <p:cNvSpPr/>
            <p:nvPr/>
          </p:nvSpPr>
          <p:spPr>
            <a:xfrm>
              <a:off x="5410200" y="1568636"/>
              <a:ext cx="36512" cy="3693"/>
            </a:xfrm>
            <a:custGeom>
              <a:rect b="b" l="l" r="r" t="t"/>
              <a:pathLst>
                <a:path extrusionOk="0" h="5" w="38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1" name="Google Shape;181;p19"/>
            <p:cNvSpPr/>
            <p:nvPr/>
          </p:nvSpPr>
          <p:spPr>
            <a:xfrm>
              <a:off x="10206038" y="1530477"/>
              <a:ext cx="61912" cy="4924"/>
            </a:xfrm>
            <a:custGeom>
              <a:rect b="b" l="l" r="r" t="t"/>
              <a:pathLst>
                <a:path extrusionOk="0" h="6" w="65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2" name="Google Shape;182;p19"/>
            <p:cNvSpPr/>
            <p:nvPr/>
          </p:nvSpPr>
          <p:spPr>
            <a:xfrm>
              <a:off x="6257925" y="1525554"/>
              <a:ext cx="19050" cy="2462"/>
            </a:xfrm>
            <a:custGeom>
              <a:rect b="b" l="l" r="r" t="t"/>
              <a:pathLst>
                <a:path extrusionOk="0" h="2" w="21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3" name="Google Shape;183;p19"/>
            <p:cNvSpPr/>
            <p:nvPr/>
          </p:nvSpPr>
          <p:spPr>
            <a:xfrm>
              <a:off x="10134600" y="1528016"/>
              <a:ext cx="71437" cy="3693"/>
            </a:xfrm>
            <a:custGeom>
              <a:rect b="b" l="l" r="r" t="t"/>
              <a:pathLst>
                <a:path extrusionOk="0" h="4" w="75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4" name="Google Shape;184;p19"/>
            <p:cNvSpPr/>
            <p:nvPr/>
          </p:nvSpPr>
          <p:spPr>
            <a:xfrm>
              <a:off x="2582863" y="1560020"/>
              <a:ext cx="7937" cy="1231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5" name="Google Shape;185;p19"/>
            <p:cNvSpPr/>
            <p:nvPr/>
          </p:nvSpPr>
          <p:spPr>
            <a:xfrm>
              <a:off x="1762125" y="1521861"/>
              <a:ext cx="34925" cy="1231"/>
            </a:xfrm>
            <a:custGeom>
              <a:rect b="b" l="l" r="r" t="t"/>
              <a:pathLst>
                <a:path extrusionOk="0" h="1" w="36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6" name="Google Shape;186;p19"/>
            <p:cNvSpPr/>
            <p:nvPr/>
          </p:nvSpPr>
          <p:spPr>
            <a:xfrm>
              <a:off x="10812463" y="1529246"/>
              <a:ext cx="19050" cy="1231"/>
            </a:xfrm>
            <a:custGeom>
              <a:rect b="b" l="l" r="r" t="t"/>
              <a:pathLst>
                <a:path extrusionOk="0" h="1" w="20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7" name="Google Shape;187;p19"/>
            <p:cNvSpPr/>
            <p:nvPr/>
          </p:nvSpPr>
          <p:spPr>
            <a:xfrm>
              <a:off x="10896600" y="1545248"/>
              <a:ext cx="7937" cy="2462"/>
            </a:xfrm>
            <a:custGeom>
              <a:rect b="b" l="l" r="r" t="t"/>
              <a:pathLst>
                <a:path extrusionOk="0" h="3" w="8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8" name="Google Shape;188;p19"/>
            <p:cNvSpPr/>
            <p:nvPr/>
          </p:nvSpPr>
          <p:spPr>
            <a:xfrm>
              <a:off x="9947275" y="1553865"/>
              <a:ext cx="4762" cy="1231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9" name="Google Shape;189;p19"/>
            <p:cNvSpPr/>
            <p:nvPr/>
          </p:nvSpPr>
          <p:spPr>
            <a:xfrm>
              <a:off x="10817225" y="1531708"/>
              <a:ext cx="23812" cy="0"/>
            </a:xfrm>
            <a:custGeom>
              <a:rect b="b" l="l" r="r" t="t"/>
              <a:pathLst>
                <a:path extrusionOk="0" h="1" w="25">
                  <a:moveTo>
                    <a:pt x="25" y="0"/>
                  </a:moveTo>
                  <a:lnTo>
                    <a:pt x="25" y="0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0" name="Google Shape;190;p19"/>
            <p:cNvSpPr/>
            <p:nvPr/>
          </p:nvSpPr>
          <p:spPr>
            <a:xfrm>
              <a:off x="10836275" y="1529246"/>
              <a:ext cx="19050" cy="1231"/>
            </a:xfrm>
            <a:custGeom>
              <a:rect b="b" l="l" r="r" t="t"/>
              <a:pathLst>
                <a:path extrusionOk="0" h="1" w="20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1" name="Google Shape;191;p19"/>
            <p:cNvSpPr/>
            <p:nvPr/>
          </p:nvSpPr>
          <p:spPr>
            <a:xfrm>
              <a:off x="10787063" y="1530477"/>
              <a:ext cx="30162" cy="1231"/>
            </a:xfrm>
            <a:custGeom>
              <a:rect b="b" l="l" r="r" t="t"/>
              <a:pathLst>
                <a:path extrusionOk="0" h="1" w="3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2" name="Google Shape;192;p19"/>
            <p:cNvSpPr/>
            <p:nvPr/>
          </p:nvSpPr>
          <p:spPr>
            <a:xfrm>
              <a:off x="4092575" y="1552634"/>
              <a:ext cx="20637" cy="2462"/>
            </a:xfrm>
            <a:custGeom>
              <a:rect b="b" l="l" r="r" t="t"/>
              <a:pathLst>
                <a:path extrusionOk="0" h="2" w="23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3" name="Google Shape;193;p19"/>
            <p:cNvSpPr/>
            <p:nvPr/>
          </p:nvSpPr>
          <p:spPr>
            <a:xfrm>
              <a:off x="8528050" y="1567405"/>
              <a:ext cx="3175" cy="1231"/>
            </a:xfrm>
            <a:custGeom>
              <a:rect b="b" l="l" r="r" t="t"/>
              <a:pathLst>
                <a:path extrusionOk="0" h="1" w="3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4" name="Google Shape;194;p19"/>
            <p:cNvSpPr/>
            <p:nvPr/>
          </p:nvSpPr>
          <p:spPr>
            <a:xfrm>
              <a:off x="8461375" y="1556326"/>
              <a:ext cx="66675" cy="14771"/>
            </a:xfrm>
            <a:custGeom>
              <a:rect b="b" l="l" r="r" t="t"/>
              <a:pathLst>
                <a:path extrusionOk="0" h="17" w="69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5" name="Google Shape;195;p19"/>
            <p:cNvSpPr/>
            <p:nvPr/>
          </p:nvSpPr>
          <p:spPr>
            <a:xfrm>
              <a:off x="1562100" y="1514475"/>
              <a:ext cx="9563100" cy="64008"/>
            </a:xfrm>
            <a:custGeom>
              <a:rect b="b" l="l" r="r" t="t"/>
              <a:pathLst>
                <a:path extrusionOk="0" h="75" w="10030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6" name="Google Shape;196;p19"/>
            <p:cNvSpPr/>
            <p:nvPr/>
          </p:nvSpPr>
          <p:spPr>
            <a:xfrm>
              <a:off x="7508875" y="1560020"/>
              <a:ext cx="11112" cy="3693"/>
            </a:xfrm>
            <a:custGeom>
              <a:rect b="b" l="l" r="r" t="t"/>
              <a:pathLst>
                <a:path extrusionOk="0" h="3" w="12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7" name="Google Shape;197;p19"/>
            <p:cNvSpPr/>
            <p:nvPr/>
          </p:nvSpPr>
          <p:spPr>
            <a:xfrm>
              <a:off x="5434013" y="1567405"/>
              <a:ext cx="4762" cy="1231"/>
            </a:xfrm>
            <a:custGeom>
              <a:rect b="b" l="l" r="r" t="t"/>
              <a:pathLst>
                <a:path extrusionOk="0" h="1" w="5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8" name="Google Shape;198;p19"/>
            <p:cNvSpPr/>
            <p:nvPr/>
          </p:nvSpPr>
          <p:spPr>
            <a:xfrm>
              <a:off x="9672638" y="1567405"/>
              <a:ext cx="25400" cy="2462"/>
            </a:xfrm>
            <a:custGeom>
              <a:rect b="b" l="l" r="r" t="t"/>
              <a:pathLst>
                <a:path extrusionOk="0" h="3" w="27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9" name="Google Shape;199;p19"/>
            <p:cNvSpPr/>
            <p:nvPr/>
          </p:nvSpPr>
          <p:spPr>
            <a:xfrm>
              <a:off x="10966450" y="1529246"/>
              <a:ext cx="39687" cy="2462"/>
            </a:xfrm>
            <a:custGeom>
              <a:rect b="b" l="l" r="r" t="t"/>
              <a:pathLst>
                <a:path extrusionOk="0" h="3" w="42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0" name="Google Shape;200;p19"/>
            <p:cNvSpPr/>
            <p:nvPr/>
          </p:nvSpPr>
          <p:spPr>
            <a:xfrm>
              <a:off x="11329988" y="1552634"/>
              <a:ext cx="44450" cy="2462"/>
            </a:xfrm>
            <a:custGeom>
              <a:rect b="b" l="l" r="r" t="t"/>
              <a:pathLst>
                <a:path extrusionOk="0" h="3" w="46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1" name="Google Shape;201;p19"/>
            <p:cNvSpPr/>
            <p:nvPr/>
          </p:nvSpPr>
          <p:spPr>
            <a:xfrm>
              <a:off x="11042650" y="1540325"/>
              <a:ext cx="60325" cy="6155"/>
            </a:xfrm>
            <a:custGeom>
              <a:rect b="b" l="l" r="r" t="t"/>
              <a:pathLst>
                <a:path extrusionOk="0" h="7" w="63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2" name="Google Shape;202;p19"/>
            <p:cNvSpPr/>
            <p:nvPr/>
          </p:nvSpPr>
          <p:spPr>
            <a:xfrm>
              <a:off x="11106150" y="1542787"/>
              <a:ext cx="28575" cy="1231"/>
            </a:xfrm>
            <a:custGeom>
              <a:rect b="b" l="l" r="r" t="t"/>
              <a:pathLst>
                <a:path extrusionOk="0" h="2" w="31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3" name="Google Shape;203;p19"/>
            <p:cNvSpPr/>
            <p:nvPr/>
          </p:nvSpPr>
          <p:spPr>
            <a:xfrm>
              <a:off x="10679113" y="1525554"/>
              <a:ext cx="103187" cy="9847"/>
            </a:xfrm>
            <a:custGeom>
              <a:rect b="b" l="l" r="r" t="t"/>
              <a:pathLst>
                <a:path extrusionOk="0" h="12" w="109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4" name="Google Shape;204;p19"/>
            <p:cNvSpPr/>
            <p:nvPr/>
          </p:nvSpPr>
          <p:spPr>
            <a:xfrm>
              <a:off x="11039475" y="1550172"/>
              <a:ext cx="26987" cy="4924"/>
            </a:xfrm>
            <a:custGeom>
              <a:rect b="b" l="l" r="r" t="t"/>
              <a:pathLst>
                <a:path extrusionOk="0" h="5" w="27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5" name="Google Shape;205;p19"/>
            <p:cNvSpPr/>
            <p:nvPr/>
          </p:nvSpPr>
          <p:spPr>
            <a:xfrm>
              <a:off x="10841038" y="1548941"/>
              <a:ext cx="58737" cy="2462"/>
            </a:xfrm>
            <a:custGeom>
              <a:rect b="b" l="l" r="r" t="t"/>
              <a:pathLst>
                <a:path extrusionOk="0" h="3" w="61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6" name="Google Shape;206;p19"/>
            <p:cNvSpPr/>
            <p:nvPr/>
          </p:nvSpPr>
          <p:spPr>
            <a:xfrm>
              <a:off x="10899775" y="1550172"/>
              <a:ext cx="36512" cy="1231"/>
            </a:xfrm>
            <a:custGeom>
              <a:rect b="b" l="l" r="r" t="t"/>
              <a:pathLst>
                <a:path extrusionOk="0" h="1" w="38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7" name="Google Shape;207;p19"/>
            <p:cNvSpPr/>
            <p:nvPr/>
          </p:nvSpPr>
          <p:spPr>
            <a:xfrm>
              <a:off x="10958513" y="1555096"/>
              <a:ext cx="46037" cy="0"/>
            </a:xfrm>
            <a:custGeom>
              <a:rect b="b" l="l" r="r" t="t"/>
              <a:pathLst>
                <a:path extrusionOk="0" h="1" w="47">
                  <a:moveTo>
                    <a:pt x="47" y="0"/>
                  </a:moveTo>
                  <a:lnTo>
                    <a:pt x="47" y="0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8" name="Google Shape;208;p19"/>
            <p:cNvSpPr/>
            <p:nvPr/>
          </p:nvSpPr>
          <p:spPr>
            <a:xfrm>
              <a:off x="10304463" y="1548941"/>
              <a:ext cx="61912" cy="3693"/>
            </a:xfrm>
            <a:custGeom>
              <a:rect b="b" l="l" r="r" t="t"/>
              <a:pathLst>
                <a:path extrusionOk="0" h="4" w="65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9" name="Google Shape;209;p19"/>
            <p:cNvSpPr/>
            <p:nvPr/>
          </p:nvSpPr>
          <p:spPr>
            <a:xfrm>
              <a:off x="10483850" y="1557558"/>
              <a:ext cx="23812" cy="6155"/>
            </a:xfrm>
            <a:custGeom>
              <a:rect b="b" l="l" r="r" t="t"/>
              <a:pathLst>
                <a:path extrusionOk="0" h="7" w="25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0" name="Google Shape;210;p19"/>
            <p:cNvSpPr/>
            <p:nvPr/>
          </p:nvSpPr>
          <p:spPr>
            <a:xfrm>
              <a:off x="10291763" y="1563712"/>
              <a:ext cx="117475" cy="2462"/>
            </a:xfrm>
            <a:custGeom>
              <a:rect b="b" l="l" r="r" t="t"/>
              <a:pathLst>
                <a:path extrusionOk="0" h="4" w="123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1" name="Google Shape;211;p19"/>
            <p:cNvSpPr/>
            <p:nvPr/>
          </p:nvSpPr>
          <p:spPr>
            <a:xfrm>
              <a:off x="9621838" y="1546479"/>
              <a:ext cx="11112" cy="8617"/>
            </a:xfrm>
            <a:custGeom>
              <a:rect b="b" l="l" r="r" t="t"/>
              <a:pathLst>
                <a:path extrusionOk="0" h="10" w="13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2" name="Google Shape;212;p19"/>
            <p:cNvSpPr/>
            <p:nvPr/>
          </p:nvSpPr>
          <p:spPr>
            <a:xfrm>
              <a:off x="8951913" y="1568636"/>
              <a:ext cx="96837" cy="8617"/>
            </a:xfrm>
            <a:custGeom>
              <a:rect b="b" l="l" r="r" t="t"/>
              <a:pathLst>
                <a:path extrusionOk="0" h="10" w="101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3" name="Google Shape;213;p19"/>
            <p:cNvSpPr/>
            <p:nvPr/>
          </p:nvSpPr>
          <p:spPr>
            <a:xfrm>
              <a:off x="9005888" y="1566174"/>
              <a:ext cx="17462" cy="2462"/>
            </a:xfrm>
            <a:custGeom>
              <a:rect b="b" l="l" r="r" t="t"/>
              <a:pathLst>
                <a:path extrusionOk="0" h="2" w="19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4" name="Google Shape;214;p19"/>
            <p:cNvSpPr/>
            <p:nvPr/>
          </p:nvSpPr>
          <p:spPr>
            <a:xfrm>
              <a:off x="1587500" y="1516937"/>
              <a:ext cx="38100" cy="3693"/>
            </a:xfrm>
            <a:custGeom>
              <a:rect b="b" l="l" r="r" t="t"/>
              <a:pathLst>
                <a:path extrusionOk="0" h="4" w="39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5" name="Google Shape;215;p19"/>
            <p:cNvSpPr/>
            <p:nvPr/>
          </p:nvSpPr>
          <p:spPr>
            <a:xfrm>
              <a:off x="1522413" y="1519399"/>
              <a:ext cx="30162" cy="4924"/>
            </a:xfrm>
            <a:custGeom>
              <a:rect b="b" l="l" r="r" t="t"/>
              <a:pathLst>
                <a:path extrusionOk="0" h="6" w="32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6" name="Google Shape;216;p19"/>
            <p:cNvSpPr/>
            <p:nvPr/>
          </p:nvSpPr>
          <p:spPr>
            <a:xfrm>
              <a:off x="6650038" y="1573559"/>
              <a:ext cx="33337" cy="3693"/>
            </a:xfrm>
            <a:custGeom>
              <a:rect b="b" l="l" r="r" t="t"/>
              <a:pathLst>
                <a:path extrusionOk="0" h="4" w="3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7" name="Google Shape;217;p19"/>
            <p:cNvSpPr/>
            <p:nvPr/>
          </p:nvSpPr>
          <p:spPr>
            <a:xfrm>
              <a:off x="6162675" y="1566174"/>
              <a:ext cx="15875" cy="4924"/>
            </a:xfrm>
            <a:custGeom>
              <a:rect b="b" l="l" r="r" t="t"/>
              <a:pathLst>
                <a:path extrusionOk="0" h="6" w="17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8" name="Google Shape;218;p19"/>
            <p:cNvSpPr/>
            <p:nvPr/>
          </p:nvSpPr>
          <p:spPr>
            <a:xfrm>
              <a:off x="5738813" y="1571097"/>
              <a:ext cx="60325" cy="6155"/>
            </a:xfrm>
            <a:custGeom>
              <a:rect b="b" l="l" r="r" t="t"/>
              <a:pathLst>
                <a:path extrusionOk="0" h="8" w="63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219" name="Google Shape;219;p19"/>
          <p:cNvSpPr txBox="1"/>
          <p:nvPr>
            <p:ph idx="1" type="body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/>
            </a:lvl1pPr>
            <a:lvl2pPr indent="-355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/>
            </a:lvl3pPr>
            <a:lvl4pPr indent="-3302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/>
            </a:lvl4pPr>
            <a:lvl5pPr indent="-3302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/>
            </a:lvl5pPr>
            <a:lvl6pPr indent="-3302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/>
            </a:lvl6pPr>
            <a:lvl7pPr indent="-3302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/>
            </a:lvl7pPr>
            <a:lvl8pPr indent="-3302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/>
            </a:lvl8pPr>
            <a:lvl9pPr indent="-3302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/>
            </a:lvl9pPr>
          </a:lstStyle>
          <a:p/>
        </p:txBody>
      </p:sp>
      <p:sp>
        <p:nvSpPr>
          <p:cNvPr id="220" name="Google Shape;220;p19"/>
          <p:cNvSpPr txBox="1"/>
          <p:nvPr>
            <p:ph idx="11" type="ftr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19"/>
          <p:cNvSpPr txBox="1"/>
          <p:nvPr>
            <p:ph idx="10" type="dt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19"/>
          <p:cNvSpPr txBox="1"/>
          <p:nvPr>
            <p:ph idx="12" type="sldNum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0"/>
          <p:cNvSpPr txBox="1"/>
          <p:nvPr>
            <p:ph idx="11" type="ftr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20"/>
          <p:cNvSpPr txBox="1"/>
          <p:nvPr>
            <p:ph idx="10" type="dt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0"/>
          <p:cNvSpPr txBox="1"/>
          <p:nvPr>
            <p:ph idx="12" type="sldNum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1"/>
          <p:cNvSpPr txBox="1"/>
          <p:nvPr>
            <p:ph type="title"/>
          </p:nvPr>
        </p:nvSpPr>
        <p:spPr>
          <a:xfrm>
            <a:off x="1522413" y="1905000"/>
            <a:ext cx="91440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onsolas"/>
              <a:buNone/>
              <a:defRPr b="0" sz="44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descr="Line graphic" id="229" name="Google Shape;229;p21"/>
          <p:cNvGrpSpPr/>
          <p:nvPr/>
        </p:nvGrpSpPr>
        <p:grpSpPr>
          <a:xfrm>
            <a:off x="1584896" y="4724400"/>
            <a:ext cx="8631936" cy="64008"/>
            <a:chOff x="-4110038" y="2703513"/>
            <a:chExt cx="17394239" cy="160336"/>
          </a:xfrm>
        </p:grpSpPr>
        <p:sp>
          <p:nvSpPr>
            <p:cNvPr id="230" name="Google Shape;230;p21"/>
            <p:cNvSpPr/>
            <p:nvPr/>
          </p:nvSpPr>
          <p:spPr>
            <a:xfrm>
              <a:off x="12815888" y="2768600"/>
              <a:ext cx="468313" cy="19050"/>
            </a:xfrm>
            <a:custGeom>
              <a:rect b="b" l="l" r="r" t="t"/>
              <a:pathLst>
                <a:path extrusionOk="0" h="8" w="244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1" name="Google Shape;231;p21"/>
            <p:cNvSpPr/>
            <p:nvPr/>
          </p:nvSpPr>
          <p:spPr>
            <a:xfrm>
              <a:off x="12380913" y="2755900"/>
              <a:ext cx="461963" cy="26987"/>
            </a:xfrm>
            <a:custGeom>
              <a:rect b="b" l="l" r="r" t="t"/>
              <a:pathLst>
                <a:path extrusionOk="0" h="12" w="241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2" name="Google Shape;232;p21"/>
            <p:cNvSpPr/>
            <p:nvPr/>
          </p:nvSpPr>
          <p:spPr>
            <a:xfrm>
              <a:off x="12814300" y="2779713"/>
              <a:ext cx="1588" cy="0"/>
            </a:xfrm>
            <a:custGeom>
              <a:rect b="b" l="l" r="r" t="t"/>
              <a:pathLst>
                <a:path extrusionOk="0" h="120000"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3" name="Google Shape;233;p21"/>
            <p:cNvSpPr/>
            <p:nvPr/>
          </p:nvSpPr>
          <p:spPr>
            <a:xfrm>
              <a:off x="2738437" y="2795588"/>
              <a:ext cx="425450" cy="15875"/>
            </a:xfrm>
            <a:custGeom>
              <a:rect b="b" l="l" r="r" t="t"/>
              <a:pathLst>
                <a:path extrusionOk="0" h="7" w="222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4" name="Google Shape;234;p21"/>
            <p:cNvSpPr/>
            <p:nvPr/>
          </p:nvSpPr>
          <p:spPr>
            <a:xfrm>
              <a:off x="-3646488" y="2800350"/>
              <a:ext cx="46038" cy="3175"/>
            </a:xfrm>
            <a:custGeom>
              <a:rect b="b" l="l" r="r" t="t"/>
              <a:pathLst>
                <a:path extrusionOk="0" h="1" w="24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5" name="Google Shape;235;p21"/>
            <p:cNvSpPr/>
            <p:nvPr/>
          </p:nvSpPr>
          <p:spPr>
            <a:xfrm>
              <a:off x="2627312" y="2816225"/>
              <a:ext cx="63500" cy="4762"/>
            </a:xfrm>
            <a:custGeom>
              <a:rect b="b" l="l" r="r" t="t"/>
              <a:pathLst>
                <a:path extrusionOk="0" h="2" w="33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6" name="Google Shape;236;p21"/>
            <p:cNvSpPr/>
            <p:nvPr/>
          </p:nvSpPr>
          <p:spPr>
            <a:xfrm>
              <a:off x="3103562" y="2741613"/>
              <a:ext cx="28575" cy="3175"/>
            </a:xfrm>
            <a:custGeom>
              <a:rect b="b" l="l" r="r" t="t"/>
              <a:pathLst>
                <a:path extrusionOk="0" h="1" w="15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7" name="Google Shape;237;p21"/>
            <p:cNvSpPr/>
            <p:nvPr/>
          </p:nvSpPr>
          <p:spPr>
            <a:xfrm>
              <a:off x="1227137" y="2836863"/>
              <a:ext cx="20638" cy="0"/>
            </a:xfrm>
            <a:custGeom>
              <a:rect b="b" l="l" r="r" t="t"/>
              <a:pathLst>
                <a:path extrusionOk="0" h="120000"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8" name="Google Shape;238;p21"/>
            <p:cNvSpPr/>
            <p:nvPr/>
          </p:nvSpPr>
          <p:spPr>
            <a:xfrm>
              <a:off x="3660775" y="2713038"/>
              <a:ext cx="331788" cy="20637"/>
            </a:xfrm>
            <a:custGeom>
              <a:rect b="b" l="l" r="r" t="t"/>
              <a:pathLst>
                <a:path extrusionOk="0" h="9" w="173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9" name="Google Shape;239;p21"/>
            <p:cNvSpPr/>
            <p:nvPr/>
          </p:nvSpPr>
          <p:spPr>
            <a:xfrm>
              <a:off x="-1674813" y="2768600"/>
              <a:ext cx="1588" cy="0"/>
            </a:xfrm>
            <a:custGeom>
              <a:rect b="b" l="l" r="r" t="t"/>
              <a:pathLst>
                <a:path extrusionOk="0" h="120000"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0" name="Google Shape;240;p21"/>
            <p:cNvSpPr/>
            <p:nvPr/>
          </p:nvSpPr>
          <p:spPr>
            <a:xfrm>
              <a:off x="-1673225" y="2767013"/>
              <a:ext cx="36513" cy="1587"/>
            </a:xfrm>
            <a:custGeom>
              <a:rect b="b" l="l" r="r" t="t"/>
              <a:pathLst>
                <a:path extrusionOk="0" h="1" w="19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1" name="Google Shape;241;p21"/>
            <p:cNvSpPr/>
            <p:nvPr/>
          </p:nvSpPr>
          <p:spPr>
            <a:xfrm>
              <a:off x="2690812" y="2811463"/>
              <a:ext cx="47625" cy="4762"/>
            </a:xfrm>
            <a:custGeom>
              <a:rect b="b" l="l" r="r" t="t"/>
              <a:pathLst>
                <a:path extrusionOk="0" h="2" w="25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2" name="Google Shape;242;p21"/>
            <p:cNvSpPr/>
            <p:nvPr/>
          </p:nvSpPr>
          <p:spPr>
            <a:xfrm>
              <a:off x="2822575" y="2794000"/>
              <a:ext cx="163513" cy="4762"/>
            </a:xfrm>
            <a:custGeom>
              <a:rect b="b" l="l" r="r" t="t"/>
              <a:pathLst>
                <a:path extrusionOk="0" h="2" w="85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3" name="Google Shape;243;p21"/>
            <p:cNvSpPr/>
            <p:nvPr/>
          </p:nvSpPr>
          <p:spPr>
            <a:xfrm>
              <a:off x="715962" y="2809875"/>
              <a:ext cx="1911350" cy="50800"/>
            </a:xfrm>
            <a:custGeom>
              <a:rect b="b" l="l" r="r" t="t"/>
              <a:pathLst>
                <a:path extrusionOk="0" h="23" w="996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4" name="Google Shape;244;p21"/>
            <p:cNvSpPr/>
            <p:nvPr/>
          </p:nvSpPr>
          <p:spPr>
            <a:xfrm>
              <a:off x="1995487" y="2822575"/>
              <a:ext cx="20638" cy="0"/>
            </a:xfrm>
            <a:custGeom>
              <a:rect b="b" l="l" r="r" t="t"/>
              <a:pathLst>
                <a:path extrusionOk="0" h="120000"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5" name="Google Shape;245;p21"/>
            <p:cNvSpPr/>
            <p:nvPr/>
          </p:nvSpPr>
          <p:spPr>
            <a:xfrm>
              <a:off x="1630362" y="2830513"/>
              <a:ext cx="22225" cy="0"/>
            </a:xfrm>
            <a:custGeom>
              <a:rect b="b" l="l" r="r" t="t"/>
              <a:pathLst>
                <a:path extrusionOk="0" h="120000"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6" name="Google Shape;246;p21"/>
            <p:cNvSpPr/>
            <p:nvPr/>
          </p:nvSpPr>
          <p:spPr>
            <a:xfrm>
              <a:off x="2651125" y="2798763"/>
              <a:ext cx="46038" cy="1587"/>
            </a:xfrm>
            <a:custGeom>
              <a:rect b="b" l="l" r="r" t="t"/>
              <a:pathLst>
                <a:path extrusionOk="0" h="1" w="24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7" name="Google Shape;247;p21"/>
            <p:cNvSpPr/>
            <p:nvPr/>
          </p:nvSpPr>
          <p:spPr>
            <a:xfrm>
              <a:off x="2698750" y="2809875"/>
              <a:ext cx="19050" cy="1587"/>
            </a:xfrm>
            <a:custGeom>
              <a:rect b="b" l="l" r="r" t="t"/>
              <a:pathLst>
                <a:path extrusionOk="0" h="1" w="10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8" name="Google Shape;248;p21"/>
            <p:cNvSpPr/>
            <p:nvPr/>
          </p:nvSpPr>
          <p:spPr>
            <a:xfrm>
              <a:off x="469900" y="2800350"/>
              <a:ext cx="23813" cy="3175"/>
            </a:xfrm>
            <a:custGeom>
              <a:rect b="b" l="l" r="r" t="t"/>
              <a:pathLst>
                <a:path extrusionOk="0" h="1" w="13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9" name="Google Shape;249;p21"/>
            <p:cNvSpPr/>
            <p:nvPr/>
          </p:nvSpPr>
          <p:spPr>
            <a:xfrm>
              <a:off x="998537" y="2811463"/>
              <a:ext cx="1076325" cy="20637"/>
            </a:xfrm>
            <a:custGeom>
              <a:rect b="b" l="l" r="r" t="t"/>
              <a:pathLst>
                <a:path extrusionOk="0" h="9" w="561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0" name="Google Shape;250;p21"/>
            <p:cNvSpPr/>
            <p:nvPr/>
          </p:nvSpPr>
          <p:spPr>
            <a:xfrm>
              <a:off x="2495550" y="2803525"/>
              <a:ext cx="17463" cy="0"/>
            </a:xfrm>
            <a:custGeom>
              <a:rect b="b" l="l" r="r" t="t"/>
              <a:pathLst>
                <a:path extrusionOk="0" h="120000"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1" name="Google Shape;251;p21"/>
            <p:cNvSpPr/>
            <p:nvPr/>
          </p:nvSpPr>
          <p:spPr>
            <a:xfrm>
              <a:off x="2538412" y="2816225"/>
              <a:ext cx="1057275" cy="31750"/>
            </a:xfrm>
            <a:custGeom>
              <a:rect b="b" l="l" r="r" t="t"/>
              <a:pathLst>
                <a:path extrusionOk="0" h="14" w="551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2" name="Google Shape;252;p21"/>
            <p:cNvSpPr/>
            <p:nvPr/>
          </p:nvSpPr>
          <p:spPr>
            <a:xfrm>
              <a:off x="11777663" y="2757488"/>
              <a:ext cx="19050" cy="3175"/>
            </a:xfrm>
            <a:custGeom>
              <a:rect b="b" l="l" r="r" t="t"/>
              <a:pathLst>
                <a:path extrusionOk="0" h="1" w="10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3" name="Google Shape;253;p21"/>
            <p:cNvSpPr/>
            <p:nvPr/>
          </p:nvSpPr>
          <p:spPr>
            <a:xfrm>
              <a:off x="5983288" y="2741613"/>
              <a:ext cx="38100" cy="0"/>
            </a:xfrm>
            <a:custGeom>
              <a:rect b="b" l="l" r="r" t="t"/>
              <a:pathLst>
                <a:path extrusionOk="0" h="120000"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4" name="Google Shape;254;p21"/>
            <p:cNvSpPr/>
            <p:nvPr/>
          </p:nvSpPr>
          <p:spPr>
            <a:xfrm>
              <a:off x="6832600" y="2713038"/>
              <a:ext cx="53975" cy="1587"/>
            </a:xfrm>
            <a:custGeom>
              <a:rect b="b" l="l" r="r" t="t"/>
              <a:pathLst>
                <a:path extrusionOk="0" h="1" w="28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5" name="Google Shape;255;p21"/>
            <p:cNvSpPr/>
            <p:nvPr/>
          </p:nvSpPr>
          <p:spPr>
            <a:xfrm>
              <a:off x="11317288" y="2755900"/>
              <a:ext cx="9525" cy="0"/>
            </a:xfrm>
            <a:custGeom>
              <a:rect b="b" l="l" r="r" t="t"/>
              <a:pathLst>
                <a:path extrusionOk="0" h="120000"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6" name="Google Shape;256;p21"/>
            <p:cNvSpPr/>
            <p:nvPr/>
          </p:nvSpPr>
          <p:spPr>
            <a:xfrm>
              <a:off x="8534400" y="2735263"/>
              <a:ext cx="30163" cy="0"/>
            </a:xfrm>
            <a:custGeom>
              <a:rect b="b" l="l" r="r" t="t"/>
              <a:pathLst>
                <a:path extrusionOk="0" h="120000"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7" name="Google Shape;257;p21"/>
            <p:cNvSpPr/>
            <p:nvPr/>
          </p:nvSpPr>
          <p:spPr>
            <a:xfrm>
              <a:off x="6821488" y="2714625"/>
              <a:ext cx="9525" cy="0"/>
            </a:xfrm>
            <a:custGeom>
              <a:rect b="b" l="l" r="r" t="t"/>
              <a:pathLst>
                <a:path extrusionOk="0" h="120000"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8" name="Google Shape;258;p21"/>
            <p:cNvSpPr/>
            <p:nvPr/>
          </p:nvSpPr>
          <p:spPr>
            <a:xfrm>
              <a:off x="5583238" y="2719388"/>
              <a:ext cx="25400" cy="0"/>
            </a:xfrm>
            <a:custGeom>
              <a:rect b="b" l="l" r="r" t="t"/>
              <a:pathLst>
                <a:path extrusionOk="0" h="120000"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9" name="Google Shape;259;p21"/>
            <p:cNvSpPr/>
            <p:nvPr/>
          </p:nvSpPr>
          <p:spPr>
            <a:xfrm>
              <a:off x="5638800" y="2740025"/>
              <a:ext cx="23813" cy="1587"/>
            </a:xfrm>
            <a:custGeom>
              <a:rect b="b" l="l" r="r" t="t"/>
              <a:pathLst>
                <a:path extrusionOk="0" h="1" w="12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0" name="Google Shape;260;p21"/>
            <p:cNvSpPr/>
            <p:nvPr/>
          </p:nvSpPr>
          <p:spPr>
            <a:xfrm>
              <a:off x="4303712" y="2728913"/>
              <a:ext cx="50800" cy="0"/>
            </a:xfrm>
            <a:custGeom>
              <a:rect b="b" l="l" r="r" t="t"/>
              <a:pathLst>
                <a:path extrusionOk="0" h="120000"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1" name="Google Shape;261;p21"/>
            <p:cNvSpPr/>
            <p:nvPr/>
          </p:nvSpPr>
          <p:spPr>
            <a:xfrm>
              <a:off x="5519738" y="2735263"/>
              <a:ext cx="9525" cy="3175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2" name="Google Shape;262;p21"/>
            <p:cNvSpPr/>
            <p:nvPr/>
          </p:nvSpPr>
          <p:spPr>
            <a:xfrm>
              <a:off x="12096750" y="2784475"/>
              <a:ext cx="6350" cy="0"/>
            </a:xfrm>
            <a:custGeom>
              <a:rect b="b" l="l" r="r" t="t"/>
              <a:pathLst>
                <a:path extrusionOk="0" h="120000"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3" name="Google Shape;263;p21"/>
            <p:cNvSpPr/>
            <p:nvPr/>
          </p:nvSpPr>
          <p:spPr>
            <a:xfrm>
              <a:off x="12225338" y="2773363"/>
              <a:ext cx="46038" cy="0"/>
            </a:xfrm>
            <a:custGeom>
              <a:rect b="b" l="l" r="r" t="t"/>
              <a:pathLst>
                <a:path extrusionOk="0" h="120000"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4" name="Google Shape;264;p21"/>
            <p:cNvSpPr/>
            <p:nvPr/>
          </p:nvSpPr>
          <p:spPr>
            <a:xfrm>
              <a:off x="9274175" y="2746375"/>
              <a:ext cx="55563" cy="4762"/>
            </a:xfrm>
            <a:custGeom>
              <a:rect b="b" l="l" r="r" t="t"/>
              <a:pathLst>
                <a:path extrusionOk="0" h="2" w="29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5" name="Google Shape;265;p21"/>
            <p:cNvSpPr/>
            <p:nvPr/>
          </p:nvSpPr>
          <p:spPr>
            <a:xfrm>
              <a:off x="11847513" y="2827338"/>
              <a:ext cx="34925" cy="3175"/>
            </a:xfrm>
            <a:custGeom>
              <a:rect b="b" l="l" r="r" t="t"/>
              <a:pathLst>
                <a:path extrusionOk="0" h="1" w="18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6" name="Google Shape;266;p21"/>
            <p:cNvSpPr/>
            <p:nvPr/>
          </p:nvSpPr>
          <p:spPr>
            <a:xfrm>
              <a:off x="11882438" y="2825750"/>
              <a:ext cx="25400" cy="1587"/>
            </a:xfrm>
            <a:custGeom>
              <a:rect b="b" l="l" r="r" t="t"/>
              <a:pathLst>
                <a:path extrusionOk="0" h="1" w="14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7" name="Google Shape;267;p21"/>
            <p:cNvSpPr/>
            <p:nvPr/>
          </p:nvSpPr>
          <p:spPr>
            <a:xfrm>
              <a:off x="8915400" y="2809875"/>
              <a:ext cx="15875" cy="1587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8" name="Google Shape;268;p21"/>
            <p:cNvSpPr/>
            <p:nvPr/>
          </p:nvSpPr>
          <p:spPr>
            <a:xfrm>
              <a:off x="12109450" y="2752725"/>
              <a:ext cx="454025" cy="23812"/>
            </a:xfrm>
            <a:custGeom>
              <a:rect b="b" l="l" r="r" t="t"/>
              <a:pathLst>
                <a:path extrusionOk="0" h="10" w="236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9" name="Google Shape;269;p21"/>
            <p:cNvSpPr/>
            <p:nvPr/>
          </p:nvSpPr>
          <p:spPr>
            <a:xfrm>
              <a:off x="12182475" y="2816225"/>
              <a:ext cx="9525" cy="0"/>
            </a:xfrm>
            <a:custGeom>
              <a:rect b="b" l="l" r="r" t="t"/>
              <a:pathLst>
                <a:path extrusionOk="0" h="120000"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0" name="Google Shape;270;p21"/>
            <p:cNvSpPr/>
            <p:nvPr/>
          </p:nvSpPr>
          <p:spPr>
            <a:xfrm>
              <a:off x="4348162" y="2827338"/>
              <a:ext cx="17463" cy="3175"/>
            </a:xfrm>
            <a:custGeom>
              <a:rect b="b" l="l" r="r" t="t"/>
              <a:pathLst>
                <a:path extrusionOk="0" h="1" w="9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1" name="Google Shape;271;p21"/>
            <p:cNvSpPr/>
            <p:nvPr/>
          </p:nvSpPr>
          <p:spPr>
            <a:xfrm>
              <a:off x="12071350" y="2790825"/>
              <a:ext cx="0" cy="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2" name="Google Shape;272;p21"/>
            <p:cNvSpPr/>
            <p:nvPr/>
          </p:nvSpPr>
          <p:spPr>
            <a:xfrm>
              <a:off x="4754563" y="2827338"/>
              <a:ext cx="4763" cy="0"/>
            </a:xfrm>
            <a:custGeom>
              <a:rect b="b" l="l" r="r" t="t"/>
              <a:pathLst>
                <a:path extrusionOk="0" h="120000"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3" name="Google Shape;273;p21"/>
            <p:cNvSpPr/>
            <p:nvPr/>
          </p:nvSpPr>
          <p:spPr>
            <a:xfrm>
              <a:off x="4852988" y="2719388"/>
              <a:ext cx="9525" cy="3175"/>
            </a:xfrm>
            <a:custGeom>
              <a:rect b="b" l="l" r="r" t="t"/>
              <a:pathLst>
                <a:path extrusionOk="0" h="1" w="5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4" name="Google Shape;274;p21"/>
            <p:cNvSpPr/>
            <p:nvPr/>
          </p:nvSpPr>
          <p:spPr>
            <a:xfrm>
              <a:off x="4759325" y="2827338"/>
              <a:ext cx="0" cy="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5" name="Google Shape;275;p21"/>
            <p:cNvSpPr/>
            <p:nvPr/>
          </p:nvSpPr>
          <p:spPr>
            <a:xfrm>
              <a:off x="6654800" y="2805113"/>
              <a:ext cx="19050" cy="1587"/>
            </a:xfrm>
            <a:custGeom>
              <a:rect b="b" l="l" r="r" t="t"/>
              <a:pathLst>
                <a:path extrusionOk="0" h="1" w="10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6" name="Google Shape;276;p21"/>
            <p:cNvSpPr/>
            <p:nvPr/>
          </p:nvSpPr>
          <p:spPr>
            <a:xfrm>
              <a:off x="6289675" y="2798763"/>
              <a:ext cx="6350" cy="0"/>
            </a:xfrm>
            <a:custGeom>
              <a:rect b="b" l="l" r="r" t="t"/>
              <a:pathLst>
                <a:path extrusionOk="0" h="120000"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7" name="Google Shape;277;p21"/>
            <p:cNvSpPr/>
            <p:nvPr/>
          </p:nvSpPr>
          <p:spPr>
            <a:xfrm>
              <a:off x="9140825" y="2725738"/>
              <a:ext cx="44450" cy="0"/>
            </a:xfrm>
            <a:custGeom>
              <a:rect b="b" l="l" r="r" t="t"/>
              <a:pathLst>
                <a:path extrusionOk="0" h="120000"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8" name="Google Shape;278;p21"/>
            <p:cNvSpPr/>
            <p:nvPr/>
          </p:nvSpPr>
          <p:spPr>
            <a:xfrm>
              <a:off x="4737100" y="2827338"/>
              <a:ext cx="17463" cy="3175"/>
            </a:xfrm>
            <a:custGeom>
              <a:rect b="b" l="l" r="r" t="t"/>
              <a:pathLst>
                <a:path extrusionOk="0" h="1" w="9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9" name="Google Shape;279;p21"/>
            <p:cNvSpPr/>
            <p:nvPr/>
          </p:nvSpPr>
          <p:spPr>
            <a:xfrm>
              <a:off x="7239000" y="2779713"/>
              <a:ext cx="11113" cy="3175"/>
            </a:xfrm>
            <a:custGeom>
              <a:rect b="b" l="l" r="r" t="t"/>
              <a:pathLst>
                <a:path extrusionOk="0" h="1" w="6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0" name="Google Shape;280;p21"/>
            <p:cNvSpPr/>
            <p:nvPr/>
          </p:nvSpPr>
          <p:spPr>
            <a:xfrm>
              <a:off x="7181850" y="2773363"/>
              <a:ext cx="468313" cy="15875"/>
            </a:xfrm>
            <a:custGeom>
              <a:rect b="b" l="l" r="r" t="t"/>
              <a:pathLst>
                <a:path extrusionOk="0" h="7" w="244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1" name="Google Shape;281;p21"/>
            <p:cNvSpPr/>
            <p:nvPr/>
          </p:nvSpPr>
          <p:spPr>
            <a:xfrm>
              <a:off x="7407275" y="2787650"/>
              <a:ext cx="26988" cy="0"/>
            </a:xfrm>
            <a:custGeom>
              <a:rect b="b" l="l" r="r" t="t"/>
              <a:pathLst>
                <a:path extrusionOk="0" h="120000"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2" name="Google Shape;282;p21"/>
            <p:cNvSpPr/>
            <p:nvPr/>
          </p:nvSpPr>
          <p:spPr>
            <a:xfrm>
              <a:off x="8123238" y="2794000"/>
              <a:ext cx="31750" cy="1587"/>
            </a:xfrm>
            <a:custGeom>
              <a:rect b="b" l="l" r="r" t="t"/>
              <a:pathLst>
                <a:path extrusionOk="0" h="1" w="16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3" name="Google Shape;283;p21"/>
            <p:cNvSpPr/>
            <p:nvPr/>
          </p:nvSpPr>
          <p:spPr>
            <a:xfrm>
              <a:off x="3070225" y="2794000"/>
              <a:ext cx="101600" cy="4762"/>
            </a:xfrm>
            <a:custGeom>
              <a:rect b="b" l="l" r="r" t="t"/>
              <a:pathLst>
                <a:path extrusionOk="0" h="2" w="53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4" name="Google Shape;284;p21"/>
            <p:cNvSpPr/>
            <p:nvPr/>
          </p:nvSpPr>
          <p:spPr>
            <a:xfrm>
              <a:off x="9963150" y="2778125"/>
              <a:ext cx="41275" cy="0"/>
            </a:xfrm>
            <a:custGeom>
              <a:rect b="b" l="l" r="r" t="t"/>
              <a:pathLst>
                <a:path extrusionOk="0" h="120000"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5" name="Google Shape;285;p21"/>
            <p:cNvSpPr/>
            <p:nvPr/>
          </p:nvSpPr>
          <p:spPr>
            <a:xfrm>
              <a:off x="7523163" y="2773363"/>
              <a:ext cx="30163" cy="3175"/>
            </a:xfrm>
            <a:custGeom>
              <a:rect b="b" l="l" r="r" t="t"/>
              <a:pathLst>
                <a:path extrusionOk="0" h="1" w="16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6" name="Google Shape;286;p21"/>
            <p:cNvSpPr/>
            <p:nvPr/>
          </p:nvSpPr>
          <p:spPr>
            <a:xfrm>
              <a:off x="10009188" y="2787650"/>
              <a:ext cx="115888" cy="3175"/>
            </a:xfrm>
            <a:custGeom>
              <a:rect b="b" l="l" r="r" t="t"/>
              <a:pathLst>
                <a:path extrusionOk="0" h="2" w="60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7" name="Google Shape;287;p21"/>
            <p:cNvSpPr/>
            <p:nvPr/>
          </p:nvSpPr>
          <p:spPr>
            <a:xfrm>
              <a:off x="10125075" y="2789238"/>
              <a:ext cx="1588" cy="0"/>
            </a:xfrm>
            <a:custGeom>
              <a:rect b="b" l="l" r="r" t="t"/>
              <a:pathLst>
                <a:path extrusionOk="0" h="120000"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8" name="Google Shape;288;p21"/>
            <p:cNvSpPr/>
            <p:nvPr/>
          </p:nvSpPr>
          <p:spPr>
            <a:xfrm>
              <a:off x="-4110038" y="2703513"/>
              <a:ext cx="16486188" cy="134937"/>
            </a:xfrm>
            <a:custGeom>
              <a:rect b="b" l="l" r="r" t="t"/>
              <a:pathLst>
                <a:path extrusionOk="0" h="60" w="8594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9" name="Google Shape;289;p21"/>
            <p:cNvSpPr/>
            <p:nvPr/>
          </p:nvSpPr>
          <p:spPr>
            <a:xfrm>
              <a:off x="12117388" y="2779713"/>
              <a:ext cx="127000" cy="4762"/>
            </a:xfrm>
            <a:custGeom>
              <a:rect b="b" l="l" r="r" t="t"/>
              <a:pathLst>
                <a:path extrusionOk="0" h="2" w="66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0" name="Google Shape;290;p21"/>
            <p:cNvSpPr/>
            <p:nvPr/>
          </p:nvSpPr>
          <p:spPr>
            <a:xfrm>
              <a:off x="12182475" y="2787650"/>
              <a:ext cx="79375" cy="1587"/>
            </a:xfrm>
            <a:custGeom>
              <a:rect b="b" l="l" r="r" t="t"/>
              <a:pathLst>
                <a:path extrusionOk="0" h="1" w="4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1" name="Google Shape;291;p21"/>
            <p:cNvSpPr/>
            <p:nvPr/>
          </p:nvSpPr>
          <p:spPr>
            <a:xfrm>
              <a:off x="12307888" y="2809875"/>
              <a:ext cx="249238" cy="15875"/>
            </a:xfrm>
            <a:custGeom>
              <a:rect b="b" l="l" r="r" t="t"/>
              <a:pathLst>
                <a:path extrusionOk="0" h="7" w="130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2" name="Google Shape;292;p21"/>
            <p:cNvSpPr/>
            <p:nvPr/>
          </p:nvSpPr>
          <p:spPr>
            <a:xfrm>
              <a:off x="12252325" y="2825750"/>
              <a:ext cx="73025" cy="1587"/>
            </a:xfrm>
            <a:custGeom>
              <a:rect b="b" l="l" r="r" t="t"/>
              <a:pathLst>
                <a:path extrusionOk="0" h="1" w="38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3" name="Google Shape;293;p21"/>
            <p:cNvSpPr/>
            <p:nvPr/>
          </p:nvSpPr>
          <p:spPr>
            <a:xfrm>
              <a:off x="10779125" y="2733675"/>
              <a:ext cx="66675" cy="4762"/>
            </a:xfrm>
            <a:custGeom>
              <a:rect b="b" l="l" r="r" t="t"/>
              <a:pathLst>
                <a:path extrusionOk="0" h="2" w="35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4" name="Google Shape;294;p21"/>
            <p:cNvSpPr/>
            <p:nvPr/>
          </p:nvSpPr>
          <p:spPr>
            <a:xfrm>
              <a:off x="-2471738" y="2738438"/>
              <a:ext cx="496888" cy="1587"/>
            </a:xfrm>
            <a:custGeom>
              <a:rect b="b" l="l" r="r" t="t"/>
              <a:pathLst>
                <a:path extrusionOk="0" h="1" w="259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5" name="Google Shape;295;p21"/>
            <p:cNvSpPr/>
            <p:nvPr/>
          </p:nvSpPr>
          <p:spPr>
            <a:xfrm>
              <a:off x="9136063" y="2735263"/>
              <a:ext cx="387350" cy="14287"/>
            </a:xfrm>
            <a:custGeom>
              <a:rect b="b" l="l" r="r" t="t"/>
              <a:pathLst>
                <a:path extrusionOk="0" h="6" w="202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6" name="Google Shape;296;p21"/>
            <p:cNvSpPr/>
            <p:nvPr/>
          </p:nvSpPr>
          <p:spPr>
            <a:xfrm>
              <a:off x="9139238" y="2725738"/>
              <a:ext cx="142875" cy="9525"/>
            </a:xfrm>
            <a:custGeom>
              <a:rect b="b" l="l" r="r" t="t"/>
              <a:pathLst>
                <a:path extrusionOk="0" h="4" w="75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7" name="Google Shape;297;p21"/>
            <p:cNvSpPr/>
            <p:nvPr/>
          </p:nvSpPr>
          <p:spPr>
            <a:xfrm>
              <a:off x="9805988" y="2817813"/>
              <a:ext cx="39688" cy="3175"/>
            </a:xfrm>
            <a:custGeom>
              <a:rect b="b" l="l" r="r" t="t"/>
              <a:pathLst>
                <a:path extrusionOk="0" h="1" w="2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8" name="Google Shape;298;p21"/>
            <p:cNvSpPr/>
            <p:nvPr/>
          </p:nvSpPr>
          <p:spPr>
            <a:xfrm>
              <a:off x="8580438" y="2725738"/>
              <a:ext cx="66675" cy="3175"/>
            </a:xfrm>
            <a:custGeom>
              <a:rect b="b" l="l" r="r" t="t"/>
              <a:pathLst>
                <a:path extrusionOk="0" h="1" w="35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9" name="Google Shape;299;p21"/>
            <p:cNvSpPr/>
            <p:nvPr/>
          </p:nvSpPr>
          <p:spPr>
            <a:xfrm>
              <a:off x="8647113" y="2725738"/>
              <a:ext cx="15875" cy="3175"/>
            </a:xfrm>
            <a:custGeom>
              <a:rect b="b" l="l" r="r" t="t"/>
              <a:pathLst>
                <a:path extrusionOk="0" h="1" w="8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0" name="Google Shape;300;p21"/>
            <p:cNvSpPr/>
            <p:nvPr/>
          </p:nvSpPr>
          <p:spPr>
            <a:xfrm>
              <a:off x="9794875" y="2830513"/>
              <a:ext cx="90488" cy="1587"/>
            </a:xfrm>
            <a:custGeom>
              <a:rect b="b" l="l" r="r" t="t"/>
              <a:pathLst>
                <a:path extrusionOk="0" h="1" w="47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1" name="Google Shape;301;p21"/>
            <p:cNvSpPr/>
            <p:nvPr/>
          </p:nvSpPr>
          <p:spPr>
            <a:xfrm>
              <a:off x="9232900" y="2795588"/>
              <a:ext cx="84138" cy="3175"/>
            </a:xfrm>
            <a:custGeom>
              <a:rect b="b" l="l" r="r" t="t"/>
              <a:pathLst>
                <a:path extrusionOk="0" h="1" w="44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2" name="Google Shape;302;p21"/>
            <p:cNvSpPr/>
            <p:nvPr/>
          </p:nvSpPr>
          <p:spPr>
            <a:xfrm>
              <a:off x="8158163" y="2725738"/>
              <a:ext cx="71438" cy="3175"/>
            </a:xfrm>
            <a:custGeom>
              <a:rect b="b" l="l" r="r" t="t"/>
              <a:pathLst>
                <a:path extrusionOk="0" h="1" w="37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3" name="Google Shape;303;p21"/>
            <p:cNvSpPr/>
            <p:nvPr/>
          </p:nvSpPr>
          <p:spPr>
            <a:xfrm>
              <a:off x="8734425" y="2814638"/>
              <a:ext cx="144463" cy="3175"/>
            </a:xfrm>
            <a:custGeom>
              <a:rect b="b" l="l" r="r" t="t"/>
              <a:pathLst>
                <a:path extrusionOk="0" h="2" w="76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4" name="Google Shape;304;p21"/>
            <p:cNvSpPr/>
            <p:nvPr/>
          </p:nvSpPr>
          <p:spPr>
            <a:xfrm>
              <a:off x="8023225" y="2782888"/>
              <a:ext cx="26988" cy="1587"/>
            </a:xfrm>
            <a:custGeom>
              <a:rect b="b" l="l" r="r" t="t"/>
              <a:pathLst>
                <a:path extrusionOk="0" h="1" w="14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5" name="Google Shape;305;p21"/>
            <p:cNvSpPr/>
            <p:nvPr/>
          </p:nvSpPr>
          <p:spPr>
            <a:xfrm>
              <a:off x="8050213" y="2782888"/>
              <a:ext cx="77788" cy="1587"/>
            </a:xfrm>
            <a:custGeom>
              <a:rect b="b" l="l" r="r" t="t"/>
              <a:pathLst>
                <a:path extrusionOk="0" h="1" w="40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6" name="Google Shape;306;p21"/>
            <p:cNvSpPr/>
            <p:nvPr/>
          </p:nvSpPr>
          <p:spPr>
            <a:xfrm>
              <a:off x="7715250" y="2779713"/>
              <a:ext cx="90488" cy="7937"/>
            </a:xfrm>
            <a:custGeom>
              <a:rect b="b" l="l" r="r" t="t"/>
              <a:pathLst>
                <a:path extrusionOk="0" h="3" w="47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7" name="Google Shape;307;p21"/>
            <p:cNvSpPr/>
            <p:nvPr/>
          </p:nvSpPr>
          <p:spPr>
            <a:xfrm>
              <a:off x="6508750" y="2713038"/>
              <a:ext cx="247650" cy="6350"/>
            </a:xfrm>
            <a:custGeom>
              <a:rect b="b" l="l" r="r" t="t"/>
              <a:pathLst>
                <a:path extrusionOk="0" h="3" w="129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8" name="Google Shape;308;p21"/>
            <p:cNvSpPr/>
            <p:nvPr/>
          </p:nvSpPr>
          <p:spPr>
            <a:xfrm>
              <a:off x="6756400" y="2713038"/>
              <a:ext cx="33338" cy="0"/>
            </a:xfrm>
            <a:custGeom>
              <a:rect b="b" l="l" r="r" t="t"/>
              <a:pathLst>
                <a:path extrusionOk="0" h="120000"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9" name="Google Shape;309;p21"/>
            <p:cNvSpPr/>
            <p:nvPr/>
          </p:nvSpPr>
          <p:spPr>
            <a:xfrm>
              <a:off x="8047038" y="2820988"/>
              <a:ext cx="58738" cy="4762"/>
            </a:xfrm>
            <a:custGeom>
              <a:rect b="b" l="l" r="r" t="t"/>
              <a:pathLst>
                <a:path extrusionOk="0" h="2" w="31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0" name="Google Shape;310;p21"/>
            <p:cNvSpPr/>
            <p:nvPr/>
          </p:nvSpPr>
          <p:spPr>
            <a:xfrm>
              <a:off x="6348413" y="2711451"/>
              <a:ext cx="82550" cy="1587"/>
            </a:xfrm>
            <a:custGeom>
              <a:rect b="b" l="l" r="r" t="t"/>
              <a:pathLst>
                <a:path extrusionOk="0" h="1" w="43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1" name="Google Shape;311;p21"/>
            <p:cNvSpPr/>
            <p:nvPr/>
          </p:nvSpPr>
          <p:spPr>
            <a:xfrm>
              <a:off x="6734175" y="2771775"/>
              <a:ext cx="96838" cy="6350"/>
            </a:xfrm>
            <a:custGeom>
              <a:rect b="b" l="l" r="r" t="t"/>
              <a:pathLst>
                <a:path extrusionOk="0" h="3" w="50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2" name="Google Shape;312;p21"/>
            <p:cNvSpPr/>
            <p:nvPr/>
          </p:nvSpPr>
          <p:spPr>
            <a:xfrm>
              <a:off x="6091238" y="2722563"/>
              <a:ext cx="95250" cy="7937"/>
            </a:xfrm>
            <a:custGeom>
              <a:rect b="b" l="l" r="r" t="t"/>
              <a:pathLst>
                <a:path extrusionOk="0" h="4" w="49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3" name="Google Shape;313;p21"/>
            <p:cNvSpPr/>
            <p:nvPr/>
          </p:nvSpPr>
          <p:spPr>
            <a:xfrm>
              <a:off x="6559550" y="2773363"/>
              <a:ext cx="80963" cy="3175"/>
            </a:xfrm>
            <a:custGeom>
              <a:rect b="b" l="l" r="r" t="t"/>
              <a:pathLst>
                <a:path extrusionOk="0" h="1" w="42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4" name="Google Shape;314;p21"/>
            <p:cNvSpPr/>
            <p:nvPr/>
          </p:nvSpPr>
          <p:spPr>
            <a:xfrm>
              <a:off x="6640513" y="2806700"/>
              <a:ext cx="227013" cy="15875"/>
            </a:xfrm>
            <a:custGeom>
              <a:rect b="b" l="l" r="r" t="t"/>
              <a:pathLst>
                <a:path extrusionOk="0" h="7" w="118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5" name="Google Shape;315;p21"/>
            <p:cNvSpPr/>
            <p:nvPr/>
          </p:nvSpPr>
          <p:spPr>
            <a:xfrm>
              <a:off x="6661150" y="2814638"/>
              <a:ext cx="34925" cy="1587"/>
            </a:xfrm>
            <a:custGeom>
              <a:rect b="b" l="l" r="r" t="t"/>
              <a:pathLst>
                <a:path extrusionOk="0" h="1" w="18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6" name="Google Shape;316;p21"/>
            <p:cNvSpPr/>
            <p:nvPr/>
          </p:nvSpPr>
          <p:spPr>
            <a:xfrm>
              <a:off x="5661025" y="2789238"/>
              <a:ext cx="23813" cy="1587"/>
            </a:xfrm>
            <a:custGeom>
              <a:rect b="b" l="l" r="r" t="t"/>
              <a:pathLst>
                <a:path extrusionOk="0" h="1" w="13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7" name="Google Shape;317;p21"/>
            <p:cNvSpPr/>
            <p:nvPr/>
          </p:nvSpPr>
          <p:spPr>
            <a:xfrm>
              <a:off x="6162675" y="2814638"/>
              <a:ext cx="258763" cy="7937"/>
            </a:xfrm>
            <a:custGeom>
              <a:rect b="b" l="l" r="r" t="t"/>
              <a:pathLst>
                <a:path extrusionOk="0" h="4" w="135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8" name="Google Shape;318;p21"/>
            <p:cNvSpPr/>
            <p:nvPr/>
          </p:nvSpPr>
          <p:spPr>
            <a:xfrm>
              <a:off x="5019675" y="2713038"/>
              <a:ext cx="73025" cy="4762"/>
            </a:xfrm>
            <a:custGeom>
              <a:rect b="b" l="l" r="r" t="t"/>
              <a:pathLst>
                <a:path extrusionOk="0" h="2" w="38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9" name="Google Shape;319;p21"/>
            <p:cNvSpPr/>
            <p:nvPr/>
          </p:nvSpPr>
          <p:spPr>
            <a:xfrm>
              <a:off x="5021263" y="2713038"/>
              <a:ext cx="11113" cy="0"/>
            </a:xfrm>
            <a:custGeom>
              <a:rect b="b" l="l" r="r" t="t"/>
              <a:pathLst>
                <a:path extrusionOk="0" h="120000"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0" name="Google Shape;320;p21"/>
            <p:cNvSpPr/>
            <p:nvPr/>
          </p:nvSpPr>
          <p:spPr>
            <a:xfrm>
              <a:off x="5864225" y="2784475"/>
              <a:ext cx="101600" cy="4762"/>
            </a:xfrm>
            <a:custGeom>
              <a:rect b="b" l="l" r="r" t="t"/>
              <a:pathLst>
                <a:path extrusionOk="0" h="2" w="53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1" name="Google Shape;321;p21"/>
            <p:cNvSpPr/>
            <p:nvPr/>
          </p:nvSpPr>
          <p:spPr>
            <a:xfrm>
              <a:off x="4703763" y="2722563"/>
              <a:ext cx="84138" cy="1587"/>
            </a:xfrm>
            <a:custGeom>
              <a:rect b="b" l="l" r="r" t="t"/>
              <a:pathLst>
                <a:path extrusionOk="0" h="1" w="44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2" name="Google Shape;322;p21"/>
            <p:cNvSpPr/>
            <p:nvPr/>
          </p:nvSpPr>
          <p:spPr>
            <a:xfrm>
              <a:off x="4264025" y="2713038"/>
              <a:ext cx="77788" cy="4762"/>
            </a:xfrm>
            <a:custGeom>
              <a:rect b="b" l="l" r="r" t="t"/>
              <a:pathLst>
                <a:path extrusionOk="0" h="2" w="41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3" name="Google Shape;323;p21"/>
            <p:cNvSpPr/>
            <p:nvPr/>
          </p:nvSpPr>
          <p:spPr>
            <a:xfrm>
              <a:off x="4800600" y="2822575"/>
              <a:ext cx="117475" cy="7937"/>
            </a:xfrm>
            <a:custGeom>
              <a:rect b="b" l="l" r="r" t="t"/>
              <a:pathLst>
                <a:path extrusionOk="0" h="3" w="61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4" name="Google Shape;324;p21"/>
            <p:cNvSpPr/>
            <p:nvPr/>
          </p:nvSpPr>
          <p:spPr>
            <a:xfrm>
              <a:off x="187325" y="2714625"/>
              <a:ext cx="1925638" cy="31750"/>
            </a:xfrm>
            <a:custGeom>
              <a:rect b="b" l="l" r="r" t="t"/>
              <a:pathLst>
                <a:path extrusionOk="0" h="14" w="100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5" name="Google Shape;325;p21"/>
            <p:cNvSpPr/>
            <p:nvPr/>
          </p:nvSpPr>
          <p:spPr>
            <a:xfrm>
              <a:off x="1947862" y="2735263"/>
              <a:ext cx="47625" cy="0"/>
            </a:xfrm>
            <a:custGeom>
              <a:rect b="b" l="l" r="r" t="t"/>
              <a:pathLst>
                <a:path extrusionOk="0" h="120000"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6" name="Google Shape;326;p21"/>
            <p:cNvSpPr/>
            <p:nvPr/>
          </p:nvSpPr>
          <p:spPr>
            <a:xfrm>
              <a:off x="112712" y="2724150"/>
              <a:ext cx="74613" cy="0"/>
            </a:xfrm>
            <a:custGeom>
              <a:rect b="b" l="l" r="r" t="t"/>
              <a:pathLst>
                <a:path extrusionOk="0" h="120000"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7" name="Google Shape;327;p21"/>
            <p:cNvSpPr/>
            <p:nvPr/>
          </p:nvSpPr>
          <p:spPr>
            <a:xfrm>
              <a:off x="2187575" y="2717800"/>
              <a:ext cx="176213" cy="6350"/>
            </a:xfrm>
            <a:custGeom>
              <a:rect b="b" l="l" r="r" t="t"/>
              <a:pathLst>
                <a:path extrusionOk="0" h="3" w="92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8" name="Google Shape;328;p21"/>
            <p:cNvSpPr/>
            <p:nvPr/>
          </p:nvSpPr>
          <p:spPr>
            <a:xfrm>
              <a:off x="2112962" y="2714625"/>
              <a:ext cx="90488" cy="4762"/>
            </a:xfrm>
            <a:custGeom>
              <a:rect b="b" l="l" r="r" t="t"/>
              <a:pathLst>
                <a:path extrusionOk="0" h="2" w="47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9" name="Google Shape;329;p21"/>
            <p:cNvSpPr/>
            <p:nvPr/>
          </p:nvSpPr>
          <p:spPr>
            <a:xfrm>
              <a:off x="2101850" y="2811463"/>
              <a:ext cx="71438" cy="3175"/>
            </a:xfrm>
            <a:custGeom>
              <a:rect b="b" l="l" r="r" t="t"/>
              <a:pathLst>
                <a:path extrusionOk="0" h="1" w="37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0" name="Google Shape;330;p21"/>
            <p:cNvSpPr/>
            <p:nvPr/>
          </p:nvSpPr>
          <p:spPr>
            <a:xfrm>
              <a:off x="1724025" y="2805113"/>
              <a:ext cx="120650" cy="4762"/>
            </a:xfrm>
            <a:custGeom>
              <a:rect b="b" l="l" r="r" t="t"/>
              <a:pathLst>
                <a:path extrusionOk="0" h="2" w="63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1" name="Google Shape;331;p21"/>
            <p:cNvSpPr/>
            <p:nvPr/>
          </p:nvSpPr>
          <p:spPr>
            <a:xfrm>
              <a:off x="1744662" y="2833688"/>
              <a:ext cx="73025" cy="3175"/>
            </a:xfrm>
            <a:custGeom>
              <a:rect b="b" l="l" r="r" t="t"/>
              <a:pathLst>
                <a:path extrusionOk="0" h="1" w="38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2" name="Google Shape;332;p21"/>
            <p:cNvSpPr/>
            <p:nvPr/>
          </p:nvSpPr>
          <p:spPr>
            <a:xfrm>
              <a:off x="-474663" y="2741613"/>
              <a:ext cx="34925" cy="0"/>
            </a:xfrm>
            <a:custGeom>
              <a:rect b="b" l="l" r="r" t="t"/>
              <a:pathLst>
                <a:path extrusionOk="0" h="120000"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3" name="Google Shape;333;p21"/>
            <p:cNvSpPr/>
            <p:nvPr/>
          </p:nvSpPr>
          <p:spPr>
            <a:xfrm>
              <a:off x="-947738" y="2725738"/>
              <a:ext cx="1239838" cy="19050"/>
            </a:xfrm>
            <a:custGeom>
              <a:rect b="b" l="l" r="r" t="t"/>
              <a:pathLst>
                <a:path extrusionOk="0" h="8" w="647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4" name="Google Shape;334;p21"/>
            <p:cNvSpPr/>
            <p:nvPr/>
          </p:nvSpPr>
          <p:spPr>
            <a:xfrm>
              <a:off x="-1944688" y="2741613"/>
              <a:ext cx="4763" cy="0"/>
            </a:xfrm>
            <a:custGeom>
              <a:rect b="b" l="l" r="r" t="t"/>
              <a:pathLst>
                <a:path extrusionOk="0" h="120000"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5" name="Google Shape;335;p21"/>
            <p:cNvSpPr/>
            <p:nvPr/>
          </p:nvSpPr>
          <p:spPr>
            <a:xfrm>
              <a:off x="-1939925" y="2735263"/>
              <a:ext cx="173038" cy="6350"/>
            </a:xfrm>
            <a:custGeom>
              <a:rect b="b" l="l" r="r" t="t"/>
              <a:pathLst>
                <a:path extrusionOk="0" h="3" w="90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6" name="Google Shape;336;p21"/>
            <p:cNvSpPr/>
            <p:nvPr/>
          </p:nvSpPr>
          <p:spPr>
            <a:xfrm>
              <a:off x="-1773238" y="2733675"/>
              <a:ext cx="123825" cy="12700"/>
            </a:xfrm>
            <a:custGeom>
              <a:rect b="b" l="l" r="r" t="t"/>
              <a:pathLst>
                <a:path extrusionOk="0" h="6" w="65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7" name="Google Shape;337;p21"/>
            <p:cNvSpPr/>
            <p:nvPr/>
          </p:nvSpPr>
          <p:spPr>
            <a:xfrm>
              <a:off x="-1057275" y="2735263"/>
              <a:ext cx="57150" cy="3175"/>
            </a:xfrm>
            <a:custGeom>
              <a:rect b="b" l="l" r="r" t="t"/>
              <a:pathLst>
                <a:path extrusionOk="0" h="1" w="30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8" name="Google Shape;338;p21"/>
            <p:cNvSpPr/>
            <p:nvPr/>
          </p:nvSpPr>
          <p:spPr>
            <a:xfrm>
              <a:off x="-1116013" y="2738438"/>
              <a:ext cx="58738" cy="3175"/>
            </a:xfrm>
            <a:custGeom>
              <a:rect b="b" l="l" r="r" t="t"/>
              <a:pathLst>
                <a:path extrusionOk="0" h="2" w="30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9" name="Google Shape;339;p21"/>
            <p:cNvSpPr/>
            <p:nvPr/>
          </p:nvSpPr>
          <p:spPr>
            <a:xfrm>
              <a:off x="-1349375" y="2735263"/>
              <a:ext cx="84138" cy="0"/>
            </a:xfrm>
            <a:custGeom>
              <a:rect b="b" l="l" r="r" t="t"/>
              <a:pathLst>
                <a:path extrusionOk="0" h="120000"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0" name="Google Shape;340;p21"/>
            <p:cNvSpPr/>
            <p:nvPr/>
          </p:nvSpPr>
          <p:spPr>
            <a:xfrm>
              <a:off x="-1265238" y="2735263"/>
              <a:ext cx="65088" cy="3175"/>
            </a:xfrm>
            <a:custGeom>
              <a:rect b="b" l="l" r="r" t="t"/>
              <a:pathLst>
                <a:path extrusionOk="0" h="1" w="34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1" name="Google Shape;341;p21"/>
            <p:cNvSpPr/>
            <p:nvPr/>
          </p:nvSpPr>
          <p:spPr>
            <a:xfrm>
              <a:off x="-1219200" y="2728913"/>
              <a:ext cx="103188" cy="9525"/>
            </a:xfrm>
            <a:custGeom>
              <a:rect b="b" l="l" r="r" t="t"/>
              <a:pathLst>
                <a:path extrusionOk="0" h="4" w="5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2" name="Google Shape;342;p21"/>
            <p:cNvSpPr/>
            <p:nvPr/>
          </p:nvSpPr>
          <p:spPr>
            <a:xfrm>
              <a:off x="1225550" y="2830513"/>
              <a:ext cx="73025" cy="3175"/>
            </a:xfrm>
            <a:custGeom>
              <a:rect b="b" l="l" r="r" t="t"/>
              <a:pathLst>
                <a:path extrusionOk="0" h="2" w="38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3" name="Google Shape;343;p21"/>
            <p:cNvSpPr/>
            <p:nvPr/>
          </p:nvSpPr>
          <p:spPr>
            <a:xfrm>
              <a:off x="874712" y="2827338"/>
              <a:ext cx="39688" cy="3175"/>
            </a:xfrm>
            <a:custGeom>
              <a:rect b="b" l="l" r="r" t="t"/>
              <a:pathLst>
                <a:path extrusionOk="0" h="1" w="2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4" name="Google Shape;344;p21"/>
            <p:cNvSpPr/>
            <p:nvPr/>
          </p:nvSpPr>
          <p:spPr>
            <a:xfrm>
              <a:off x="417512" y="2827338"/>
              <a:ext cx="457200" cy="31750"/>
            </a:xfrm>
            <a:custGeom>
              <a:rect b="b" l="l" r="r" t="t"/>
              <a:pathLst>
                <a:path extrusionOk="0" h="14" w="238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5" name="Google Shape;345;p21"/>
            <p:cNvSpPr/>
            <p:nvPr/>
          </p:nvSpPr>
          <p:spPr>
            <a:xfrm>
              <a:off x="755650" y="2859087"/>
              <a:ext cx="68263" cy="4762"/>
            </a:xfrm>
            <a:custGeom>
              <a:rect b="b" l="l" r="r" t="t"/>
              <a:pathLst>
                <a:path extrusionOk="0" h="2" w="36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6" name="Google Shape;346;p21"/>
            <p:cNvSpPr/>
            <p:nvPr/>
          </p:nvSpPr>
          <p:spPr>
            <a:xfrm>
              <a:off x="-133350" y="2798763"/>
              <a:ext cx="111125" cy="4762"/>
            </a:xfrm>
            <a:custGeom>
              <a:rect b="b" l="l" r="r" t="t"/>
              <a:pathLst>
                <a:path extrusionOk="0" h="2" w="58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7" name="Google Shape;347;p21"/>
            <p:cNvSpPr/>
            <p:nvPr/>
          </p:nvSpPr>
          <p:spPr>
            <a:xfrm>
              <a:off x="-22225" y="2800350"/>
              <a:ext cx="44450" cy="3175"/>
            </a:xfrm>
            <a:custGeom>
              <a:rect b="b" l="l" r="r" t="t"/>
              <a:pathLst>
                <a:path extrusionOk="0" h="1" w="23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8" name="Google Shape;348;p21"/>
            <p:cNvSpPr/>
            <p:nvPr/>
          </p:nvSpPr>
          <p:spPr>
            <a:xfrm>
              <a:off x="-66675" y="2798763"/>
              <a:ext cx="6350" cy="0"/>
            </a:xfrm>
            <a:custGeom>
              <a:rect b="b" l="l" r="r" t="t"/>
              <a:pathLst>
                <a:path extrusionOk="0" h="120000"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9" name="Google Shape;349;p21"/>
            <p:cNvSpPr/>
            <p:nvPr/>
          </p:nvSpPr>
          <p:spPr>
            <a:xfrm>
              <a:off x="-1566863" y="2730500"/>
              <a:ext cx="65088" cy="3175"/>
            </a:xfrm>
            <a:custGeom>
              <a:rect b="b" l="l" r="r" t="t"/>
              <a:pathLst>
                <a:path extrusionOk="0" h="1" w="34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50" name="Google Shape;350;p21"/>
            <p:cNvSpPr/>
            <p:nvPr/>
          </p:nvSpPr>
          <p:spPr>
            <a:xfrm>
              <a:off x="-3175000" y="2740025"/>
              <a:ext cx="38100" cy="0"/>
            </a:xfrm>
            <a:custGeom>
              <a:rect b="b" l="l" r="r" t="t"/>
              <a:pathLst>
                <a:path extrusionOk="0" h="120000"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51" name="Google Shape;351;p21"/>
            <p:cNvSpPr/>
            <p:nvPr/>
          </p:nvSpPr>
          <p:spPr>
            <a:xfrm>
              <a:off x="-3735388" y="2803525"/>
              <a:ext cx="6350" cy="1587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52" name="Google Shape;352;p21"/>
            <p:cNvSpPr/>
            <p:nvPr/>
          </p:nvSpPr>
          <p:spPr>
            <a:xfrm>
              <a:off x="-3924300" y="2803525"/>
              <a:ext cx="188913" cy="3175"/>
            </a:xfrm>
            <a:custGeom>
              <a:rect b="b" l="l" r="r" t="t"/>
              <a:pathLst>
                <a:path extrusionOk="0" h="2" w="98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353" name="Google Shape;353;p21"/>
          <p:cNvSpPr txBox="1"/>
          <p:nvPr>
            <p:ph idx="1" type="body"/>
          </p:nvPr>
        </p:nvSpPr>
        <p:spPr>
          <a:xfrm>
            <a:off x="1522413" y="5102525"/>
            <a:ext cx="9143999" cy="1069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4" name="Google Shape;354;p21"/>
          <p:cNvSpPr txBox="1"/>
          <p:nvPr>
            <p:ph idx="11" type="ftr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5" name="Google Shape;355;p21"/>
          <p:cNvSpPr txBox="1"/>
          <p:nvPr>
            <p:ph idx="10" type="dt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6" name="Google Shape;356;p21"/>
          <p:cNvSpPr txBox="1"/>
          <p:nvPr>
            <p:ph idx="12" type="sldNum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2"/>
          <p:cNvSpPr txBox="1"/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descr="Line graphic" id="359" name="Google Shape;359;p22"/>
          <p:cNvGrpSpPr/>
          <p:nvPr/>
        </p:nvGrpSpPr>
        <p:grpSpPr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360" name="Google Shape;360;p22"/>
            <p:cNvSpPr/>
            <p:nvPr/>
          </p:nvSpPr>
          <p:spPr>
            <a:xfrm>
              <a:off x="12028488" y="1525554"/>
              <a:ext cx="63500" cy="4924"/>
            </a:xfrm>
            <a:custGeom>
              <a:rect b="b" l="l" r="r" t="t"/>
              <a:pathLst>
                <a:path extrusionOk="0" h="6" w="67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1" name="Google Shape;361;p22"/>
            <p:cNvSpPr/>
            <p:nvPr/>
          </p:nvSpPr>
          <p:spPr>
            <a:xfrm>
              <a:off x="12022138" y="1532939"/>
              <a:ext cx="19050" cy="1231"/>
            </a:xfrm>
            <a:custGeom>
              <a:rect b="b" l="l" r="r" t="t"/>
              <a:pathLst>
                <a:path extrusionOk="0" h="2" w="20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2" name="Google Shape;362;p22"/>
            <p:cNvSpPr/>
            <p:nvPr/>
          </p:nvSpPr>
          <p:spPr>
            <a:xfrm>
              <a:off x="12041188" y="1531708"/>
              <a:ext cx="39687" cy="6155"/>
            </a:xfrm>
            <a:custGeom>
              <a:rect b="b" l="l" r="r" t="t"/>
              <a:pathLst>
                <a:path extrusionOk="0" h="6" w="41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3" name="Google Shape;363;p22"/>
            <p:cNvSpPr/>
            <p:nvPr/>
          </p:nvSpPr>
          <p:spPr>
            <a:xfrm>
              <a:off x="11831638" y="1526784"/>
              <a:ext cx="42862" cy="4924"/>
            </a:xfrm>
            <a:custGeom>
              <a:rect b="b" l="l" r="r" t="t"/>
              <a:pathLst>
                <a:path extrusionOk="0" h="6" w="45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4" name="Google Shape;364;p22"/>
            <p:cNvSpPr/>
            <p:nvPr/>
          </p:nvSpPr>
          <p:spPr>
            <a:xfrm>
              <a:off x="11809413" y="1531708"/>
              <a:ext cx="41275" cy="2462"/>
            </a:xfrm>
            <a:custGeom>
              <a:rect b="b" l="l" r="r" t="t"/>
              <a:pathLst>
                <a:path extrusionOk="0" h="3" w="44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5" name="Google Shape;365;p22"/>
            <p:cNvSpPr/>
            <p:nvPr/>
          </p:nvSpPr>
          <p:spPr>
            <a:xfrm>
              <a:off x="12003088" y="1537863"/>
              <a:ext cx="77787" cy="3693"/>
            </a:xfrm>
            <a:custGeom>
              <a:rect b="b" l="l" r="r" t="t"/>
              <a:pathLst>
                <a:path extrusionOk="0" h="5" w="82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6" name="Google Shape;366;p22"/>
            <p:cNvSpPr/>
            <p:nvPr/>
          </p:nvSpPr>
          <p:spPr>
            <a:xfrm>
              <a:off x="11664950" y="1523092"/>
              <a:ext cx="39687" cy="4924"/>
            </a:xfrm>
            <a:custGeom>
              <a:rect b="b" l="l" r="r" t="t"/>
              <a:pathLst>
                <a:path extrusionOk="0" h="5" w="42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7" name="Google Shape;367;p22"/>
            <p:cNvSpPr/>
            <p:nvPr/>
          </p:nvSpPr>
          <p:spPr>
            <a:xfrm>
              <a:off x="11506200" y="1521861"/>
              <a:ext cx="92075" cy="4924"/>
            </a:xfrm>
            <a:custGeom>
              <a:rect b="b" l="l" r="r" t="t"/>
              <a:pathLst>
                <a:path extrusionOk="0" h="6" w="98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8" name="Google Shape;368;p22"/>
            <p:cNvSpPr/>
            <p:nvPr/>
          </p:nvSpPr>
          <p:spPr>
            <a:xfrm>
              <a:off x="11471275" y="1525554"/>
              <a:ext cx="34925" cy="3693"/>
            </a:xfrm>
            <a:custGeom>
              <a:rect b="b" l="l" r="r" t="t"/>
              <a:pathLst>
                <a:path extrusionOk="0" h="3" w="36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9" name="Google Shape;369;p22"/>
            <p:cNvSpPr/>
            <p:nvPr/>
          </p:nvSpPr>
          <p:spPr>
            <a:xfrm>
              <a:off x="11710988" y="1529246"/>
              <a:ext cx="30162" cy="4924"/>
            </a:xfrm>
            <a:custGeom>
              <a:rect b="b" l="l" r="r" t="t"/>
              <a:pathLst>
                <a:path extrusionOk="0" h="5" w="32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0" name="Google Shape;370;p22"/>
            <p:cNvSpPr/>
            <p:nvPr/>
          </p:nvSpPr>
          <p:spPr>
            <a:xfrm>
              <a:off x="11691938" y="1532939"/>
              <a:ext cx="34925" cy="1231"/>
            </a:xfrm>
            <a:custGeom>
              <a:rect b="b" l="l" r="r" t="t"/>
              <a:pathLst>
                <a:path extrusionOk="0" h="1" w="36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1" name="Google Shape;371;p22"/>
            <p:cNvSpPr/>
            <p:nvPr/>
          </p:nvSpPr>
          <p:spPr>
            <a:xfrm>
              <a:off x="11741150" y="1534170"/>
              <a:ext cx="4762" cy="0"/>
            </a:xfrm>
            <a:custGeom>
              <a:rect b="b" l="l" r="r" t="t"/>
              <a:pathLst>
                <a:path extrusionOk="0" h="120000"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2" name="Google Shape;372;p22"/>
            <p:cNvSpPr/>
            <p:nvPr/>
          </p:nvSpPr>
          <p:spPr>
            <a:xfrm>
              <a:off x="11841163" y="1537863"/>
              <a:ext cx="71437" cy="8617"/>
            </a:xfrm>
            <a:custGeom>
              <a:rect b="b" l="l" r="r" t="t"/>
              <a:pathLst>
                <a:path extrusionOk="0" h="9" w="75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3" name="Google Shape;373;p22"/>
            <p:cNvSpPr/>
            <p:nvPr/>
          </p:nvSpPr>
          <p:spPr>
            <a:xfrm>
              <a:off x="11764963" y="1535401"/>
              <a:ext cx="44450" cy="3693"/>
            </a:xfrm>
            <a:custGeom>
              <a:rect b="b" l="l" r="r" t="t"/>
              <a:pathLst>
                <a:path extrusionOk="0" h="4" w="47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4" name="Google Shape;374;p22"/>
            <p:cNvSpPr/>
            <p:nvPr/>
          </p:nvSpPr>
          <p:spPr>
            <a:xfrm>
              <a:off x="11744325" y="1537863"/>
              <a:ext cx="20637" cy="2462"/>
            </a:xfrm>
            <a:custGeom>
              <a:rect b="b" l="l" r="r" t="t"/>
              <a:pathLst>
                <a:path extrusionOk="0" h="2" w="2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5" name="Google Shape;375;p22"/>
            <p:cNvSpPr/>
            <p:nvPr/>
          </p:nvSpPr>
          <p:spPr>
            <a:xfrm>
              <a:off x="11482388" y="1531708"/>
              <a:ext cx="85725" cy="3693"/>
            </a:xfrm>
            <a:custGeom>
              <a:rect b="b" l="l" r="r" t="t"/>
              <a:pathLst>
                <a:path extrusionOk="0" h="4" w="90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6" name="Google Shape;376;p22"/>
            <p:cNvSpPr/>
            <p:nvPr/>
          </p:nvSpPr>
          <p:spPr>
            <a:xfrm>
              <a:off x="11626850" y="1532939"/>
              <a:ext cx="4762" cy="1231"/>
            </a:xfrm>
            <a:custGeom>
              <a:rect b="b" l="l" r="r" t="t"/>
              <a:pathLst>
                <a:path extrusionOk="0" h="1" w="5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7" name="Google Shape;377;p22"/>
            <p:cNvSpPr/>
            <p:nvPr/>
          </p:nvSpPr>
          <p:spPr>
            <a:xfrm>
              <a:off x="11261725" y="1534170"/>
              <a:ext cx="4762" cy="0"/>
            </a:xfrm>
            <a:custGeom>
              <a:rect b="b" l="l" r="r" t="t"/>
              <a:pathLst>
                <a:path extrusionOk="0" h="1" w="5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cubicBezTo>
                    <a:pt x="4" y="0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8" name="Google Shape;378;p22"/>
            <p:cNvSpPr/>
            <p:nvPr/>
          </p:nvSpPr>
          <p:spPr>
            <a:xfrm>
              <a:off x="11553825" y="1534170"/>
              <a:ext cx="44450" cy="2462"/>
            </a:xfrm>
            <a:custGeom>
              <a:rect b="b" l="l" r="r" t="t"/>
              <a:pathLst>
                <a:path extrusionOk="0" h="2" w="47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9" name="Google Shape;379;p22"/>
            <p:cNvSpPr/>
            <p:nvPr/>
          </p:nvSpPr>
          <p:spPr>
            <a:xfrm>
              <a:off x="11409363" y="1529246"/>
              <a:ext cx="31750" cy="2462"/>
            </a:xfrm>
            <a:custGeom>
              <a:rect b="b" l="l" r="r" t="t"/>
              <a:pathLst>
                <a:path extrusionOk="0" h="3" w="3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80" name="Google Shape;380;p22"/>
            <p:cNvSpPr/>
            <p:nvPr/>
          </p:nvSpPr>
          <p:spPr>
            <a:xfrm>
              <a:off x="11618913" y="1531708"/>
              <a:ext cx="6350" cy="0"/>
            </a:xfrm>
            <a:custGeom>
              <a:rect b="b" l="l" r="r" t="t"/>
              <a:pathLst>
                <a:path extrusionOk="0" h="1" w="6">
                  <a:moveTo>
                    <a:pt x="3" y="0"/>
                  </a:moveTo>
                  <a:lnTo>
                    <a:pt x="3" y="0"/>
                  </a:lnTo>
                  <a:lnTo>
                    <a:pt x="6" y="0"/>
                  </a:lnTo>
                  <a:cubicBezTo>
                    <a:pt x="0" y="0"/>
                    <a:pt x="0" y="0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81" name="Google Shape;381;p22"/>
            <p:cNvSpPr/>
            <p:nvPr/>
          </p:nvSpPr>
          <p:spPr>
            <a:xfrm>
              <a:off x="11598275" y="1531708"/>
              <a:ext cx="28575" cy="2462"/>
            </a:xfrm>
            <a:custGeom>
              <a:rect b="b" l="l" r="r" t="t"/>
              <a:pathLst>
                <a:path extrusionOk="0" h="3" w="31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82" name="Google Shape;382;p22"/>
            <p:cNvSpPr/>
            <p:nvPr/>
          </p:nvSpPr>
          <p:spPr>
            <a:xfrm>
              <a:off x="11137900" y="1534170"/>
              <a:ext cx="188912" cy="23388"/>
            </a:xfrm>
            <a:custGeom>
              <a:rect b="b" l="l" r="r" t="t"/>
              <a:pathLst>
                <a:path extrusionOk="0" h="27" w="198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83" name="Google Shape;383;p22"/>
            <p:cNvSpPr/>
            <p:nvPr/>
          </p:nvSpPr>
          <p:spPr>
            <a:xfrm>
              <a:off x="11266488" y="1529246"/>
              <a:ext cx="95250" cy="4924"/>
            </a:xfrm>
            <a:custGeom>
              <a:rect b="b" l="l" r="r" t="t"/>
              <a:pathLst>
                <a:path extrusionOk="0" h="6" w="100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84" name="Google Shape;384;p22"/>
            <p:cNvSpPr/>
            <p:nvPr/>
          </p:nvSpPr>
          <p:spPr>
            <a:xfrm>
              <a:off x="11361738" y="1531708"/>
              <a:ext cx="134937" cy="12309"/>
            </a:xfrm>
            <a:custGeom>
              <a:rect b="b" l="l" r="r" t="t"/>
              <a:pathLst>
                <a:path extrusionOk="0" h="14" w="142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85" name="Google Shape;385;p22"/>
            <p:cNvSpPr/>
            <p:nvPr/>
          </p:nvSpPr>
          <p:spPr>
            <a:xfrm>
              <a:off x="11834813" y="1552634"/>
              <a:ext cx="9525" cy="1231"/>
            </a:xfrm>
            <a:custGeom>
              <a:rect b="b" l="l" r="r" t="t"/>
              <a:pathLst>
                <a:path extrusionOk="0" h="1" w="1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86" name="Google Shape;386;p22"/>
            <p:cNvSpPr/>
            <p:nvPr/>
          </p:nvSpPr>
          <p:spPr>
            <a:xfrm>
              <a:off x="11764963" y="1542787"/>
              <a:ext cx="117475" cy="9847"/>
            </a:xfrm>
            <a:custGeom>
              <a:rect b="b" l="l" r="r" t="t"/>
              <a:pathLst>
                <a:path extrusionOk="0" h="12" w="12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87" name="Google Shape;387;p22"/>
            <p:cNvSpPr/>
            <p:nvPr/>
          </p:nvSpPr>
          <p:spPr>
            <a:xfrm>
              <a:off x="11555413" y="1544017"/>
              <a:ext cx="69850" cy="4924"/>
            </a:xfrm>
            <a:custGeom>
              <a:rect b="b" l="l" r="r" t="t"/>
              <a:pathLst>
                <a:path extrusionOk="0" h="6" w="74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88" name="Google Shape;388;p22"/>
            <p:cNvSpPr/>
            <p:nvPr/>
          </p:nvSpPr>
          <p:spPr>
            <a:xfrm>
              <a:off x="11223625" y="1528016"/>
              <a:ext cx="38100" cy="6155"/>
            </a:xfrm>
            <a:custGeom>
              <a:rect b="b" l="l" r="r" t="t"/>
              <a:pathLst>
                <a:path extrusionOk="0" h="7" w="40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89" name="Google Shape;389;p22"/>
            <p:cNvSpPr/>
            <p:nvPr/>
          </p:nvSpPr>
          <p:spPr>
            <a:xfrm>
              <a:off x="11145838" y="1529246"/>
              <a:ext cx="22225" cy="2462"/>
            </a:xfrm>
            <a:custGeom>
              <a:rect b="b" l="l" r="r" t="t"/>
              <a:pathLst>
                <a:path extrusionOk="0" h="4" w="2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0" name="Google Shape;390;p22"/>
            <p:cNvSpPr/>
            <p:nvPr/>
          </p:nvSpPr>
          <p:spPr>
            <a:xfrm>
              <a:off x="6197600" y="1566174"/>
              <a:ext cx="20637" cy="1231"/>
            </a:xfrm>
            <a:custGeom>
              <a:rect b="b" l="l" r="r" t="t"/>
              <a:pathLst>
                <a:path extrusionOk="0" h="1" w="2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1" name="Google Shape;391;p22"/>
            <p:cNvSpPr/>
            <p:nvPr/>
          </p:nvSpPr>
          <p:spPr>
            <a:xfrm>
              <a:off x="6356350" y="1564943"/>
              <a:ext cx="9525" cy="1231"/>
            </a:xfrm>
            <a:custGeom>
              <a:rect b="b" l="l" r="r" t="t"/>
              <a:pathLst>
                <a:path extrusionOk="0" h="2" w="10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2" name="Google Shape;392;p22"/>
            <p:cNvSpPr/>
            <p:nvPr/>
          </p:nvSpPr>
          <p:spPr>
            <a:xfrm>
              <a:off x="8950325" y="1521861"/>
              <a:ext cx="61912" cy="7386"/>
            </a:xfrm>
            <a:custGeom>
              <a:rect b="b" l="l" r="r" t="t"/>
              <a:pathLst>
                <a:path extrusionOk="0" h="9" w="65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3" name="Google Shape;393;p22"/>
            <p:cNvSpPr/>
            <p:nvPr/>
          </p:nvSpPr>
          <p:spPr>
            <a:xfrm>
              <a:off x="7537450" y="1546479"/>
              <a:ext cx="28575" cy="3693"/>
            </a:xfrm>
            <a:custGeom>
              <a:rect b="b" l="l" r="r" t="t"/>
              <a:pathLst>
                <a:path extrusionOk="0" h="4" w="29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4" name="Google Shape;394;p22"/>
            <p:cNvSpPr/>
            <p:nvPr/>
          </p:nvSpPr>
          <p:spPr>
            <a:xfrm>
              <a:off x="7478713" y="1562481"/>
              <a:ext cx="38100" cy="2462"/>
            </a:xfrm>
            <a:custGeom>
              <a:rect b="b" l="l" r="r" t="t"/>
              <a:pathLst>
                <a:path extrusionOk="0" h="3" w="40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5" name="Google Shape;395;p22"/>
            <p:cNvSpPr/>
            <p:nvPr/>
          </p:nvSpPr>
          <p:spPr>
            <a:xfrm>
              <a:off x="5410200" y="1568636"/>
              <a:ext cx="36512" cy="3693"/>
            </a:xfrm>
            <a:custGeom>
              <a:rect b="b" l="l" r="r" t="t"/>
              <a:pathLst>
                <a:path extrusionOk="0" h="5" w="38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6" name="Google Shape;396;p22"/>
            <p:cNvSpPr/>
            <p:nvPr/>
          </p:nvSpPr>
          <p:spPr>
            <a:xfrm>
              <a:off x="10206038" y="1530477"/>
              <a:ext cx="61912" cy="4924"/>
            </a:xfrm>
            <a:custGeom>
              <a:rect b="b" l="l" r="r" t="t"/>
              <a:pathLst>
                <a:path extrusionOk="0" h="6" w="65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7" name="Google Shape;397;p22"/>
            <p:cNvSpPr/>
            <p:nvPr/>
          </p:nvSpPr>
          <p:spPr>
            <a:xfrm>
              <a:off x="6257925" y="1525554"/>
              <a:ext cx="19050" cy="2462"/>
            </a:xfrm>
            <a:custGeom>
              <a:rect b="b" l="l" r="r" t="t"/>
              <a:pathLst>
                <a:path extrusionOk="0" h="2" w="21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8" name="Google Shape;398;p22"/>
            <p:cNvSpPr/>
            <p:nvPr/>
          </p:nvSpPr>
          <p:spPr>
            <a:xfrm>
              <a:off x="10134600" y="1528016"/>
              <a:ext cx="71437" cy="3693"/>
            </a:xfrm>
            <a:custGeom>
              <a:rect b="b" l="l" r="r" t="t"/>
              <a:pathLst>
                <a:path extrusionOk="0" h="4" w="75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9" name="Google Shape;399;p22"/>
            <p:cNvSpPr/>
            <p:nvPr/>
          </p:nvSpPr>
          <p:spPr>
            <a:xfrm>
              <a:off x="2582863" y="1560020"/>
              <a:ext cx="7937" cy="1231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0" name="Google Shape;400;p22"/>
            <p:cNvSpPr/>
            <p:nvPr/>
          </p:nvSpPr>
          <p:spPr>
            <a:xfrm>
              <a:off x="1762125" y="1521861"/>
              <a:ext cx="34925" cy="1231"/>
            </a:xfrm>
            <a:custGeom>
              <a:rect b="b" l="l" r="r" t="t"/>
              <a:pathLst>
                <a:path extrusionOk="0" h="1" w="36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1" name="Google Shape;401;p22"/>
            <p:cNvSpPr/>
            <p:nvPr/>
          </p:nvSpPr>
          <p:spPr>
            <a:xfrm>
              <a:off x="10812463" y="1529246"/>
              <a:ext cx="19050" cy="1231"/>
            </a:xfrm>
            <a:custGeom>
              <a:rect b="b" l="l" r="r" t="t"/>
              <a:pathLst>
                <a:path extrusionOk="0" h="1" w="20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2" name="Google Shape;402;p22"/>
            <p:cNvSpPr/>
            <p:nvPr/>
          </p:nvSpPr>
          <p:spPr>
            <a:xfrm>
              <a:off x="10896600" y="1545248"/>
              <a:ext cx="7937" cy="2462"/>
            </a:xfrm>
            <a:custGeom>
              <a:rect b="b" l="l" r="r" t="t"/>
              <a:pathLst>
                <a:path extrusionOk="0" h="3" w="8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3" name="Google Shape;403;p22"/>
            <p:cNvSpPr/>
            <p:nvPr/>
          </p:nvSpPr>
          <p:spPr>
            <a:xfrm>
              <a:off x="9947275" y="1553865"/>
              <a:ext cx="4762" cy="1231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4" name="Google Shape;404;p22"/>
            <p:cNvSpPr/>
            <p:nvPr/>
          </p:nvSpPr>
          <p:spPr>
            <a:xfrm>
              <a:off x="10817225" y="1531708"/>
              <a:ext cx="23812" cy="0"/>
            </a:xfrm>
            <a:custGeom>
              <a:rect b="b" l="l" r="r" t="t"/>
              <a:pathLst>
                <a:path extrusionOk="0" h="1" w="25">
                  <a:moveTo>
                    <a:pt x="25" y="0"/>
                  </a:moveTo>
                  <a:lnTo>
                    <a:pt x="25" y="0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5" name="Google Shape;405;p22"/>
            <p:cNvSpPr/>
            <p:nvPr/>
          </p:nvSpPr>
          <p:spPr>
            <a:xfrm>
              <a:off x="10836275" y="1529246"/>
              <a:ext cx="19050" cy="1231"/>
            </a:xfrm>
            <a:custGeom>
              <a:rect b="b" l="l" r="r" t="t"/>
              <a:pathLst>
                <a:path extrusionOk="0" h="1" w="20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6" name="Google Shape;406;p22"/>
            <p:cNvSpPr/>
            <p:nvPr/>
          </p:nvSpPr>
          <p:spPr>
            <a:xfrm>
              <a:off x="10787063" y="1530477"/>
              <a:ext cx="30162" cy="1231"/>
            </a:xfrm>
            <a:custGeom>
              <a:rect b="b" l="l" r="r" t="t"/>
              <a:pathLst>
                <a:path extrusionOk="0" h="1" w="3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7" name="Google Shape;407;p22"/>
            <p:cNvSpPr/>
            <p:nvPr/>
          </p:nvSpPr>
          <p:spPr>
            <a:xfrm>
              <a:off x="4092575" y="1552634"/>
              <a:ext cx="20637" cy="2462"/>
            </a:xfrm>
            <a:custGeom>
              <a:rect b="b" l="l" r="r" t="t"/>
              <a:pathLst>
                <a:path extrusionOk="0" h="2" w="23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8" name="Google Shape;408;p22"/>
            <p:cNvSpPr/>
            <p:nvPr/>
          </p:nvSpPr>
          <p:spPr>
            <a:xfrm>
              <a:off x="8528050" y="1567405"/>
              <a:ext cx="3175" cy="1231"/>
            </a:xfrm>
            <a:custGeom>
              <a:rect b="b" l="l" r="r" t="t"/>
              <a:pathLst>
                <a:path extrusionOk="0" h="1" w="3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9" name="Google Shape;409;p22"/>
            <p:cNvSpPr/>
            <p:nvPr/>
          </p:nvSpPr>
          <p:spPr>
            <a:xfrm>
              <a:off x="8461375" y="1556326"/>
              <a:ext cx="66675" cy="14771"/>
            </a:xfrm>
            <a:custGeom>
              <a:rect b="b" l="l" r="r" t="t"/>
              <a:pathLst>
                <a:path extrusionOk="0" h="17" w="69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0" name="Google Shape;410;p22"/>
            <p:cNvSpPr/>
            <p:nvPr/>
          </p:nvSpPr>
          <p:spPr>
            <a:xfrm>
              <a:off x="1562100" y="1514475"/>
              <a:ext cx="9563100" cy="64008"/>
            </a:xfrm>
            <a:custGeom>
              <a:rect b="b" l="l" r="r" t="t"/>
              <a:pathLst>
                <a:path extrusionOk="0" h="75" w="10030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1" name="Google Shape;411;p22"/>
            <p:cNvSpPr/>
            <p:nvPr/>
          </p:nvSpPr>
          <p:spPr>
            <a:xfrm>
              <a:off x="7508875" y="1560020"/>
              <a:ext cx="11112" cy="3693"/>
            </a:xfrm>
            <a:custGeom>
              <a:rect b="b" l="l" r="r" t="t"/>
              <a:pathLst>
                <a:path extrusionOk="0" h="3" w="12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2" name="Google Shape;412;p22"/>
            <p:cNvSpPr/>
            <p:nvPr/>
          </p:nvSpPr>
          <p:spPr>
            <a:xfrm>
              <a:off x="5434013" y="1567405"/>
              <a:ext cx="4762" cy="1231"/>
            </a:xfrm>
            <a:custGeom>
              <a:rect b="b" l="l" r="r" t="t"/>
              <a:pathLst>
                <a:path extrusionOk="0" h="1" w="5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3" name="Google Shape;413;p22"/>
            <p:cNvSpPr/>
            <p:nvPr/>
          </p:nvSpPr>
          <p:spPr>
            <a:xfrm>
              <a:off x="9672638" y="1567405"/>
              <a:ext cx="25400" cy="2462"/>
            </a:xfrm>
            <a:custGeom>
              <a:rect b="b" l="l" r="r" t="t"/>
              <a:pathLst>
                <a:path extrusionOk="0" h="3" w="27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4" name="Google Shape;414;p22"/>
            <p:cNvSpPr/>
            <p:nvPr/>
          </p:nvSpPr>
          <p:spPr>
            <a:xfrm>
              <a:off x="10966450" y="1529246"/>
              <a:ext cx="39687" cy="2462"/>
            </a:xfrm>
            <a:custGeom>
              <a:rect b="b" l="l" r="r" t="t"/>
              <a:pathLst>
                <a:path extrusionOk="0" h="3" w="42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5" name="Google Shape;415;p22"/>
            <p:cNvSpPr/>
            <p:nvPr/>
          </p:nvSpPr>
          <p:spPr>
            <a:xfrm>
              <a:off x="11329988" y="1552634"/>
              <a:ext cx="44450" cy="2462"/>
            </a:xfrm>
            <a:custGeom>
              <a:rect b="b" l="l" r="r" t="t"/>
              <a:pathLst>
                <a:path extrusionOk="0" h="3" w="46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6" name="Google Shape;416;p22"/>
            <p:cNvSpPr/>
            <p:nvPr/>
          </p:nvSpPr>
          <p:spPr>
            <a:xfrm>
              <a:off x="11042650" y="1540325"/>
              <a:ext cx="60325" cy="6155"/>
            </a:xfrm>
            <a:custGeom>
              <a:rect b="b" l="l" r="r" t="t"/>
              <a:pathLst>
                <a:path extrusionOk="0" h="7" w="63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7" name="Google Shape;417;p22"/>
            <p:cNvSpPr/>
            <p:nvPr/>
          </p:nvSpPr>
          <p:spPr>
            <a:xfrm>
              <a:off x="11106150" y="1542787"/>
              <a:ext cx="28575" cy="1231"/>
            </a:xfrm>
            <a:custGeom>
              <a:rect b="b" l="l" r="r" t="t"/>
              <a:pathLst>
                <a:path extrusionOk="0" h="2" w="31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8" name="Google Shape;418;p22"/>
            <p:cNvSpPr/>
            <p:nvPr/>
          </p:nvSpPr>
          <p:spPr>
            <a:xfrm>
              <a:off x="10679113" y="1525554"/>
              <a:ext cx="103187" cy="9847"/>
            </a:xfrm>
            <a:custGeom>
              <a:rect b="b" l="l" r="r" t="t"/>
              <a:pathLst>
                <a:path extrusionOk="0" h="12" w="109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9" name="Google Shape;419;p22"/>
            <p:cNvSpPr/>
            <p:nvPr/>
          </p:nvSpPr>
          <p:spPr>
            <a:xfrm>
              <a:off x="11039475" y="1550172"/>
              <a:ext cx="26987" cy="4924"/>
            </a:xfrm>
            <a:custGeom>
              <a:rect b="b" l="l" r="r" t="t"/>
              <a:pathLst>
                <a:path extrusionOk="0" h="5" w="27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0" name="Google Shape;420;p22"/>
            <p:cNvSpPr/>
            <p:nvPr/>
          </p:nvSpPr>
          <p:spPr>
            <a:xfrm>
              <a:off x="10841038" y="1548941"/>
              <a:ext cx="58737" cy="2462"/>
            </a:xfrm>
            <a:custGeom>
              <a:rect b="b" l="l" r="r" t="t"/>
              <a:pathLst>
                <a:path extrusionOk="0" h="3" w="61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1" name="Google Shape;421;p22"/>
            <p:cNvSpPr/>
            <p:nvPr/>
          </p:nvSpPr>
          <p:spPr>
            <a:xfrm>
              <a:off x="10899775" y="1550172"/>
              <a:ext cx="36512" cy="1231"/>
            </a:xfrm>
            <a:custGeom>
              <a:rect b="b" l="l" r="r" t="t"/>
              <a:pathLst>
                <a:path extrusionOk="0" h="1" w="38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2" name="Google Shape;422;p22"/>
            <p:cNvSpPr/>
            <p:nvPr/>
          </p:nvSpPr>
          <p:spPr>
            <a:xfrm>
              <a:off x="10958513" y="1555096"/>
              <a:ext cx="46037" cy="0"/>
            </a:xfrm>
            <a:custGeom>
              <a:rect b="b" l="l" r="r" t="t"/>
              <a:pathLst>
                <a:path extrusionOk="0" h="1" w="47">
                  <a:moveTo>
                    <a:pt x="47" y="0"/>
                  </a:moveTo>
                  <a:lnTo>
                    <a:pt x="47" y="0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3" name="Google Shape;423;p22"/>
            <p:cNvSpPr/>
            <p:nvPr/>
          </p:nvSpPr>
          <p:spPr>
            <a:xfrm>
              <a:off x="10304463" y="1548941"/>
              <a:ext cx="61912" cy="3693"/>
            </a:xfrm>
            <a:custGeom>
              <a:rect b="b" l="l" r="r" t="t"/>
              <a:pathLst>
                <a:path extrusionOk="0" h="4" w="65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4" name="Google Shape;424;p22"/>
            <p:cNvSpPr/>
            <p:nvPr/>
          </p:nvSpPr>
          <p:spPr>
            <a:xfrm>
              <a:off x="10483850" y="1557558"/>
              <a:ext cx="23812" cy="6155"/>
            </a:xfrm>
            <a:custGeom>
              <a:rect b="b" l="l" r="r" t="t"/>
              <a:pathLst>
                <a:path extrusionOk="0" h="7" w="25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5" name="Google Shape;425;p22"/>
            <p:cNvSpPr/>
            <p:nvPr/>
          </p:nvSpPr>
          <p:spPr>
            <a:xfrm>
              <a:off x="10291763" y="1563712"/>
              <a:ext cx="117475" cy="2462"/>
            </a:xfrm>
            <a:custGeom>
              <a:rect b="b" l="l" r="r" t="t"/>
              <a:pathLst>
                <a:path extrusionOk="0" h="4" w="123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6" name="Google Shape;426;p22"/>
            <p:cNvSpPr/>
            <p:nvPr/>
          </p:nvSpPr>
          <p:spPr>
            <a:xfrm>
              <a:off x="9621838" y="1546479"/>
              <a:ext cx="11112" cy="8617"/>
            </a:xfrm>
            <a:custGeom>
              <a:rect b="b" l="l" r="r" t="t"/>
              <a:pathLst>
                <a:path extrusionOk="0" h="10" w="13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7" name="Google Shape;427;p22"/>
            <p:cNvSpPr/>
            <p:nvPr/>
          </p:nvSpPr>
          <p:spPr>
            <a:xfrm>
              <a:off x="8951913" y="1568636"/>
              <a:ext cx="96837" cy="8617"/>
            </a:xfrm>
            <a:custGeom>
              <a:rect b="b" l="l" r="r" t="t"/>
              <a:pathLst>
                <a:path extrusionOk="0" h="10" w="101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8" name="Google Shape;428;p22"/>
            <p:cNvSpPr/>
            <p:nvPr/>
          </p:nvSpPr>
          <p:spPr>
            <a:xfrm>
              <a:off x="9005888" y="1566174"/>
              <a:ext cx="17462" cy="2462"/>
            </a:xfrm>
            <a:custGeom>
              <a:rect b="b" l="l" r="r" t="t"/>
              <a:pathLst>
                <a:path extrusionOk="0" h="2" w="19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9" name="Google Shape;429;p22"/>
            <p:cNvSpPr/>
            <p:nvPr/>
          </p:nvSpPr>
          <p:spPr>
            <a:xfrm>
              <a:off x="1587500" y="1516937"/>
              <a:ext cx="38100" cy="3693"/>
            </a:xfrm>
            <a:custGeom>
              <a:rect b="b" l="l" r="r" t="t"/>
              <a:pathLst>
                <a:path extrusionOk="0" h="4" w="39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30" name="Google Shape;430;p22"/>
            <p:cNvSpPr/>
            <p:nvPr/>
          </p:nvSpPr>
          <p:spPr>
            <a:xfrm>
              <a:off x="1522413" y="1519399"/>
              <a:ext cx="30162" cy="4924"/>
            </a:xfrm>
            <a:custGeom>
              <a:rect b="b" l="l" r="r" t="t"/>
              <a:pathLst>
                <a:path extrusionOk="0" h="6" w="32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31" name="Google Shape;431;p22"/>
            <p:cNvSpPr/>
            <p:nvPr/>
          </p:nvSpPr>
          <p:spPr>
            <a:xfrm>
              <a:off x="6650038" y="1573559"/>
              <a:ext cx="33337" cy="3693"/>
            </a:xfrm>
            <a:custGeom>
              <a:rect b="b" l="l" r="r" t="t"/>
              <a:pathLst>
                <a:path extrusionOk="0" h="4" w="3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32" name="Google Shape;432;p22"/>
            <p:cNvSpPr/>
            <p:nvPr/>
          </p:nvSpPr>
          <p:spPr>
            <a:xfrm>
              <a:off x="6162675" y="1566174"/>
              <a:ext cx="15875" cy="4924"/>
            </a:xfrm>
            <a:custGeom>
              <a:rect b="b" l="l" r="r" t="t"/>
              <a:pathLst>
                <a:path extrusionOk="0" h="6" w="17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33" name="Google Shape;433;p22"/>
            <p:cNvSpPr/>
            <p:nvPr/>
          </p:nvSpPr>
          <p:spPr>
            <a:xfrm>
              <a:off x="5738813" y="1571097"/>
              <a:ext cx="60325" cy="6155"/>
            </a:xfrm>
            <a:custGeom>
              <a:rect b="b" l="l" r="r" t="t"/>
              <a:pathLst>
                <a:path extrusionOk="0" h="8" w="63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434" name="Google Shape;434;p22"/>
          <p:cNvSpPr txBox="1"/>
          <p:nvPr>
            <p:ph idx="1" type="body"/>
          </p:nvPr>
        </p:nvSpPr>
        <p:spPr>
          <a:xfrm>
            <a:off x="1522413" y="1905000"/>
            <a:ext cx="4419599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9pPr>
          </a:lstStyle>
          <a:p/>
        </p:txBody>
      </p:sp>
      <p:sp>
        <p:nvSpPr>
          <p:cNvPr id="435" name="Google Shape;435;p22"/>
          <p:cNvSpPr txBox="1"/>
          <p:nvPr>
            <p:ph idx="2" type="body"/>
          </p:nvPr>
        </p:nvSpPr>
        <p:spPr>
          <a:xfrm>
            <a:off x="6246815" y="1905000"/>
            <a:ext cx="4419598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9pPr>
          </a:lstStyle>
          <a:p/>
        </p:txBody>
      </p:sp>
      <p:sp>
        <p:nvSpPr>
          <p:cNvPr id="436" name="Google Shape;436;p22"/>
          <p:cNvSpPr txBox="1"/>
          <p:nvPr>
            <p:ph idx="11" type="ftr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7" name="Google Shape;437;p22"/>
          <p:cNvSpPr txBox="1"/>
          <p:nvPr>
            <p:ph idx="10" type="dt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8" name="Google Shape;438;p22"/>
          <p:cNvSpPr txBox="1"/>
          <p:nvPr>
            <p:ph idx="12" type="sldNum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3"/>
          <p:cNvSpPr txBox="1"/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descr="Line graphic" id="441" name="Google Shape;441;p23"/>
          <p:cNvGrpSpPr/>
          <p:nvPr/>
        </p:nvGrpSpPr>
        <p:grpSpPr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442" name="Google Shape;442;p23"/>
            <p:cNvSpPr/>
            <p:nvPr/>
          </p:nvSpPr>
          <p:spPr>
            <a:xfrm>
              <a:off x="12028488" y="1525554"/>
              <a:ext cx="63500" cy="4924"/>
            </a:xfrm>
            <a:custGeom>
              <a:rect b="b" l="l" r="r" t="t"/>
              <a:pathLst>
                <a:path extrusionOk="0" h="6" w="67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3" name="Google Shape;443;p23"/>
            <p:cNvSpPr/>
            <p:nvPr/>
          </p:nvSpPr>
          <p:spPr>
            <a:xfrm>
              <a:off x="12022138" y="1532939"/>
              <a:ext cx="19050" cy="1231"/>
            </a:xfrm>
            <a:custGeom>
              <a:rect b="b" l="l" r="r" t="t"/>
              <a:pathLst>
                <a:path extrusionOk="0" h="2" w="20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4" name="Google Shape;444;p23"/>
            <p:cNvSpPr/>
            <p:nvPr/>
          </p:nvSpPr>
          <p:spPr>
            <a:xfrm>
              <a:off x="12041188" y="1531708"/>
              <a:ext cx="39687" cy="6155"/>
            </a:xfrm>
            <a:custGeom>
              <a:rect b="b" l="l" r="r" t="t"/>
              <a:pathLst>
                <a:path extrusionOk="0" h="6" w="41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5" name="Google Shape;445;p23"/>
            <p:cNvSpPr/>
            <p:nvPr/>
          </p:nvSpPr>
          <p:spPr>
            <a:xfrm>
              <a:off x="11831638" y="1526784"/>
              <a:ext cx="42862" cy="4924"/>
            </a:xfrm>
            <a:custGeom>
              <a:rect b="b" l="l" r="r" t="t"/>
              <a:pathLst>
                <a:path extrusionOk="0" h="6" w="45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6" name="Google Shape;446;p23"/>
            <p:cNvSpPr/>
            <p:nvPr/>
          </p:nvSpPr>
          <p:spPr>
            <a:xfrm>
              <a:off x="11809413" y="1531708"/>
              <a:ext cx="41275" cy="2462"/>
            </a:xfrm>
            <a:custGeom>
              <a:rect b="b" l="l" r="r" t="t"/>
              <a:pathLst>
                <a:path extrusionOk="0" h="3" w="44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7" name="Google Shape;447;p23"/>
            <p:cNvSpPr/>
            <p:nvPr/>
          </p:nvSpPr>
          <p:spPr>
            <a:xfrm>
              <a:off x="12003088" y="1537863"/>
              <a:ext cx="77787" cy="3693"/>
            </a:xfrm>
            <a:custGeom>
              <a:rect b="b" l="l" r="r" t="t"/>
              <a:pathLst>
                <a:path extrusionOk="0" h="5" w="82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8" name="Google Shape;448;p23"/>
            <p:cNvSpPr/>
            <p:nvPr/>
          </p:nvSpPr>
          <p:spPr>
            <a:xfrm>
              <a:off x="11664950" y="1523092"/>
              <a:ext cx="39687" cy="4924"/>
            </a:xfrm>
            <a:custGeom>
              <a:rect b="b" l="l" r="r" t="t"/>
              <a:pathLst>
                <a:path extrusionOk="0" h="5" w="42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9" name="Google Shape;449;p23"/>
            <p:cNvSpPr/>
            <p:nvPr/>
          </p:nvSpPr>
          <p:spPr>
            <a:xfrm>
              <a:off x="11506200" y="1521861"/>
              <a:ext cx="92075" cy="4924"/>
            </a:xfrm>
            <a:custGeom>
              <a:rect b="b" l="l" r="r" t="t"/>
              <a:pathLst>
                <a:path extrusionOk="0" h="6" w="98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0" name="Google Shape;450;p23"/>
            <p:cNvSpPr/>
            <p:nvPr/>
          </p:nvSpPr>
          <p:spPr>
            <a:xfrm>
              <a:off x="11471275" y="1525554"/>
              <a:ext cx="34925" cy="3693"/>
            </a:xfrm>
            <a:custGeom>
              <a:rect b="b" l="l" r="r" t="t"/>
              <a:pathLst>
                <a:path extrusionOk="0" h="3" w="36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1" name="Google Shape;451;p23"/>
            <p:cNvSpPr/>
            <p:nvPr/>
          </p:nvSpPr>
          <p:spPr>
            <a:xfrm>
              <a:off x="11710988" y="1529246"/>
              <a:ext cx="30162" cy="4924"/>
            </a:xfrm>
            <a:custGeom>
              <a:rect b="b" l="l" r="r" t="t"/>
              <a:pathLst>
                <a:path extrusionOk="0" h="5" w="32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2" name="Google Shape;452;p23"/>
            <p:cNvSpPr/>
            <p:nvPr/>
          </p:nvSpPr>
          <p:spPr>
            <a:xfrm>
              <a:off x="11691938" y="1532939"/>
              <a:ext cx="34925" cy="1231"/>
            </a:xfrm>
            <a:custGeom>
              <a:rect b="b" l="l" r="r" t="t"/>
              <a:pathLst>
                <a:path extrusionOk="0" h="1" w="36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3" name="Google Shape;453;p23"/>
            <p:cNvSpPr/>
            <p:nvPr/>
          </p:nvSpPr>
          <p:spPr>
            <a:xfrm>
              <a:off x="11741150" y="1534170"/>
              <a:ext cx="4762" cy="0"/>
            </a:xfrm>
            <a:custGeom>
              <a:rect b="b" l="l" r="r" t="t"/>
              <a:pathLst>
                <a:path extrusionOk="0" h="120000"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4" name="Google Shape;454;p23"/>
            <p:cNvSpPr/>
            <p:nvPr/>
          </p:nvSpPr>
          <p:spPr>
            <a:xfrm>
              <a:off x="11841163" y="1537863"/>
              <a:ext cx="71437" cy="8617"/>
            </a:xfrm>
            <a:custGeom>
              <a:rect b="b" l="l" r="r" t="t"/>
              <a:pathLst>
                <a:path extrusionOk="0" h="9" w="75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5" name="Google Shape;455;p23"/>
            <p:cNvSpPr/>
            <p:nvPr/>
          </p:nvSpPr>
          <p:spPr>
            <a:xfrm>
              <a:off x="11764963" y="1535401"/>
              <a:ext cx="44450" cy="3693"/>
            </a:xfrm>
            <a:custGeom>
              <a:rect b="b" l="l" r="r" t="t"/>
              <a:pathLst>
                <a:path extrusionOk="0" h="4" w="47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6" name="Google Shape;456;p23"/>
            <p:cNvSpPr/>
            <p:nvPr/>
          </p:nvSpPr>
          <p:spPr>
            <a:xfrm>
              <a:off x="11744325" y="1537863"/>
              <a:ext cx="20637" cy="2462"/>
            </a:xfrm>
            <a:custGeom>
              <a:rect b="b" l="l" r="r" t="t"/>
              <a:pathLst>
                <a:path extrusionOk="0" h="2" w="2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7" name="Google Shape;457;p23"/>
            <p:cNvSpPr/>
            <p:nvPr/>
          </p:nvSpPr>
          <p:spPr>
            <a:xfrm>
              <a:off x="11482388" y="1531708"/>
              <a:ext cx="85725" cy="3693"/>
            </a:xfrm>
            <a:custGeom>
              <a:rect b="b" l="l" r="r" t="t"/>
              <a:pathLst>
                <a:path extrusionOk="0" h="4" w="90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8" name="Google Shape;458;p23"/>
            <p:cNvSpPr/>
            <p:nvPr/>
          </p:nvSpPr>
          <p:spPr>
            <a:xfrm>
              <a:off x="11626850" y="1532939"/>
              <a:ext cx="4762" cy="1231"/>
            </a:xfrm>
            <a:custGeom>
              <a:rect b="b" l="l" r="r" t="t"/>
              <a:pathLst>
                <a:path extrusionOk="0" h="1" w="5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9" name="Google Shape;459;p23"/>
            <p:cNvSpPr/>
            <p:nvPr/>
          </p:nvSpPr>
          <p:spPr>
            <a:xfrm>
              <a:off x="11261725" y="1534170"/>
              <a:ext cx="4762" cy="0"/>
            </a:xfrm>
            <a:custGeom>
              <a:rect b="b" l="l" r="r" t="t"/>
              <a:pathLst>
                <a:path extrusionOk="0" h="1" w="5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cubicBezTo>
                    <a:pt x="4" y="0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0" name="Google Shape;460;p23"/>
            <p:cNvSpPr/>
            <p:nvPr/>
          </p:nvSpPr>
          <p:spPr>
            <a:xfrm>
              <a:off x="11553825" y="1534170"/>
              <a:ext cx="44450" cy="2462"/>
            </a:xfrm>
            <a:custGeom>
              <a:rect b="b" l="l" r="r" t="t"/>
              <a:pathLst>
                <a:path extrusionOk="0" h="2" w="47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1" name="Google Shape;461;p23"/>
            <p:cNvSpPr/>
            <p:nvPr/>
          </p:nvSpPr>
          <p:spPr>
            <a:xfrm>
              <a:off x="11409363" y="1529246"/>
              <a:ext cx="31750" cy="2462"/>
            </a:xfrm>
            <a:custGeom>
              <a:rect b="b" l="l" r="r" t="t"/>
              <a:pathLst>
                <a:path extrusionOk="0" h="3" w="3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2" name="Google Shape;462;p23"/>
            <p:cNvSpPr/>
            <p:nvPr/>
          </p:nvSpPr>
          <p:spPr>
            <a:xfrm>
              <a:off x="11618913" y="1531708"/>
              <a:ext cx="6350" cy="0"/>
            </a:xfrm>
            <a:custGeom>
              <a:rect b="b" l="l" r="r" t="t"/>
              <a:pathLst>
                <a:path extrusionOk="0" h="1" w="6">
                  <a:moveTo>
                    <a:pt x="3" y="0"/>
                  </a:moveTo>
                  <a:lnTo>
                    <a:pt x="3" y="0"/>
                  </a:lnTo>
                  <a:lnTo>
                    <a:pt x="6" y="0"/>
                  </a:lnTo>
                  <a:cubicBezTo>
                    <a:pt x="0" y="0"/>
                    <a:pt x="0" y="0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3" name="Google Shape;463;p23"/>
            <p:cNvSpPr/>
            <p:nvPr/>
          </p:nvSpPr>
          <p:spPr>
            <a:xfrm>
              <a:off x="11598275" y="1531708"/>
              <a:ext cx="28575" cy="2462"/>
            </a:xfrm>
            <a:custGeom>
              <a:rect b="b" l="l" r="r" t="t"/>
              <a:pathLst>
                <a:path extrusionOk="0" h="3" w="31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4" name="Google Shape;464;p23"/>
            <p:cNvSpPr/>
            <p:nvPr/>
          </p:nvSpPr>
          <p:spPr>
            <a:xfrm>
              <a:off x="11137900" y="1534170"/>
              <a:ext cx="188912" cy="23388"/>
            </a:xfrm>
            <a:custGeom>
              <a:rect b="b" l="l" r="r" t="t"/>
              <a:pathLst>
                <a:path extrusionOk="0" h="27" w="198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5" name="Google Shape;465;p23"/>
            <p:cNvSpPr/>
            <p:nvPr/>
          </p:nvSpPr>
          <p:spPr>
            <a:xfrm>
              <a:off x="11266488" y="1529246"/>
              <a:ext cx="95250" cy="4924"/>
            </a:xfrm>
            <a:custGeom>
              <a:rect b="b" l="l" r="r" t="t"/>
              <a:pathLst>
                <a:path extrusionOk="0" h="6" w="100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6" name="Google Shape;466;p23"/>
            <p:cNvSpPr/>
            <p:nvPr/>
          </p:nvSpPr>
          <p:spPr>
            <a:xfrm>
              <a:off x="11361738" y="1531708"/>
              <a:ext cx="134937" cy="12309"/>
            </a:xfrm>
            <a:custGeom>
              <a:rect b="b" l="l" r="r" t="t"/>
              <a:pathLst>
                <a:path extrusionOk="0" h="14" w="142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7" name="Google Shape;467;p23"/>
            <p:cNvSpPr/>
            <p:nvPr/>
          </p:nvSpPr>
          <p:spPr>
            <a:xfrm>
              <a:off x="11834813" y="1552634"/>
              <a:ext cx="9525" cy="1231"/>
            </a:xfrm>
            <a:custGeom>
              <a:rect b="b" l="l" r="r" t="t"/>
              <a:pathLst>
                <a:path extrusionOk="0" h="1" w="1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8" name="Google Shape;468;p23"/>
            <p:cNvSpPr/>
            <p:nvPr/>
          </p:nvSpPr>
          <p:spPr>
            <a:xfrm>
              <a:off x="11764963" y="1542787"/>
              <a:ext cx="117475" cy="9847"/>
            </a:xfrm>
            <a:custGeom>
              <a:rect b="b" l="l" r="r" t="t"/>
              <a:pathLst>
                <a:path extrusionOk="0" h="12" w="12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9" name="Google Shape;469;p23"/>
            <p:cNvSpPr/>
            <p:nvPr/>
          </p:nvSpPr>
          <p:spPr>
            <a:xfrm>
              <a:off x="11555413" y="1544017"/>
              <a:ext cx="69850" cy="4924"/>
            </a:xfrm>
            <a:custGeom>
              <a:rect b="b" l="l" r="r" t="t"/>
              <a:pathLst>
                <a:path extrusionOk="0" h="6" w="74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70" name="Google Shape;470;p23"/>
            <p:cNvSpPr/>
            <p:nvPr/>
          </p:nvSpPr>
          <p:spPr>
            <a:xfrm>
              <a:off x="11223625" y="1528016"/>
              <a:ext cx="38100" cy="6155"/>
            </a:xfrm>
            <a:custGeom>
              <a:rect b="b" l="l" r="r" t="t"/>
              <a:pathLst>
                <a:path extrusionOk="0" h="7" w="40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71" name="Google Shape;471;p23"/>
            <p:cNvSpPr/>
            <p:nvPr/>
          </p:nvSpPr>
          <p:spPr>
            <a:xfrm>
              <a:off x="11145838" y="1529246"/>
              <a:ext cx="22225" cy="2462"/>
            </a:xfrm>
            <a:custGeom>
              <a:rect b="b" l="l" r="r" t="t"/>
              <a:pathLst>
                <a:path extrusionOk="0" h="4" w="2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72" name="Google Shape;472;p23"/>
            <p:cNvSpPr/>
            <p:nvPr/>
          </p:nvSpPr>
          <p:spPr>
            <a:xfrm>
              <a:off x="6197600" y="1566174"/>
              <a:ext cx="20637" cy="1231"/>
            </a:xfrm>
            <a:custGeom>
              <a:rect b="b" l="l" r="r" t="t"/>
              <a:pathLst>
                <a:path extrusionOk="0" h="1" w="2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73" name="Google Shape;473;p23"/>
            <p:cNvSpPr/>
            <p:nvPr/>
          </p:nvSpPr>
          <p:spPr>
            <a:xfrm>
              <a:off x="6356350" y="1564943"/>
              <a:ext cx="9525" cy="1231"/>
            </a:xfrm>
            <a:custGeom>
              <a:rect b="b" l="l" r="r" t="t"/>
              <a:pathLst>
                <a:path extrusionOk="0" h="2" w="10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74" name="Google Shape;474;p23"/>
            <p:cNvSpPr/>
            <p:nvPr/>
          </p:nvSpPr>
          <p:spPr>
            <a:xfrm>
              <a:off x="8950325" y="1521861"/>
              <a:ext cx="61912" cy="7386"/>
            </a:xfrm>
            <a:custGeom>
              <a:rect b="b" l="l" r="r" t="t"/>
              <a:pathLst>
                <a:path extrusionOk="0" h="9" w="65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75" name="Google Shape;475;p23"/>
            <p:cNvSpPr/>
            <p:nvPr/>
          </p:nvSpPr>
          <p:spPr>
            <a:xfrm>
              <a:off x="7537450" y="1546479"/>
              <a:ext cx="28575" cy="3693"/>
            </a:xfrm>
            <a:custGeom>
              <a:rect b="b" l="l" r="r" t="t"/>
              <a:pathLst>
                <a:path extrusionOk="0" h="4" w="29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76" name="Google Shape;476;p23"/>
            <p:cNvSpPr/>
            <p:nvPr/>
          </p:nvSpPr>
          <p:spPr>
            <a:xfrm>
              <a:off x="7478713" y="1562481"/>
              <a:ext cx="38100" cy="2462"/>
            </a:xfrm>
            <a:custGeom>
              <a:rect b="b" l="l" r="r" t="t"/>
              <a:pathLst>
                <a:path extrusionOk="0" h="3" w="40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77" name="Google Shape;477;p23"/>
            <p:cNvSpPr/>
            <p:nvPr/>
          </p:nvSpPr>
          <p:spPr>
            <a:xfrm>
              <a:off x="5410200" y="1568636"/>
              <a:ext cx="36512" cy="3693"/>
            </a:xfrm>
            <a:custGeom>
              <a:rect b="b" l="l" r="r" t="t"/>
              <a:pathLst>
                <a:path extrusionOk="0" h="5" w="38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78" name="Google Shape;478;p23"/>
            <p:cNvSpPr/>
            <p:nvPr/>
          </p:nvSpPr>
          <p:spPr>
            <a:xfrm>
              <a:off x="10206038" y="1530477"/>
              <a:ext cx="61912" cy="4924"/>
            </a:xfrm>
            <a:custGeom>
              <a:rect b="b" l="l" r="r" t="t"/>
              <a:pathLst>
                <a:path extrusionOk="0" h="6" w="65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79" name="Google Shape;479;p23"/>
            <p:cNvSpPr/>
            <p:nvPr/>
          </p:nvSpPr>
          <p:spPr>
            <a:xfrm>
              <a:off x="6257925" y="1525554"/>
              <a:ext cx="19050" cy="2462"/>
            </a:xfrm>
            <a:custGeom>
              <a:rect b="b" l="l" r="r" t="t"/>
              <a:pathLst>
                <a:path extrusionOk="0" h="2" w="21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80" name="Google Shape;480;p23"/>
            <p:cNvSpPr/>
            <p:nvPr/>
          </p:nvSpPr>
          <p:spPr>
            <a:xfrm>
              <a:off x="10134600" y="1528016"/>
              <a:ext cx="71437" cy="3693"/>
            </a:xfrm>
            <a:custGeom>
              <a:rect b="b" l="l" r="r" t="t"/>
              <a:pathLst>
                <a:path extrusionOk="0" h="4" w="75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81" name="Google Shape;481;p23"/>
            <p:cNvSpPr/>
            <p:nvPr/>
          </p:nvSpPr>
          <p:spPr>
            <a:xfrm>
              <a:off x="2582863" y="1560020"/>
              <a:ext cx="7937" cy="1231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82" name="Google Shape;482;p23"/>
            <p:cNvSpPr/>
            <p:nvPr/>
          </p:nvSpPr>
          <p:spPr>
            <a:xfrm>
              <a:off x="1762125" y="1521861"/>
              <a:ext cx="34925" cy="1231"/>
            </a:xfrm>
            <a:custGeom>
              <a:rect b="b" l="l" r="r" t="t"/>
              <a:pathLst>
                <a:path extrusionOk="0" h="1" w="36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83" name="Google Shape;483;p23"/>
            <p:cNvSpPr/>
            <p:nvPr/>
          </p:nvSpPr>
          <p:spPr>
            <a:xfrm>
              <a:off x="10812463" y="1529246"/>
              <a:ext cx="19050" cy="1231"/>
            </a:xfrm>
            <a:custGeom>
              <a:rect b="b" l="l" r="r" t="t"/>
              <a:pathLst>
                <a:path extrusionOk="0" h="1" w="20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84" name="Google Shape;484;p23"/>
            <p:cNvSpPr/>
            <p:nvPr/>
          </p:nvSpPr>
          <p:spPr>
            <a:xfrm>
              <a:off x="10896600" y="1545248"/>
              <a:ext cx="7937" cy="2462"/>
            </a:xfrm>
            <a:custGeom>
              <a:rect b="b" l="l" r="r" t="t"/>
              <a:pathLst>
                <a:path extrusionOk="0" h="3" w="8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85" name="Google Shape;485;p23"/>
            <p:cNvSpPr/>
            <p:nvPr/>
          </p:nvSpPr>
          <p:spPr>
            <a:xfrm>
              <a:off x="9947275" y="1553865"/>
              <a:ext cx="4762" cy="1231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86" name="Google Shape;486;p23"/>
            <p:cNvSpPr/>
            <p:nvPr/>
          </p:nvSpPr>
          <p:spPr>
            <a:xfrm>
              <a:off x="10817225" y="1531708"/>
              <a:ext cx="23812" cy="0"/>
            </a:xfrm>
            <a:custGeom>
              <a:rect b="b" l="l" r="r" t="t"/>
              <a:pathLst>
                <a:path extrusionOk="0" h="1" w="25">
                  <a:moveTo>
                    <a:pt x="25" y="0"/>
                  </a:moveTo>
                  <a:lnTo>
                    <a:pt x="25" y="0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87" name="Google Shape;487;p23"/>
            <p:cNvSpPr/>
            <p:nvPr/>
          </p:nvSpPr>
          <p:spPr>
            <a:xfrm>
              <a:off x="10836275" y="1529246"/>
              <a:ext cx="19050" cy="1231"/>
            </a:xfrm>
            <a:custGeom>
              <a:rect b="b" l="l" r="r" t="t"/>
              <a:pathLst>
                <a:path extrusionOk="0" h="1" w="20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88" name="Google Shape;488;p23"/>
            <p:cNvSpPr/>
            <p:nvPr/>
          </p:nvSpPr>
          <p:spPr>
            <a:xfrm>
              <a:off x="10787063" y="1530477"/>
              <a:ext cx="30162" cy="1231"/>
            </a:xfrm>
            <a:custGeom>
              <a:rect b="b" l="l" r="r" t="t"/>
              <a:pathLst>
                <a:path extrusionOk="0" h="1" w="3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89" name="Google Shape;489;p23"/>
            <p:cNvSpPr/>
            <p:nvPr/>
          </p:nvSpPr>
          <p:spPr>
            <a:xfrm>
              <a:off x="4092575" y="1552634"/>
              <a:ext cx="20637" cy="2462"/>
            </a:xfrm>
            <a:custGeom>
              <a:rect b="b" l="l" r="r" t="t"/>
              <a:pathLst>
                <a:path extrusionOk="0" h="2" w="23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0" name="Google Shape;490;p23"/>
            <p:cNvSpPr/>
            <p:nvPr/>
          </p:nvSpPr>
          <p:spPr>
            <a:xfrm>
              <a:off x="8528050" y="1567405"/>
              <a:ext cx="3175" cy="1231"/>
            </a:xfrm>
            <a:custGeom>
              <a:rect b="b" l="l" r="r" t="t"/>
              <a:pathLst>
                <a:path extrusionOk="0" h="1" w="3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1" name="Google Shape;491;p23"/>
            <p:cNvSpPr/>
            <p:nvPr/>
          </p:nvSpPr>
          <p:spPr>
            <a:xfrm>
              <a:off x="8461375" y="1556326"/>
              <a:ext cx="66675" cy="14771"/>
            </a:xfrm>
            <a:custGeom>
              <a:rect b="b" l="l" r="r" t="t"/>
              <a:pathLst>
                <a:path extrusionOk="0" h="17" w="69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2" name="Google Shape;492;p23"/>
            <p:cNvSpPr/>
            <p:nvPr/>
          </p:nvSpPr>
          <p:spPr>
            <a:xfrm>
              <a:off x="1562100" y="1514475"/>
              <a:ext cx="9563100" cy="64008"/>
            </a:xfrm>
            <a:custGeom>
              <a:rect b="b" l="l" r="r" t="t"/>
              <a:pathLst>
                <a:path extrusionOk="0" h="75" w="10030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3" name="Google Shape;493;p23"/>
            <p:cNvSpPr/>
            <p:nvPr/>
          </p:nvSpPr>
          <p:spPr>
            <a:xfrm>
              <a:off x="7508875" y="1560020"/>
              <a:ext cx="11112" cy="3693"/>
            </a:xfrm>
            <a:custGeom>
              <a:rect b="b" l="l" r="r" t="t"/>
              <a:pathLst>
                <a:path extrusionOk="0" h="3" w="12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4" name="Google Shape;494;p23"/>
            <p:cNvSpPr/>
            <p:nvPr/>
          </p:nvSpPr>
          <p:spPr>
            <a:xfrm>
              <a:off x="5434013" y="1567405"/>
              <a:ext cx="4762" cy="1231"/>
            </a:xfrm>
            <a:custGeom>
              <a:rect b="b" l="l" r="r" t="t"/>
              <a:pathLst>
                <a:path extrusionOk="0" h="1" w="5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5" name="Google Shape;495;p23"/>
            <p:cNvSpPr/>
            <p:nvPr/>
          </p:nvSpPr>
          <p:spPr>
            <a:xfrm>
              <a:off x="9672638" y="1567405"/>
              <a:ext cx="25400" cy="2462"/>
            </a:xfrm>
            <a:custGeom>
              <a:rect b="b" l="l" r="r" t="t"/>
              <a:pathLst>
                <a:path extrusionOk="0" h="3" w="27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6" name="Google Shape;496;p23"/>
            <p:cNvSpPr/>
            <p:nvPr/>
          </p:nvSpPr>
          <p:spPr>
            <a:xfrm>
              <a:off x="10966450" y="1529246"/>
              <a:ext cx="39687" cy="2462"/>
            </a:xfrm>
            <a:custGeom>
              <a:rect b="b" l="l" r="r" t="t"/>
              <a:pathLst>
                <a:path extrusionOk="0" h="3" w="42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7" name="Google Shape;497;p23"/>
            <p:cNvSpPr/>
            <p:nvPr/>
          </p:nvSpPr>
          <p:spPr>
            <a:xfrm>
              <a:off x="11329988" y="1552634"/>
              <a:ext cx="44450" cy="2462"/>
            </a:xfrm>
            <a:custGeom>
              <a:rect b="b" l="l" r="r" t="t"/>
              <a:pathLst>
                <a:path extrusionOk="0" h="3" w="46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8" name="Google Shape;498;p23"/>
            <p:cNvSpPr/>
            <p:nvPr/>
          </p:nvSpPr>
          <p:spPr>
            <a:xfrm>
              <a:off x="11042650" y="1540325"/>
              <a:ext cx="60325" cy="6155"/>
            </a:xfrm>
            <a:custGeom>
              <a:rect b="b" l="l" r="r" t="t"/>
              <a:pathLst>
                <a:path extrusionOk="0" h="7" w="63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9" name="Google Shape;499;p23"/>
            <p:cNvSpPr/>
            <p:nvPr/>
          </p:nvSpPr>
          <p:spPr>
            <a:xfrm>
              <a:off x="11106150" y="1542787"/>
              <a:ext cx="28575" cy="1231"/>
            </a:xfrm>
            <a:custGeom>
              <a:rect b="b" l="l" r="r" t="t"/>
              <a:pathLst>
                <a:path extrusionOk="0" h="2" w="31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00" name="Google Shape;500;p23"/>
            <p:cNvSpPr/>
            <p:nvPr/>
          </p:nvSpPr>
          <p:spPr>
            <a:xfrm>
              <a:off x="10679113" y="1525554"/>
              <a:ext cx="103187" cy="9847"/>
            </a:xfrm>
            <a:custGeom>
              <a:rect b="b" l="l" r="r" t="t"/>
              <a:pathLst>
                <a:path extrusionOk="0" h="12" w="109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01" name="Google Shape;501;p23"/>
            <p:cNvSpPr/>
            <p:nvPr/>
          </p:nvSpPr>
          <p:spPr>
            <a:xfrm>
              <a:off x="11039475" y="1550172"/>
              <a:ext cx="26987" cy="4924"/>
            </a:xfrm>
            <a:custGeom>
              <a:rect b="b" l="l" r="r" t="t"/>
              <a:pathLst>
                <a:path extrusionOk="0" h="5" w="27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02" name="Google Shape;502;p23"/>
            <p:cNvSpPr/>
            <p:nvPr/>
          </p:nvSpPr>
          <p:spPr>
            <a:xfrm>
              <a:off x="10841038" y="1548941"/>
              <a:ext cx="58737" cy="2462"/>
            </a:xfrm>
            <a:custGeom>
              <a:rect b="b" l="l" r="r" t="t"/>
              <a:pathLst>
                <a:path extrusionOk="0" h="3" w="61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03" name="Google Shape;503;p23"/>
            <p:cNvSpPr/>
            <p:nvPr/>
          </p:nvSpPr>
          <p:spPr>
            <a:xfrm>
              <a:off x="10899775" y="1550172"/>
              <a:ext cx="36512" cy="1231"/>
            </a:xfrm>
            <a:custGeom>
              <a:rect b="b" l="l" r="r" t="t"/>
              <a:pathLst>
                <a:path extrusionOk="0" h="1" w="38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04" name="Google Shape;504;p23"/>
            <p:cNvSpPr/>
            <p:nvPr/>
          </p:nvSpPr>
          <p:spPr>
            <a:xfrm>
              <a:off x="10958513" y="1555096"/>
              <a:ext cx="46037" cy="0"/>
            </a:xfrm>
            <a:custGeom>
              <a:rect b="b" l="l" r="r" t="t"/>
              <a:pathLst>
                <a:path extrusionOk="0" h="1" w="47">
                  <a:moveTo>
                    <a:pt x="47" y="0"/>
                  </a:moveTo>
                  <a:lnTo>
                    <a:pt x="47" y="0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05" name="Google Shape;505;p23"/>
            <p:cNvSpPr/>
            <p:nvPr/>
          </p:nvSpPr>
          <p:spPr>
            <a:xfrm>
              <a:off x="10304463" y="1548941"/>
              <a:ext cx="61912" cy="3693"/>
            </a:xfrm>
            <a:custGeom>
              <a:rect b="b" l="l" r="r" t="t"/>
              <a:pathLst>
                <a:path extrusionOk="0" h="4" w="65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06" name="Google Shape;506;p23"/>
            <p:cNvSpPr/>
            <p:nvPr/>
          </p:nvSpPr>
          <p:spPr>
            <a:xfrm>
              <a:off x="10483850" y="1557558"/>
              <a:ext cx="23812" cy="6155"/>
            </a:xfrm>
            <a:custGeom>
              <a:rect b="b" l="l" r="r" t="t"/>
              <a:pathLst>
                <a:path extrusionOk="0" h="7" w="25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07" name="Google Shape;507;p23"/>
            <p:cNvSpPr/>
            <p:nvPr/>
          </p:nvSpPr>
          <p:spPr>
            <a:xfrm>
              <a:off x="10291763" y="1563712"/>
              <a:ext cx="117475" cy="2462"/>
            </a:xfrm>
            <a:custGeom>
              <a:rect b="b" l="l" r="r" t="t"/>
              <a:pathLst>
                <a:path extrusionOk="0" h="4" w="123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08" name="Google Shape;508;p23"/>
            <p:cNvSpPr/>
            <p:nvPr/>
          </p:nvSpPr>
          <p:spPr>
            <a:xfrm>
              <a:off x="9621838" y="1546479"/>
              <a:ext cx="11112" cy="8617"/>
            </a:xfrm>
            <a:custGeom>
              <a:rect b="b" l="l" r="r" t="t"/>
              <a:pathLst>
                <a:path extrusionOk="0" h="10" w="13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09" name="Google Shape;509;p23"/>
            <p:cNvSpPr/>
            <p:nvPr/>
          </p:nvSpPr>
          <p:spPr>
            <a:xfrm>
              <a:off x="8951913" y="1568636"/>
              <a:ext cx="96837" cy="8617"/>
            </a:xfrm>
            <a:custGeom>
              <a:rect b="b" l="l" r="r" t="t"/>
              <a:pathLst>
                <a:path extrusionOk="0" h="10" w="101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10" name="Google Shape;510;p23"/>
            <p:cNvSpPr/>
            <p:nvPr/>
          </p:nvSpPr>
          <p:spPr>
            <a:xfrm>
              <a:off x="9005888" y="1566174"/>
              <a:ext cx="17462" cy="2462"/>
            </a:xfrm>
            <a:custGeom>
              <a:rect b="b" l="l" r="r" t="t"/>
              <a:pathLst>
                <a:path extrusionOk="0" h="2" w="19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11" name="Google Shape;511;p23"/>
            <p:cNvSpPr/>
            <p:nvPr/>
          </p:nvSpPr>
          <p:spPr>
            <a:xfrm>
              <a:off x="1587500" y="1516937"/>
              <a:ext cx="38100" cy="3693"/>
            </a:xfrm>
            <a:custGeom>
              <a:rect b="b" l="l" r="r" t="t"/>
              <a:pathLst>
                <a:path extrusionOk="0" h="4" w="39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12" name="Google Shape;512;p23"/>
            <p:cNvSpPr/>
            <p:nvPr/>
          </p:nvSpPr>
          <p:spPr>
            <a:xfrm>
              <a:off x="1522413" y="1519399"/>
              <a:ext cx="30162" cy="4924"/>
            </a:xfrm>
            <a:custGeom>
              <a:rect b="b" l="l" r="r" t="t"/>
              <a:pathLst>
                <a:path extrusionOk="0" h="6" w="32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13" name="Google Shape;513;p23"/>
            <p:cNvSpPr/>
            <p:nvPr/>
          </p:nvSpPr>
          <p:spPr>
            <a:xfrm>
              <a:off x="6650038" y="1573559"/>
              <a:ext cx="33337" cy="3693"/>
            </a:xfrm>
            <a:custGeom>
              <a:rect b="b" l="l" r="r" t="t"/>
              <a:pathLst>
                <a:path extrusionOk="0" h="4" w="3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14" name="Google Shape;514;p23"/>
            <p:cNvSpPr/>
            <p:nvPr/>
          </p:nvSpPr>
          <p:spPr>
            <a:xfrm>
              <a:off x="6162675" y="1566174"/>
              <a:ext cx="15875" cy="4924"/>
            </a:xfrm>
            <a:custGeom>
              <a:rect b="b" l="l" r="r" t="t"/>
              <a:pathLst>
                <a:path extrusionOk="0" h="6" w="17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15" name="Google Shape;515;p23"/>
            <p:cNvSpPr/>
            <p:nvPr/>
          </p:nvSpPr>
          <p:spPr>
            <a:xfrm>
              <a:off x="5738813" y="1571097"/>
              <a:ext cx="60325" cy="6155"/>
            </a:xfrm>
            <a:custGeom>
              <a:rect b="b" l="l" r="r" t="t"/>
              <a:pathLst>
                <a:path extrusionOk="0" h="8" w="63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516" name="Google Shape;516;p23"/>
          <p:cNvSpPr txBox="1"/>
          <p:nvPr>
            <p:ph idx="1" type="body"/>
          </p:nvPr>
        </p:nvSpPr>
        <p:spPr>
          <a:xfrm>
            <a:off x="1522413" y="1905000"/>
            <a:ext cx="4416552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7" name="Google Shape;517;p23"/>
          <p:cNvSpPr txBox="1"/>
          <p:nvPr>
            <p:ph idx="2" type="body"/>
          </p:nvPr>
        </p:nvSpPr>
        <p:spPr>
          <a:xfrm>
            <a:off x="1522413" y="2819399"/>
            <a:ext cx="4416552" cy="3352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9pPr>
          </a:lstStyle>
          <a:p/>
        </p:txBody>
      </p:sp>
      <p:sp>
        <p:nvSpPr>
          <p:cNvPr id="518" name="Google Shape;518;p23"/>
          <p:cNvSpPr txBox="1"/>
          <p:nvPr>
            <p:ph idx="3" type="body"/>
          </p:nvPr>
        </p:nvSpPr>
        <p:spPr>
          <a:xfrm>
            <a:off x="6249860" y="1905000"/>
            <a:ext cx="4416552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9" name="Google Shape;519;p23"/>
          <p:cNvSpPr txBox="1"/>
          <p:nvPr>
            <p:ph idx="4" type="body"/>
          </p:nvPr>
        </p:nvSpPr>
        <p:spPr>
          <a:xfrm>
            <a:off x="6249860" y="2819399"/>
            <a:ext cx="4416552" cy="3352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9pPr>
          </a:lstStyle>
          <a:p/>
        </p:txBody>
      </p:sp>
      <p:sp>
        <p:nvSpPr>
          <p:cNvPr id="520" name="Google Shape;520;p23"/>
          <p:cNvSpPr txBox="1"/>
          <p:nvPr>
            <p:ph idx="11" type="ftr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1" name="Google Shape;521;p23"/>
          <p:cNvSpPr txBox="1"/>
          <p:nvPr>
            <p:ph idx="10" type="dt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2" name="Google Shape;522;p23"/>
          <p:cNvSpPr txBox="1"/>
          <p:nvPr>
            <p:ph idx="12" type="sldNum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4"/>
          <p:cNvSpPr txBox="1"/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descr="Line graphic" id="525" name="Google Shape;525;p24"/>
          <p:cNvGrpSpPr/>
          <p:nvPr/>
        </p:nvGrpSpPr>
        <p:grpSpPr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526" name="Google Shape;526;p24"/>
            <p:cNvSpPr/>
            <p:nvPr/>
          </p:nvSpPr>
          <p:spPr>
            <a:xfrm>
              <a:off x="12028488" y="1525554"/>
              <a:ext cx="63500" cy="4924"/>
            </a:xfrm>
            <a:custGeom>
              <a:rect b="b" l="l" r="r" t="t"/>
              <a:pathLst>
                <a:path extrusionOk="0" h="6" w="67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27" name="Google Shape;527;p24"/>
            <p:cNvSpPr/>
            <p:nvPr/>
          </p:nvSpPr>
          <p:spPr>
            <a:xfrm>
              <a:off x="12022138" y="1532939"/>
              <a:ext cx="19050" cy="1231"/>
            </a:xfrm>
            <a:custGeom>
              <a:rect b="b" l="l" r="r" t="t"/>
              <a:pathLst>
                <a:path extrusionOk="0" h="2" w="20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28" name="Google Shape;528;p24"/>
            <p:cNvSpPr/>
            <p:nvPr/>
          </p:nvSpPr>
          <p:spPr>
            <a:xfrm>
              <a:off x="12041188" y="1531708"/>
              <a:ext cx="39687" cy="6155"/>
            </a:xfrm>
            <a:custGeom>
              <a:rect b="b" l="l" r="r" t="t"/>
              <a:pathLst>
                <a:path extrusionOk="0" h="6" w="41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29" name="Google Shape;529;p24"/>
            <p:cNvSpPr/>
            <p:nvPr/>
          </p:nvSpPr>
          <p:spPr>
            <a:xfrm>
              <a:off x="11831638" y="1526784"/>
              <a:ext cx="42862" cy="4924"/>
            </a:xfrm>
            <a:custGeom>
              <a:rect b="b" l="l" r="r" t="t"/>
              <a:pathLst>
                <a:path extrusionOk="0" h="6" w="45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30" name="Google Shape;530;p24"/>
            <p:cNvSpPr/>
            <p:nvPr/>
          </p:nvSpPr>
          <p:spPr>
            <a:xfrm>
              <a:off x="11809413" y="1531708"/>
              <a:ext cx="41275" cy="2462"/>
            </a:xfrm>
            <a:custGeom>
              <a:rect b="b" l="l" r="r" t="t"/>
              <a:pathLst>
                <a:path extrusionOk="0" h="3" w="44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31" name="Google Shape;531;p24"/>
            <p:cNvSpPr/>
            <p:nvPr/>
          </p:nvSpPr>
          <p:spPr>
            <a:xfrm>
              <a:off x="12003088" y="1537863"/>
              <a:ext cx="77787" cy="3693"/>
            </a:xfrm>
            <a:custGeom>
              <a:rect b="b" l="l" r="r" t="t"/>
              <a:pathLst>
                <a:path extrusionOk="0" h="5" w="82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32" name="Google Shape;532;p24"/>
            <p:cNvSpPr/>
            <p:nvPr/>
          </p:nvSpPr>
          <p:spPr>
            <a:xfrm>
              <a:off x="11664950" y="1523092"/>
              <a:ext cx="39687" cy="4924"/>
            </a:xfrm>
            <a:custGeom>
              <a:rect b="b" l="l" r="r" t="t"/>
              <a:pathLst>
                <a:path extrusionOk="0" h="5" w="42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33" name="Google Shape;533;p24"/>
            <p:cNvSpPr/>
            <p:nvPr/>
          </p:nvSpPr>
          <p:spPr>
            <a:xfrm>
              <a:off x="11506200" y="1521861"/>
              <a:ext cx="92075" cy="4924"/>
            </a:xfrm>
            <a:custGeom>
              <a:rect b="b" l="l" r="r" t="t"/>
              <a:pathLst>
                <a:path extrusionOk="0" h="6" w="98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34" name="Google Shape;534;p24"/>
            <p:cNvSpPr/>
            <p:nvPr/>
          </p:nvSpPr>
          <p:spPr>
            <a:xfrm>
              <a:off x="11471275" y="1525554"/>
              <a:ext cx="34925" cy="3693"/>
            </a:xfrm>
            <a:custGeom>
              <a:rect b="b" l="l" r="r" t="t"/>
              <a:pathLst>
                <a:path extrusionOk="0" h="3" w="36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35" name="Google Shape;535;p24"/>
            <p:cNvSpPr/>
            <p:nvPr/>
          </p:nvSpPr>
          <p:spPr>
            <a:xfrm>
              <a:off x="11710988" y="1529246"/>
              <a:ext cx="30162" cy="4924"/>
            </a:xfrm>
            <a:custGeom>
              <a:rect b="b" l="l" r="r" t="t"/>
              <a:pathLst>
                <a:path extrusionOk="0" h="5" w="32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36" name="Google Shape;536;p24"/>
            <p:cNvSpPr/>
            <p:nvPr/>
          </p:nvSpPr>
          <p:spPr>
            <a:xfrm>
              <a:off x="11691938" y="1532939"/>
              <a:ext cx="34925" cy="1231"/>
            </a:xfrm>
            <a:custGeom>
              <a:rect b="b" l="l" r="r" t="t"/>
              <a:pathLst>
                <a:path extrusionOk="0" h="1" w="36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37" name="Google Shape;537;p24"/>
            <p:cNvSpPr/>
            <p:nvPr/>
          </p:nvSpPr>
          <p:spPr>
            <a:xfrm>
              <a:off x="11741150" y="1534170"/>
              <a:ext cx="4762" cy="0"/>
            </a:xfrm>
            <a:custGeom>
              <a:rect b="b" l="l" r="r" t="t"/>
              <a:pathLst>
                <a:path extrusionOk="0" h="120000"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38" name="Google Shape;538;p24"/>
            <p:cNvSpPr/>
            <p:nvPr/>
          </p:nvSpPr>
          <p:spPr>
            <a:xfrm>
              <a:off x="11841163" y="1537863"/>
              <a:ext cx="71437" cy="8617"/>
            </a:xfrm>
            <a:custGeom>
              <a:rect b="b" l="l" r="r" t="t"/>
              <a:pathLst>
                <a:path extrusionOk="0" h="9" w="75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39" name="Google Shape;539;p24"/>
            <p:cNvSpPr/>
            <p:nvPr/>
          </p:nvSpPr>
          <p:spPr>
            <a:xfrm>
              <a:off x="11764963" y="1535401"/>
              <a:ext cx="44450" cy="3693"/>
            </a:xfrm>
            <a:custGeom>
              <a:rect b="b" l="l" r="r" t="t"/>
              <a:pathLst>
                <a:path extrusionOk="0" h="4" w="47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0" name="Google Shape;540;p24"/>
            <p:cNvSpPr/>
            <p:nvPr/>
          </p:nvSpPr>
          <p:spPr>
            <a:xfrm>
              <a:off x="11744325" y="1537863"/>
              <a:ext cx="20637" cy="2462"/>
            </a:xfrm>
            <a:custGeom>
              <a:rect b="b" l="l" r="r" t="t"/>
              <a:pathLst>
                <a:path extrusionOk="0" h="2" w="2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1" name="Google Shape;541;p24"/>
            <p:cNvSpPr/>
            <p:nvPr/>
          </p:nvSpPr>
          <p:spPr>
            <a:xfrm>
              <a:off x="11482388" y="1531708"/>
              <a:ext cx="85725" cy="3693"/>
            </a:xfrm>
            <a:custGeom>
              <a:rect b="b" l="l" r="r" t="t"/>
              <a:pathLst>
                <a:path extrusionOk="0" h="4" w="90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2" name="Google Shape;542;p24"/>
            <p:cNvSpPr/>
            <p:nvPr/>
          </p:nvSpPr>
          <p:spPr>
            <a:xfrm>
              <a:off x="11626850" y="1532939"/>
              <a:ext cx="4762" cy="1231"/>
            </a:xfrm>
            <a:custGeom>
              <a:rect b="b" l="l" r="r" t="t"/>
              <a:pathLst>
                <a:path extrusionOk="0" h="1" w="5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3" name="Google Shape;543;p24"/>
            <p:cNvSpPr/>
            <p:nvPr/>
          </p:nvSpPr>
          <p:spPr>
            <a:xfrm>
              <a:off x="11261725" y="1534170"/>
              <a:ext cx="4762" cy="0"/>
            </a:xfrm>
            <a:custGeom>
              <a:rect b="b" l="l" r="r" t="t"/>
              <a:pathLst>
                <a:path extrusionOk="0" h="1" w="5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cubicBezTo>
                    <a:pt x="4" y="0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4" name="Google Shape;544;p24"/>
            <p:cNvSpPr/>
            <p:nvPr/>
          </p:nvSpPr>
          <p:spPr>
            <a:xfrm>
              <a:off x="11553825" y="1534170"/>
              <a:ext cx="44450" cy="2462"/>
            </a:xfrm>
            <a:custGeom>
              <a:rect b="b" l="l" r="r" t="t"/>
              <a:pathLst>
                <a:path extrusionOk="0" h="2" w="47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5" name="Google Shape;545;p24"/>
            <p:cNvSpPr/>
            <p:nvPr/>
          </p:nvSpPr>
          <p:spPr>
            <a:xfrm>
              <a:off x="11409363" y="1529246"/>
              <a:ext cx="31750" cy="2462"/>
            </a:xfrm>
            <a:custGeom>
              <a:rect b="b" l="l" r="r" t="t"/>
              <a:pathLst>
                <a:path extrusionOk="0" h="3" w="3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6" name="Google Shape;546;p24"/>
            <p:cNvSpPr/>
            <p:nvPr/>
          </p:nvSpPr>
          <p:spPr>
            <a:xfrm>
              <a:off x="11618913" y="1531708"/>
              <a:ext cx="6350" cy="0"/>
            </a:xfrm>
            <a:custGeom>
              <a:rect b="b" l="l" r="r" t="t"/>
              <a:pathLst>
                <a:path extrusionOk="0" h="1" w="6">
                  <a:moveTo>
                    <a:pt x="3" y="0"/>
                  </a:moveTo>
                  <a:lnTo>
                    <a:pt x="3" y="0"/>
                  </a:lnTo>
                  <a:lnTo>
                    <a:pt x="6" y="0"/>
                  </a:lnTo>
                  <a:cubicBezTo>
                    <a:pt x="0" y="0"/>
                    <a:pt x="0" y="0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7" name="Google Shape;547;p24"/>
            <p:cNvSpPr/>
            <p:nvPr/>
          </p:nvSpPr>
          <p:spPr>
            <a:xfrm>
              <a:off x="11598275" y="1531708"/>
              <a:ext cx="28575" cy="2462"/>
            </a:xfrm>
            <a:custGeom>
              <a:rect b="b" l="l" r="r" t="t"/>
              <a:pathLst>
                <a:path extrusionOk="0" h="3" w="31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8" name="Google Shape;548;p24"/>
            <p:cNvSpPr/>
            <p:nvPr/>
          </p:nvSpPr>
          <p:spPr>
            <a:xfrm>
              <a:off x="11137900" y="1534170"/>
              <a:ext cx="188912" cy="23388"/>
            </a:xfrm>
            <a:custGeom>
              <a:rect b="b" l="l" r="r" t="t"/>
              <a:pathLst>
                <a:path extrusionOk="0" h="27" w="198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9" name="Google Shape;549;p24"/>
            <p:cNvSpPr/>
            <p:nvPr/>
          </p:nvSpPr>
          <p:spPr>
            <a:xfrm>
              <a:off x="11266488" y="1529246"/>
              <a:ext cx="95250" cy="4924"/>
            </a:xfrm>
            <a:custGeom>
              <a:rect b="b" l="l" r="r" t="t"/>
              <a:pathLst>
                <a:path extrusionOk="0" h="6" w="100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0" name="Google Shape;550;p24"/>
            <p:cNvSpPr/>
            <p:nvPr/>
          </p:nvSpPr>
          <p:spPr>
            <a:xfrm>
              <a:off x="11361738" y="1531708"/>
              <a:ext cx="134937" cy="12309"/>
            </a:xfrm>
            <a:custGeom>
              <a:rect b="b" l="l" r="r" t="t"/>
              <a:pathLst>
                <a:path extrusionOk="0" h="14" w="142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1" name="Google Shape;551;p24"/>
            <p:cNvSpPr/>
            <p:nvPr/>
          </p:nvSpPr>
          <p:spPr>
            <a:xfrm>
              <a:off x="11834813" y="1552634"/>
              <a:ext cx="9525" cy="1231"/>
            </a:xfrm>
            <a:custGeom>
              <a:rect b="b" l="l" r="r" t="t"/>
              <a:pathLst>
                <a:path extrusionOk="0" h="1" w="1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2" name="Google Shape;552;p24"/>
            <p:cNvSpPr/>
            <p:nvPr/>
          </p:nvSpPr>
          <p:spPr>
            <a:xfrm>
              <a:off x="11764963" y="1542787"/>
              <a:ext cx="117475" cy="9847"/>
            </a:xfrm>
            <a:custGeom>
              <a:rect b="b" l="l" r="r" t="t"/>
              <a:pathLst>
                <a:path extrusionOk="0" h="12" w="12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3" name="Google Shape;553;p24"/>
            <p:cNvSpPr/>
            <p:nvPr/>
          </p:nvSpPr>
          <p:spPr>
            <a:xfrm>
              <a:off x="11555413" y="1544017"/>
              <a:ext cx="69850" cy="4924"/>
            </a:xfrm>
            <a:custGeom>
              <a:rect b="b" l="l" r="r" t="t"/>
              <a:pathLst>
                <a:path extrusionOk="0" h="6" w="74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4" name="Google Shape;554;p24"/>
            <p:cNvSpPr/>
            <p:nvPr/>
          </p:nvSpPr>
          <p:spPr>
            <a:xfrm>
              <a:off x="11223625" y="1528016"/>
              <a:ext cx="38100" cy="6155"/>
            </a:xfrm>
            <a:custGeom>
              <a:rect b="b" l="l" r="r" t="t"/>
              <a:pathLst>
                <a:path extrusionOk="0" h="7" w="40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5" name="Google Shape;555;p24"/>
            <p:cNvSpPr/>
            <p:nvPr/>
          </p:nvSpPr>
          <p:spPr>
            <a:xfrm>
              <a:off x="11145838" y="1529246"/>
              <a:ext cx="22225" cy="2462"/>
            </a:xfrm>
            <a:custGeom>
              <a:rect b="b" l="l" r="r" t="t"/>
              <a:pathLst>
                <a:path extrusionOk="0" h="4" w="2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6" name="Google Shape;556;p24"/>
            <p:cNvSpPr/>
            <p:nvPr/>
          </p:nvSpPr>
          <p:spPr>
            <a:xfrm>
              <a:off x="6197600" y="1566174"/>
              <a:ext cx="20637" cy="1231"/>
            </a:xfrm>
            <a:custGeom>
              <a:rect b="b" l="l" r="r" t="t"/>
              <a:pathLst>
                <a:path extrusionOk="0" h="1" w="2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7" name="Google Shape;557;p24"/>
            <p:cNvSpPr/>
            <p:nvPr/>
          </p:nvSpPr>
          <p:spPr>
            <a:xfrm>
              <a:off x="6356350" y="1564943"/>
              <a:ext cx="9525" cy="1231"/>
            </a:xfrm>
            <a:custGeom>
              <a:rect b="b" l="l" r="r" t="t"/>
              <a:pathLst>
                <a:path extrusionOk="0" h="2" w="10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8" name="Google Shape;558;p24"/>
            <p:cNvSpPr/>
            <p:nvPr/>
          </p:nvSpPr>
          <p:spPr>
            <a:xfrm>
              <a:off x="8950325" y="1521861"/>
              <a:ext cx="61912" cy="7386"/>
            </a:xfrm>
            <a:custGeom>
              <a:rect b="b" l="l" r="r" t="t"/>
              <a:pathLst>
                <a:path extrusionOk="0" h="9" w="65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9" name="Google Shape;559;p24"/>
            <p:cNvSpPr/>
            <p:nvPr/>
          </p:nvSpPr>
          <p:spPr>
            <a:xfrm>
              <a:off x="7537450" y="1546479"/>
              <a:ext cx="28575" cy="3693"/>
            </a:xfrm>
            <a:custGeom>
              <a:rect b="b" l="l" r="r" t="t"/>
              <a:pathLst>
                <a:path extrusionOk="0" h="4" w="29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0" name="Google Shape;560;p24"/>
            <p:cNvSpPr/>
            <p:nvPr/>
          </p:nvSpPr>
          <p:spPr>
            <a:xfrm>
              <a:off x="7478713" y="1562481"/>
              <a:ext cx="38100" cy="2462"/>
            </a:xfrm>
            <a:custGeom>
              <a:rect b="b" l="l" r="r" t="t"/>
              <a:pathLst>
                <a:path extrusionOk="0" h="3" w="40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1" name="Google Shape;561;p24"/>
            <p:cNvSpPr/>
            <p:nvPr/>
          </p:nvSpPr>
          <p:spPr>
            <a:xfrm>
              <a:off x="5410200" y="1568636"/>
              <a:ext cx="36512" cy="3693"/>
            </a:xfrm>
            <a:custGeom>
              <a:rect b="b" l="l" r="r" t="t"/>
              <a:pathLst>
                <a:path extrusionOk="0" h="5" w="38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2" name="Google Shape;562;p24"/>
            <p:cNvSpPr/>
            <p:nvPr/>
          </p:nvSpPr>
          <p:spPr>
            <a:xfrm>
              <a:off x="10206038" y="1530477"/>
              <a:ext cx="61912" cy="4924"/>
            </a:xfrm>
            <a:custGeom>
              <a:rect b="b" l="l" r="r" t="t"/>
              <a:pathLst>
                <a:path extrusionOk="0" h="6" w="65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3" name="Google Shape;563;p24"/>
            <p:cNvSpPr/>
            <p:nvPr/>
          </p:nvSpPr>
          <p:spPr>
            <a:xfrm>
              <a:off x="6257925" y="1525554"/>
              <a:ext cx="19050" cy="2462"/>
            </a:xfrm>
            <a:custGeom>
              <a:rect b="b" l="l" r="r" t="t"/>
              <a:pathLst>
                <a:path extrusionOk="0" h="2" w="21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4" name="Google Shape;564;p24"/>
            <p:cNvSpPr/>
            <p:nvPr/>
          </p:nvSpPr>
          <p:spPr>
            <a:xfrm>
              <a:off x="10134600" y="1528016"/>
              <a:ext cx="71437" cy="3693"/>
            </a:xfrm>
            <a:custGeom>
              <a:rect b="b" l="l" r="r" t="t"/>
              <a:pathLst>
                <a:path extrusionOk="0" h="4" w="75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5" name="Google Shape;565;p24"/>
            <p:cNvSpPr/>
            <p:nvPr/>
          </p:nvSpPr>
          <p:spPr>
            <a:xfrm>
              <a:off x="2582863" y="1560020"/>
              <a:ext cx="7937" cy="1231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6" name="Google Shape;566;p24"/>
            <p:cNvSpPr/>
            <p:nvPr/>
          </p:nvSpPr>
          <p:spPr>
            <a:xfrm>
              <a:off x="1762125" y="1521861"/>
              <a:ext cx="34925" cy="1231"/>
            </a:xfrm>
            <a:custGeom>
              <a:rect b="b" l="l" r="r" t="t"/>
              <a:pathLst>
                <a:path extrusionOk="0" h="1" w="36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7" name="Google Shape;567;p24"/>
            <p:cNvSpPr/>
            <p:nvPr/>
          </p:nvSpPr>
          <p:spPr>
            <a:xfrm>
              <a:off x="10812463" y="1529246"/>
              <a:ext cx="19050" cy="1231"/>
            </a:xfrm>
            <a:custGeom>
              <a:rect b="b" l="l" r="r" t="t"/>
              <a:pathLst>
                <a:path extrusionOk="0" h="1" w="20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8" name="Google Shape;568;p24"/>
            <p:cNvSpPr/>
            <p:nvPr/>
          </p:nvSpPr>
          <p:spPr>
            <a:xfrm>
              <a:off x="10896600" y="1545248"/>
              <a:ext cx="7937" cy="2462"/>
            </a:xfrm>
            <a:custGeom>
              <a:rect b="b" l="l" r="r" t="t"/>
              <a:pathLst>
                <a:path extrusionOk="0" h="3" w="8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9" name="Google Shape;569;p24"/>
            <p:cNvSpPr/>
            <p:nvPr/>
          </p:nvSpPr>
          <p:spPr>
            <a:xfrm>
              <a:off x="9947275" y="1553865"/>
              <a:ext cx="4762" cy="1231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70" name="Google Shape;570;p24"/>
            <p:cNvSpPr/>
            <p:nvPr/>
          </p:nvSpPr>
          <p:spPr>
            <a:xfrm>
              <a:off x="10817225" y="1531708"/>
              <a:ext cx="23812" cy="0"/>
            </a:xfrm>
            <a:custGeom>
              <a:rect b="b" l="l" r="r" t="t"/>
              <a:pathLst>
                <a:path extrusionOk="0" h="1" w="25">
                  <a:moveTo>
                    <a:pt x="25" y="0"/>
                  </a:moveTo>
                  <a:lnTo>
                    <a:pt x="25" y="0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71" name="Google Shape;571;p24"/>
            <p:cNvSpPr/>
            <p:nvPr/>
          </p:nvSpPr>
          <p:spPr>
            <a:xfrm>
              <a:off x="10836275" y="1529246"/>
              <a:ext cx="19050" cy="1231"/>
            </a:xfrm>
            <a:custGeom>
              <a:rect b="b" l="l" r="r" t="t"/>
              <a:pathLst>
                <a:path extrusionOk="0" h="1" w="20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72" name="Google Shape;572;p24"/>
            <p:cNvSpPr/>
            <p:nvPr/>
          </p:nvSpPr>
          <p:spPr>
            <a:xfrm>
              <a:off x="10787063" y="1530477"/>
              <a:ext cx="30162" cy="1231"/>
            </a:xfrm>
            <a:custGeom>
              <a:rect b="b" l="l" r="r" t="t"/>
              <a:pathLst>
                <a:path extrusionOk="0" h="1" w="3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73" name="Google Shape;573;p24"/>
            <p:cNvSpPr/>
            <p:nvPr/>
          </p:nvSpPr>
          <p:spPr>
            <a:xfrm>
              <a:off x="4092575" y="1552634"/>
              <a:ext cx="20637" cy="2462"/>
            </a:xfrm>
            <a:custGeom>
              <a:rect b="b" l="l" r="r" t="t"/>
              <a:pathLst>
                <a:path extrusionOk="0" h="2" w="23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74" name="Google Shape;574;p24"/>
            <p:cNvSpPr/>
            <p:nvPr/>
          </p:nvSpPr>
          <p:spPr>
            <a:xfrm>
              <a:off x="8528050" y="1567405"/>
              <a:ext cx="3175" cy="1231"/>
            </a:xfrm>
            <a:custGeom>
              <a:rect b="b" l="l" r="r" t="t"/>
              <a:pathLst>
                <a:path extrusionOk="0" h="1" w="3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75" name="Google Shape;575;p24"/>
            <p:cNvSpPr/>
            <p:nvPr/>
          </p:nvSpPr>
          <p:spPr>
            <a:xfrm>
              <a:off x="8461375" y="1556326"/>
              <a:ext cx="66675" cy="14771"/>
            </a:xfrm>
            <a:custGeom>
              <a:rect b="b" l="l" r="r" t="t"/>
              <a:pathLst>
                <a:path extrusionOk="0" h="17" w="69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76" name="Google Shape;576;p24"/>
            <p:cNvSpPr/>
            <p:nvPr/>
          </p:nvSpPr>
          <p:spPr>
            <a:xfrm>
              <a:off x="1562100" y="1514475"/>
              <a:ext cx="9563100" cy="64008"/>
            </a:xfrm>
            <a:custGeom>
              <a:rect b="b" l="l" r="r" t="t"/>
              <a:pathLst>
                <a:path extrusionOk="0" h="75" w="10030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77" name="Google Shape;577;p24"/>
            <p:cNvSpPr/>
            <p:nvPr/>
          </p:nvSpPr>
          <p:spPr>
            <a:xfrm>
              <a:off x="7508875" y="1560020"/>
              <a:ext cx="11112" cy="3693"/>
            </a:xfrm>
            <a:custGeom>
              <a:rect b="b" l="l" r="r" t="t"/>
              <a:pathLst>
                <a:path extrusionOk="0" h="3" w="12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78" name="Google Shape;578;p24"/>
            <p:cNvSpPr/>
            <p:nvPr/>
          </p:nvSpPr>
          <p:spPr>
            <a:xfrm>
              <a:off x="5434013" y="1567405"/>
              <a:ext cx="4762" cy="1231"/>
            </a:xfrm>
            <a:custGeom>
              <a:rect b="b" l="l" r="r" t="t"/>
              <a:pathLst>
                <a:path extrusionOk="0" h="1" w="5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79" name="Google Shape;579;p24"/>
            <p:cNvSpPr/>
            <p:nvPr/>
          </p:nvSpPr>
          <p:spPr>
            <a:xfrm>
              <a:off x="9672638" y="1567405"/>
              <a:ext cx="25400" cy="2462"/>
            </a:xfrm>
            <a:custGeom>
              <a:rect b="b" l="l" r="r" t="t"/>
              <a:pathLst>
                <a:path extrusionOk="0" h="3" w="27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80" name="Google Shape;580;p24"/>
            <p:cNvSpPr/>
            <p:nvPr/>
          </p:nvSpPr>
          <p:spPr>
            <a:xfrm>
              <a:off x="10966450" y="1529246"/>
              <a:ext cx="39687" cy="2462"/>
            </a:xfrm>
            <a:custGeom>
              <a:rect b="b" l="l" r="r" t="t"/>
              <a:pathLst>
                <a:path extrusionOk="0" h="3" w="42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81" name="Google Shape;581;p24"/>
            <p:cNvSpPr/>
            <p:nvPr/>
          </p:nvSpPr>
          <p:spPr>
            <a:xfrm>
              <a:off x="11329988" y="1552634"/>
              <a:ext cx="44450" cy="2462"/>
            </a:xfrm>
            <a:custGeom>
              <a:rect b="b" l="l" r="r" t="t"/>
              <a:pathLst>
                <a:path extrusionOk="0" h="3" w="46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82" name="Google Shape;582;p24"/>
            <p:cNvSpPr/>
            <p:nvPr/>
          </p:nvSpPr>
          <p:spPr>
            <a:xfrm>
              <a:off x="11042650" y="1540325"/>
              <a:ext cx="60325" cy="6155"/>
            </a:xfrm>
            <a:custGeom>
              <a:rect b="b" l="l" r="r" t="t"/>
              <a:pathLst>
                <a:path extrusionOk="0" h="7" w="63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83" name="Google Shape;583;p24"/>
            <p:cNvSpPr/>
            <p:nvPr/>
          </p:nvSpPr>
          <p:spPr>
            <a:xfrm>
              <a:off x="11106150" y="1542787"/>
              <a:ext cx="28575" cy="1231"/>
            </a:xfrm>
            <a:custGeom>
              <a:rect b="b" l="l" r="r" t="t"/>
              <a:pathLst>
                <a:path extrusionOk="0" h="2" w="31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84" name="Google Shape;584;p24"/>
            <p:cNvSpPr/>
            <p:nvPr/>
          </p:nvSpPr>
          <p:spPr>
            <a:xfrm>
              <a:off x="10679113" y="1525554"/>
              <a:ext cx="103187" cy="9847"/>
            </a:xfrm>
            <a:custGeom>
              <a:rect b="b" l="l" r="r" t="t"/>
              <a:pathLst>
                <a:path extrusionOk="0" h="12" w="109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85" name="Google Shape;585;p24"/>
            <p:cNvSpPr/>
            <p:nvPr/>
          </p:nvSpPr>
          <p:spPr>
            <a:xfrm>
              <a:off x="11039475" y="1550172"/>
              <a:ext cx="26987" cy="4924"/>
            </a:xfrm>
            <a:custGeom>
              <a:rect b="b" l="l" r="r" t="t"/>
              <a:pathLst>
                <a:path extrusionOk="0" h="5" w="27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86" name="Google Shape;586;p24"/>
            <p:cNvSpPr/>
            <p:nvPr/>
          </p:nvSpPr>
          <p:spPr>
            <a:xfrm>
              <a:off x="10841038" y="1548941"/>
              <a:ext cx="58737" cy="2462"/>
            </a:xfrm>
            <a:custGeom>
              <a:rect b="b" l="l" r="r" t="t"/>
              <a:pathLst>
                <a:path extrusionOk="0" h="3" w="61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87" name="Google Shape;587;p24"/>
            <p:cNvSpPr/>
            <p:nvPr/>
          </p:nvSpPr>
          <p:spPr>
            <a:xfrm>
              <a:off x="10899775" y="1550172"/>
              <a:ext cx="36512" cy="1231"/>
            </a:xfrm>
            <a:custGeom>
              <a:rect b="b" l="l" r="r" t="t"/>
              <a:pathLst>
                <a:path extrusionOk="0" h="1" w="38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88" name="Google Shape;588;p24"/>
            <p:cNvSpPr/>
            <p:nvPr/>
          </p:nvSpPr>
          <p:spPr>
            <a:xfrm>
              <a:off x="10958513" y="1555096"/>
              <a:ext cx="46037" cy="0"/>
            </a:xfrm>
            <a:custGeom>
              <a:rect b="b" l="l" r="r" t="t"/>
              <a:pathLst>
                <a:path extrusionOk="0" h="1" w="47">
                  <a:moveTo>
                    <a:pt x="47" y="0"/>
                  </a:moveTo>
                  <a:lnTo>
                    <a:pt x="47" y="0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89" name="Google Shape;589;p24"/>
            <p:cNvSpPr/>
            <p:nvPr/>
          </p:nvSpPr>
          <p:spPr>
            <a:xfrm>
              <a:off x="10304463" y="1548941"/>
              <a:ext cx="61912" cy="3693"/>
            </a:xfrm>
            <a:custGeom>
              <a:rect b="b" l="l" r="r" t="t"/>
              <a:pathLst>
                <a:path extrusionOk="0" h="4" w="65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90" name="Google Shape;590;p24"/>
            <p:cNvSpPr/>
            <p:nvPr/>
          </p:nvSpPr>
          <p:spPr>
            <a:xfrm>
              <a:off x="10483850" y="1557558"/>
              <a:ext cx="23812" cy="6155"/>
            </a:xfrm>
            <a:custGeom>
              <a:rect b="b" l="l" r="r" t="t"/>
              <a:pathLst>
                <a:path extrusionOk="0" h="7" w="25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91" name="Google Shape;591;p24"/>
            <p:cNvSpPr/>
            <p:nvPr/>
          </p:nvSpPr>
          <p:spPr>
            <a:xfrm>
              <a:off x="10291763" y="1563712"/>
              <a:ext cx="117475" cy="2462"/>
            </a:xfrm>
            <a:custGeom>
              <a:rect b="b" l="l" r="r" t="t"/>
              <a:pathLst>
                <a:path extrusionOk="0" h="4" w="123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92" name="Google Shape;592;p24"/>
            <p:cNvSpPr/>
            <p:nvPr/>
          </p:nvSpPr>
          <p:spPr>
            <a:xfrm>
              <a:off x="9621838" y="1546479"/>
              <a:ext cx="11112" cy="8617"/>
            </a:xfrm>
            <a:custGeom>
              <a:rect b="b" l="l" r="r" t="t"/>
              <a:pathLst>
                <a:path extrusionOk="0" h="10" w="13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93" name="Google Shape;593;p24"/>
            <p:cNvSpPr/>
            <p:nvPr/>
          </p:nvSpPr>
          <p:spPr>
            <a:xfrm>
              <a:off x="8951913" y="1568636"/>
              <a:ext cx="96837" cy="8617"/>
            </a:xfrm>
            <a:custGeom>
              <a:rect b="b" l="l" r="r" t="t"/>
              <a:pathLst>
                <a:path extrusionOk="0" h="10" w="101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94" name="Google Shape;594;p24"/>
            <p:cNvSpPr/>
            <p:nvPr/>
          </p:nvSpPr>
          <p:spPr>
            <a:xfrm>
              <a:off x="9005888" y="1566174"/>
              <a:ext cx="17462" cy="2462"/>
            </a:xfrm>
            <a:custGeom>
              <a:rect b="b" l="l" r="r" t="t"/>
              <a:pathLst>
                <a:path extrusionOk="0" h="2" w="19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95" name="Google Shape;595;p24"/>
            <p:cNvSpPr/>
            <p:nvPr/>
          </p:nvSpPr>
          <p:spPr>
            <a:xfrm>
              <a:off x="1587500" y="1516937"/>
              <a:ext cx="38100" cy="3693"/>
            </a:xfrm>
            <a:custGeom>
              <a:rect b="b" l="l" r="r" t="t"/>
              <a:pathLst>
                <a:path extrusionOk="0" h="4" w="39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96" name="Google Shape;596;p24"/>
            <p:cNvSpPr/>
            <p:nvPr/>
          </p:nvSpPr>
          <p:spPr>
            <a:xfrm>
              <a:off x="1522413" y="1519399"/>
              <a:ext cx="30162" cy="4924"/>
            </a:xfrm>
            <a:custGeom>
              <a:rect b="b" l="l" r="r" t="t"/>
              <a:pathLst>
                <a:path extrusionOk="0" h="6" w="32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97" name="Google Shape;597;p24"/>
            <p:cNvSpPr/>
            <p:nvPr/>
          </p:nvSpPr>
          <p:spPr>
            <a:xfrm>
              <a:off x="6650038" y="1573559"/>
              <a:ext cx="33337" cy="3693"/>
            </a:xfrm>
            <a:custGeom>
              <a:rect b="b" l="l" r="r" t="t"/>
              <a:pathLst>
                <a:path extrusionOk="0" h="4" w="3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98" name="Google Shape;598;p24"/>
            <p:cNvSpPr/>
            <p:nvPr/>
          </p:nvSpPr>
          <p:spPr>
            <a:xfrm>
              <a:off x="6162675" y="1566174"/>
              <a:ext cx="15875" cy="4924"/>
            </a:xfrm>
            <a:custGeom>
              <a:rect b="b" l="l" r="r" t="t"/>
              <a:pathLst>
                <a:path extrusionOk="0" h="6" w="17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99" name="Google Shape;599;p24"/>
            <p:cNvSpPr/>
            <p:nvPr/>
          </p:nvSpPr>
          <p:spPr>
            <a:xfrm>
              <a:off x="5738813" y="1571097"/>
              <a:ext cx="60325" cy="6155"/>
            </a:xfrm>
            <a:custGeom>
              <a:rect b="b" l="l" r="r" t="t"/>
              <a:pathLst>
                <a:path extrusionOk="0" h="8" w="63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600" name="Google Shape;600;p24"/>
          <p:cNvSpPr txBox="1"/>
          <p:nvPr>
            <p:ph idx="11" type="ftr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1" name="Google Shape;601;p24"/>
          <p:cNvSpPr txBox="1"/>
          <p:nvPr>
            <p:ph idx="10" type="dt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2" name="Google Shape;602;p24"/>
          <p:cNvSpPr txBox="1"/>
          <p:nvPr>
            <p:ph idx="12" type="sldNum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5"/>
          <p:cNvSpPr txBox="1"/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  <a:defRPr b="0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5" name="Google Shape;605;p25"/>
          <p:cNvSpPr txBox="1"/>
          <p:nvPr>
            <p:ph idx="1" type="body"/>
          </p:nvPr>
        </p:nvSpPr>
        <p:spPr>
          <a:xfrm>
            <a:off x="1522413" y="3429000"/>
            <a:ext cx="2743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06" name="Google Shape;606;p25"/>
          <p:cNvSpPr txBox="1"/>
          <p:nvPr>
            <p:ph idx="2" type="body"/>
          </p:nvPr>
        </p:nvSpPr>
        <p:spPr>
          <a:xfrm>
            <a:off x="4710022" y="1905000"/>
            <a:ext cx="566928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9pPr>
          </a:lstStyle>
          <a:p/>
        </p:txBody>
      </p:sp>
      <p:grpSp>
        <p:nvGrpSpPr>
          <p:cNvPr descr="Box graphic" id="607" name="Google Shape;607;p25"/>
          <p:cNvGrpSpPr/>
          <p:nvPr/>
        </p:nvGrpSpPr>
        <p:grpSpPr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08" name="Google Shape;608;p25"/>
            <p:cNvGrpSpPr/>
            <p:nvPr/>
          </p:nvGrpSpPr>
          <p:grpSpPr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609" name="Google Shape;609;p25"/>
              <p:cNvGrpSpPr/>
              <p:nvPr/>
            </p:nvGrpSpPr>
            <p:grpSpPr>
              <a:xfrm flipH="1">
                <a:off x="3310555" y="737968"/>
                <a:ext cx="5294376" cy="54864"/>
                <a:chOff x="1522413" y="1514475"/>
                <a:chExt cx="10569575" cy="64008"/>
              </a:xfrm>
            </p:grpSpPr>
            <p:sp>
              <p:nvSpPr>
                <p:cNvPr id="610" name="Google Shape;610;p25"/>
                <p:cNvSpPr/>
                <p:nvPr/>
              </p:nvSpPr>
              <p:spPr>
                <a:xfrm>
                  <a:off x="12028488" y="1525554"/>
                  <a:ext cx="63500" cy="4924"/>
                </a:xfrm>
                <a:custGeom>
                  <a:rect b="b" l="l" r="r" t="t"/>
                  <a:pathLst>
                    <a:path extrusionOk="0" h="6" w="67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11" name="Google Shape;611;p25"/>
                <p:cNvSpPr/>
                <p:nvPr/>
              </p:nvSpPr>
              <p:spPr>
                <a:xfrm>
                  <a:off x="12022138" y="1532939"/>
                  <a:ext cx="19050" cy="1231"/>
                </a:xfrm>
                <a:custGeom>
                  <a:rect b="b" l="l" r="r" t="t"/>
                  <a:pathLst>
                    <a:path extrusionOk="0" h="2" w="2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12" name="Google Shape;612;p25"/>
                <p:cNvSpPr/>
                <p:nvPr/>
              </p:nvSpPr>
              <p:spPr>
                <a:xfrm>
                  <a:off x="12041188" y="1531708"/>
                  <a:ext cx="39687" cy="6155"/>
                </a:xfrm>
                <a:custGeom>
                  <a:rect b="b" l="l" r="r" t="t"/>
                  <a:pathLst>
                    <a:path extrusionOk="0" h="6" w="41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13" name="Google Shape;613;p25"/>
                <p:cNvSpPr/>
                <p:nvPr/>
              </p:nvSpPr>
              <p:spPr>
                <a:xfrm>
                  <a:off x="11831638" y="1526784"/>
                  <a:ext cx="42862" cy="4924"/>
                </a:xfrm>
                <a:custGeom>
                  <a:rect b="b" l="l" r="r" t="t"/>
                  <a:pathLst>
                    <a:path extrusionOk="0" h="6" w="45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14" name="Google Shape;614;p25"/>
                <p:cNvSpPr/>
                <p:nvPr/>
              </p:nvSpPr>
              <p:spPr>
                <a:xfrm>
                  <a:off x="11809413" y="1531708"/>
                  <a:ext cx="41275" cy="2462"/>
                </a:xfrm>
                <a:custGeom>
                  <a:rect b="b" l="l" r="r" t="t"/>
                  <a:pathLst>
                    <a:path extrusionOk="0" h="3" w="44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15" name="Google Shape;615;p25"/>
                <p:cNvSpPr/>
                <p:nvPr/>
              </p:nvSpPr>
              <p:spPr>
                <a:xfrm>
                  <a:off x="12003088" y="1537863"/>
                  <a:ext cx="77787" cy="3693"/>
                </a:xfrm>
                <a:custGeom>
                  <a:rect b="b" l="l" r="r" t="t"/>
                  <a:pathLst>
                    <a:path extrusionOk="0" h="5" w="82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16" name="Google Shape;616;p25"/>
                <p:cNvSpPr/>
                <p:nvPr/>
              </p:nvSpPr>
              <p:spPr>
                <a:xfrm>
                  <a:off x="11664950" y="1523092"/>
                  <a:ext cx="39687" cy="4924"/>
                </a:xfrm>
                <a:custGeom>
                  <a:rect b="b" l="l" r="r" t="t"/>
                  <a:pathLst>
                    <a:path extrusionOk="0" h="5" w="42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17" name="Google Shape;617;p25"/>
                <p:cNvSpPr/>
                <p:nvPr/>
              </p:nvSpPr>
              <p:spPr>
                <a:xfrm>
                  <a:off x="11506200" y="1521861"/>
                  <a:ext cx="92075" cy="4924"/>
                </a:xfrm>
                <a:custGeom>
                  <a:rect b="b" l="l" r="r" t="t"/>
                  <a:pathLst>
                    <a:path extrusionOk="0" h="6" w="98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18" name="Google Shape;618;p25"/>
                <p:cNvSpPr/>
                <p:nvPr/>
              </p:nvSpPr>
              <p:spPr>
                <a:xfrm>
                  <a:off x="11471275" y="1525554"/>
                  <a:ext cx="34925" cy="3693"/>
                </a:xfrm>
                <a:custGeom>
                  <a:rect b="b" l="l" r="r" t="t"/>
                  <a:pathLst>
                    <a:path extrusionOk="0" h="3" w="36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19" name="Google Shape;619;p25"/>
                <p:cNvSpPr/>
                <p:nvPr/>
              </p:nvSpPr>
              <p:spPr>
                <a:xfrm>
                  <a:off x="11710988" y="1529246"/>
                  <a:ext cx="30162" cy="4924"/>
                </a:xfrm>
                <a:custGeom>
                  <a:rect b="b" l="l" r="r" t="t"/>
                  <a:pathLst>
                    <a:path extrusionOk="0" h="5" w="32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20" name="Google Shape;620;p25"/>
                <p:cNvSpPr/>
                <p:nvPr/>
              </p:nvSpPr>
              <p:spPr>
                <a:xfrm>
                  <a:off x="11691938" y="1532939"/>
                  <a:ext cx="34925" cy="1231"/>
                </a:xfrm>
                <a:custGeom>
                  <a:rect b="b" l="l" r="r" t="t"/>
                  <a:pathLst>
                    <a:path extrusionOk="0" h="1" w="36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21" name="Google Shape;621;p25"/>
                <p:cNvSpPr/>
                <p:nvPr/>
              </p:nvSpPr>
              <p:spPr>
                <a:xfrm>
                  <a:off x="11741150" y="1534170"/>
                  <a:ext cx="4762" cy="0"/>
                </a:xfrm>
                <a:custGeom>
                  <a:rect b="b" l="l" r="r" t="t"/>
                  <a:pathLst>
                    <a:path extrusionOk="0" h="120000"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22" name="Google Shape;622;p25"/>
                <p:cNvSpPr/>
                <p:nvPr/>
              </p:nvSpPr>
              <p:spPr>
                <a:xfrm>
                  <a:off x="11841163" y="1537863"/>
                  <a:ext cx="71437" cy="8617"/>
                </a:xfrm>
                <a:custGeom>
                  <a:rect b="b" l="l" r="r" t="t"/>
                  <a:pathLst>
                    <a:path extrusionOk="0" h="9" w="75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23" name="Google Shape;623;p25"/>
                <p:cNvSpPr/>
                <p:nvPr/>
              </p:nvSpPr>
              <p:spPr>
                <a:xfrm>
                  <a:off x="11764963" y="1535401"/>
                  <a:ext cx="44450" cy="3693"/>
                </a:xfrm>
                <a:custGeom>
                  <a:rect b="b" l="l" r="r" t="t"/>
                  <a:pathLst>
                    <a:path extrusionOk="0" h="4" w="47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24" name="Google Shape;624;p25"/>
                <p:cNvSpPr/>
                <p:nvPr/>
              </p:nvSpPr>
              <p:spPr>
                <a:xfrm>
                  <a:off x="11744325" y="1537863"/>
                  <a:ext cx="20637" cy="2462"/>
                </a:xfrm>
                <a:custGeom>
                  <a:rect b="b" l="l" r="r" t="t"/>
                  <a:pathLst>
                    <a:path extrusionOk="0" h="2" w="2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25" name="Google Shape;625;p25"/>
                <p:cNvSpPr/>
                <p:nvPr/>
              </p:nvSpPr>
              <p:spPr>
                <a:xfrm>
                  <a:off x="11482388" y="1531708"/>
                  <a:ext cx="85725" cy="3693"/>
                </a:xfrm>
                <a:custGeom>
                  <a:rect b="b" l="l" r="r" t="t"/>
                  <a:pathLst>
                    <a:path extrusionOk="0" h="4" w="90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26" name="Google Shape;626;p25"/>
                <p:cNvSpPr/>
                <p:nvPr/>
              </p:nvSpPr>
              <p:spPr>
                <a:xfrm>
                  <a:off x="11626850" y="1532939"/>
                  <a:ext cx="4762" cy="1231"/>
                </a:xfrm>
                <a:custGeom>
                  <a:rect b="b" l="l" r="r" t="t"/>
                  <a:pathLst>
                    <a:path extrusionOk="0" h="1"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27" name="Google Shape;627;p25"/>
                <p:cNvSpPr/>
                <p:nvPr/>
              </p:nvSpPr>
              <p:spPr>
                <a:xfrm>
                  <a:off x="11261725" y="1534170"/>
                  <a:ext cx="4762" cy="0"/>
                </a:xfrm>
                <a:custGeom>
                  <a:rect b="b" l="l" r="r" t="t"/>
                  <a:pathLst>
                    <a:path extrusionOk="0" h="1" w="5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0"/>
                      </a:lnTo>
                      <a:cubicBezTo>
                        <a:pt x="4" y="0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28" name="Google Shape;628;p25"/>
                <p:cNvSpPr/>
                <p:nvPr/>
              </p:nvSpPr>
              <p:spPr>
                <a:xfrm>
                  <a:off x="11553825" y="1534170"/>
                  <a:ext cx="44450" cy="2462"/>
                </a:xfrm>
                <a:custGeom>
                  <a:rect b="b" l="l" r="r" t="t"/>
                  <a:pathLst>
                    <a:path extrusionOk="0" h="2" w="47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29" name="Google Shape;629;p25"/>
                <p:cNvSpPr/>
                <p:nvPr/>
              </p:nvSpPr>
              <p:spPr>
                <a:xfrm>
                  <a:off x="11409363" y="1529246"/>
                  <a:ext cx="31750" cy="2462"/>
                </a:xfrm>
                <a:custGeom>
                  <a:rect b="b" l="l" r="r" t="t"/>
                  <a:pathLst>
                    <a:path extrusionOk="0" h="3" w="3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30" name="Google Shape;630;p25"/>
                <p:cNvSpPr/>
                <p:nvPr/>
              </p:nvSpPr>
              <p:spPr>
                <a:xfrm>
                  <a:off x="11618913" y="1531708"/>
                  <a:ext cx="6350" cy="0"/>
                </a:xfrm>
                <a:custGeom>
                  <a:rect b="b" l="l" r="r" t="t"/>
                  <a:pathLst>
                    <a:path extrusionOk="0" h="1" w="6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6" y="0"/>
                      </a:lnTo>
                      <a:cubicBezTo>
                        <a:pt x="0" y="0"/>
                        <a:pt x="0" y="0"/>
                        <a:pt x="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31" name="Google Shape;631;p25"/>
                <p:cNvSpPr/>
                <p:nvPr/>
              </p:nvSpPr>
              <p:spPr>
                <a:xfrm>
                  <a:off x="11598275" y="1531708"/>
                  <a:ext cx="28575" cy="2462"/>
                </a:xfrm>
                <a:custGeom>
                  <a:rect b="b" l="l" r="r" t="t"/>
                  <a:pathLst>
                    <a:path extrusionOk="0" h="3" w="31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32" name="Google Shape;632;p25"/>
                <p:cNvSpPr/>
                <p:nvPr/>
              </p:nvSpPr>
              <p:spPr>
                <a:xfrm>
                  <a:off x="11137900" y="1534170"/>
                  <a:ext cx="188912" cy="23388"/>
                </a:xfrm>
                <a:custGeom>
                  <a:rect b="b" l="l" r="r" t="t"/>
                  <a:pathLst>
                    <a:path extrusionOk="0" h="27" w="198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33" name="Google Shape;633;p25"/>
                <p:cNvSpPr/>
                <p:nvPr/>
              </p:nvSpPr>
              <p:spPr>
                <a:xfrm>
                  <a:off x="11266488" y="1529246"/>
                  <a:ext cx="95250" cy="4924"/>
                </a:xfrm>
                <a:custGeom>
                  <a:rect b="b" l="l" r="r" t="t"/>
                  <a:pathLst>
                    <a:path extrusionOk="0" h="6" w="100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34" name="Google Shape;634;p25"/>
                <p:cNvSpPr/>
                <p:nvPr/>
              </p:nvSpPr>
              <p:spPr>
                <a:xfrm>
                  <a:off x="11361738" y="1531708"/>
                  <a:ext cx="134937" cy="12309"/>
                </a:xfrm>
                <a:custGeom>
                  <a:rect b="b" l="l" r="r" t="t"/>
                  <a:pathLst>
                    <a:path extrusionOk="0" h="14" w="142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35" name="Google Shape;635;p25"/>
                <p:cNvSpPr/>
                <p:nvPr/>
              </p:nvSpPr>
              <p:spPr>
                <a:xfrm>
                  <a:off x="11834813" y="1552634"/>
                  <a:ext cx="9525" cy="1231"/>
                </a:xfrm>
                <a:custGeom>
                  <a:rect b="b" l="l" r="r" t="t"/>
                  <a:pathLst>
                    <a:path extrusionOk="0" h="1" w="1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36" name="Google Shape;636;p25"/>
                <p:cNvSpPr/>
                <p:nvPr/>
              </p:nvSpPr>
              <p:spPr>
                <a:xfrm>
                  <a:off x="11764963" y="1542787"/>
                  <a:ext cx="117475" cy="9847"/>
                </a:xfrm>
                <a:custGeom>
                  <a:rect b="b" l="l" r="r" t="t"/>
                  <a:pathLst>
                    <a:path extrusionOk="0" h="12" w="12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37" name="Google Shape;637;p25"/>
                <p:cNvSpPr/>
                <p:nvPr/>
              </p:nvSpPr>
              <p:spPr>
                <a:xfrm>
                  <a:off x="11555413" y="1544017"/>
                  <a:ext cx="69850" cy="4924"/>
                </a:xfrm>
                <a:custGeom>
                  <a:rect b="b" l="l" r="r" t="t"/>
                  <a:pathLst>
                    <a:path extrusionOk="0" h="6" w="74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38" name="Google Shape;638;p25"/>
                <p:cNvSpPr/>
                <p:nvPr/>
              </p:nvSpPr>
              <p:spPr>
                <a:xfrm>
                  <a:off x="11223625" y="1528016"/>
                  <a:ext cx="38100" cy="6155"/>
                </a:xfrm>
                <a:custGeom>
                  <a:rect b="b" l="l" r="r" t="t"/>
                  <a:pathLst>
                    <a:path extrusionOk="0" h="7" w="40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39" name="Google Shape;639;p25"/>
                <p:cNvSpPr/>
                <p:nvPr/>
              </p:nvSpPr>
              <p:spPr>
                <a:xfrm>
                  <a:off x="11145838" y="1529246"/>
                  <a:ext cx="22225" cy="2462"/>
                </a:xfrm>
                <a:custGeom>
                  <a:rect b="b" l="l" r="r" t="t"/>
                  <a:pathLst>
                    <a:path extrusionOk="0" h="4" w="2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40" name="Google Shape;640;p25"/>
                <p:cNvSpPr/>
                <p:nvPr/>
              </p:nvSpPr>
              <p:spPr>
                <a:xfrm>
                  <a:off x="6197600" y="1566174"/>
                  <a:ext cx="20637" cy="1231"/>
                </a:xfrm>
                <a:custGeom>
                  <a:rect b="b" l="l" r="r" t="t"/>
                  <a:pathLst>
                    <a:path extrusionOk="0" h="1" w="2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41" name="Google Shape;641;p25"/>
                <p:cNvSpPr/>
                <p:nvPr/>
              </p:nvSpPr>
              <p:spPr>
                <a:xfrm>
                  <a:off x="6356350" y="1564943"/>
                  <a:ext cx="9525" cy="1231"/>
                </a:xfrm>
                <a:custGeom>
                  <a:rect b="b" l="l" r="r" t="t"/>
                  <a:pathLst>
                    <a:path extrusionOk="0" h="2" w="10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42" name="Google Shape;642;p25"/>
                <p:cNvSpPr/>
                <p:nvPr/>
              </p:nvSpPr>
              <p:spPr>
                <a:xfrm>
                  <a:off x="8950325" y="1521861"/>
                  <a:ext cx="61912" cy="7386"/>
                </a:xfrm>
                <a:custGeom>
                  <a:rect b="b" l="l" r="r" t="t"/>
                  <a:pathLst>
                    <a:path extrusionOk="0" h="9" w="65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43" name="Google Shape;643;p25"/>
                <p:cNvSpPr/>
                <p:nvPr/>
              </p:nvSpPr>
              <p:spPr>
                <a:xfrm>
                  <a:off x="7537450" y="1546479"/>
                  <a:ext cx="28575" cy="3693"/>
                </a:xfrm>
                <a:custGeom>
                  <a:rect b="b" l="l" r="r" t="t"/>
                  <a:pathLst>
                    <a:path extrusionOk="0" h="4" w="29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44" name="Google Shape;644;p25"/>
                <p:cNvSpPr/>
                <p:nvPr/>
              </p:nvSpPr>
              <p:spPr>
                <a:xfrm>
                  <a:off x="7478713" y="1562481"/>
                  <a:ext cx="38100" cy="2462"/>
                </a:xfrm>
                <a:custGeom>
                  <a:rect b="b" l="l" r="r" t="t"/>
                  <a:pathLst>
                    <a:path extrusionOk="0" h="3" w="40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45" name="Google Shape;645;p25"/>
                <p:cNvSpPr/>
                <p:nvPr/>
              </p:nvSpPr>
              <p:spPr>
                <a:xfrm>
                  <a:off x="5410200" y="1568636"/>
                  <a:ext cx="36512" cy="3693"/>
                </a:xfrm>
                <a:custGeom>
                  <a:rect b="b" l="l" r="r" t="t"/>
                  <a:pathLst>
                    <a:path extrusionOk="0" h="5" w="38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46" name="Google Shape;646;p25"/>
                <p:cNvSpPr/>
                <p:nvPr/>
              </p:nvSpPr>
              <p:spPr>
                <a:xfrm>
                  <a:off x="10206038" y="1530477"/>
                  <a:ext cx="61912" cy="4924"/>
                </a:xfrm>
                <a:custGeom>
                  <a:rect b="b" l="l" r="r" t="t"/>
                  <a:pathLst>
                    <a:path extrusionOk="0" h="6" w="65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47" name="Google Shape;647;p25"/>
                <p:cNvSpPr/>
                <p:nvPr/>
              </p:nvSpPr>
              <p:spPr>
                <a:xfrm>
                  <a:off x="6257925" y="1525554"/>
                  <a:ext cx="19050" cy="2462"/>
                </a:xfrm>
                <a:custGeom>
                  <a:rect b="b" l="l" r="r" t="t"/>
                  <a:pathLst>
                    <a:path extrusionOk="0" h="2" w="21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48" name="Google Shape;648;p25"/>
                <p:cNvSpPr/>
                <p:nvPr/>
              </p:nvSpPr>
              <p:spPr>
                <a:xfrm>
                  <a:off x="10134600" y="1528016"/>
                  <a:ext cx="71437" cy="3693"/>
                </a:xfrm>
                <a:custGeom>
                  <a:rect b="b" l="l" r="r" t="t"/>
                  <a:pathLst>
                    <a:path extrusionOk="0" h="4" w="75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49" name="Google Shape;649;p25"/>
                <p:cNvSpPr/>
                <p:nvPr/>
              </p:nvSpPr>
              <p:spPr>
                <a:xfrm>
                  <a:off x="2582863" y="1560020"/>
                  <a:ext cx="7937" cy="1231"/>
                </a:xfrm>
                <a:custGeom>
                  <a:rect b="b" l="l" r="r" t="t"/>
                  <a:pathLst>
                    <a:path extrusionOk="0" h="1" w="8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50" name="Google Shape;650;p25"/>
                <p:cNvSpPr/>
                <p:nvPr/>
              </p:nvSpPr>
              <p:spPr>
                <a:xfrm>
                  <a:off x="1762125" y="1521861"/>
                  <a:ext cx="34925" cy="1231"/>
                </a:xfrm>
                <a:custGeom>
                  <a:rect b="b" l="l" r="r" t="t"/>
                  <a:pathLst>
                    <a:path extrusionOk="0" h="1" w="36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51" name="Google Shape;651;p25"/>
                <p:cNvSpPr/>
                <p:nvPr/>
              </p:nvSpPr>
              <p:spPr>
                <a:xfrm>
                  <a:off x="10812463" y="1529246"/>
                  <a:ext cx="19050" cy="1231"/>
                </a:xfrm>
                <a:custGeom>
                  <a:rect b="b" l="l" r="r" t="t"/>
                  <a:pathLst>
                    <a:path extrusionOk="0" h="1" w="2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52" name="Google Shape;652;p25"/>
                <p:cNvSpPr/>
                <p:nvPr/>
              </p:nvSpPr>
              <p:spPr>
                <a:xfrm>
                  <a:off x="10896600" y="1545248"/>
                  <a:ext cx="7937" cy="2462"/>
                </a:xfrm>
                <a:custGeom>
                  <a:rect b="b" l="l" r="r" t="t"/>
                  <a:pathLst>
                    <a:path extrusionOk="0" h="3" w="8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53" name="Google Shape;653;p25"/>
                <p:cNvSpPr/>
                <p:nvPr/>
              </p:nvSpPr>
              <p:spPr>
                <a:xfrm>
                  <a:off x="9947275" y="1553865"/>
                  <a:ext cx="4762" cy="1231"/>
                </a:xfrm>
                <a:custGeom>
                  <a:rect b="b" l="l" r="r" t="t"/>
                  <a:pathLst>
                    <a:path extrusionOk="0" h="1" w="5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54" name="Google Shape;654;p25"/>
                <p:cNvSpPr/>
                <p:nvPr/>
              </p:nvSpPr>
              <p:spPr>
                <a:xfrm>
                  <a:off x="10817225" y="1531708"/>
                  <a:ext cx="23812" cy="0"/>
                </a:xfrm>
                <a:custGeom>
                  <a:rect b="b" l="l" r="r" t="t"/>
                  <a:pathLst>
                    <a:path extrusionOk="0" h="1" w="25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55" name="Google Shape;655;p25"/>
                <p:cNvSpPr/>
                <p:nvPr/>
              </p:nvSpPr>
              <p:spPr>
                <a:xfrm>
                  <a:off x="10836275" y="1529246"/>
                  <a:ext cx="19050" cy="1231"/>
                </a:xfrm>
                <a:custGeom>
                  <a:rect b="b" l="l" r="r" t="t"/>
                  <a:pathLst>
                    <a:path extrusionOk="0" h="1" w="20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56" name="Google Shape;656;p25"/>
                <p:cNvSpPr/>
                <p:nvPr/>
              </p:nvSpPr>
              <p:spPr>
                <a:xfrm>
                  <a:off x="10787063" y="1530477"/>
                  <a:ext cx="30162" cy="1231"/>
                </a:xfrm>
                <a:custGeom>
                  <a:rect b="b" l="l" r="r" t="t"/>
                  <a:pathLst>
                    <a:path extrusionOk="0" h="1" w="3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57" name="Google Shape;657;p25"/>
                <p:cNvSpPr/>
                <p:nvPr/>
              </p:nvSpPr>
              <p:spPr>
                <a:xfrm>
                  <a:off x="4092575" y="1552634"/>
                  <a:ext cx="20637" cy="2462"/>
                </a:xfrm>
                <a:custGeom>
                  <a:rect b="b" l="l" r="r" t="t"/>
                  <a:pathLst>
                    <a:path extrusionOk="0" h="2" w="23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58" name="Google Shape;658;p25"/>
                <p:cNvSpPr/>
                <p:nvPr/>
              </p:nvSpPr>
              <p:spPr>
                <a:xfrm>
                  <a:off x="8528050" y="1567405"/>
                  <a:ext cx="3175" cy="1231"/>
                </a:xfrm>
                <a:custGeom>
                  <a:rect b="b" l="l" r="r" t="t"/>
                  <a:pathLst>
                    <a:path extrusionOk="0" h="1" w="3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59" name="Google Shape;659;p25"/>
                <p:cNvSpPr/>
                <p:nvPr/>
              </p:nvSpPr>
              <p:spPr>
                <a:xfrm>
                  <a:off x="8461375" y="1556326"/>
                  <a:ext cx="66675" cy="14771"/>
                </a:xfrm>
                <a:custGeom>
                  <a:rect b="b" l="l" r="r" t="t"/>
                  <a:pathLst>
                    <a:path extrusionOk="0" h="17" w="69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60" name="Google Shape;660;p25"/>
                <p:cNvSpPr/>
                <p:nvPr/>
              </p:nvSpPr>
              <p:spPr>
                <a:xfrm>
                  <a:off x="1562100" y="1514475"/>
                  <a:ext cx="9563100" cy="64008"/>
                </a:xfrm>
                <a:custGeom>
                  <a:rect b="b" l="l" r="r" t="t"/>
                  <a:pathLst>
                    <a:path extrusionOk="0" h="75" w="10030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61" name="Google Shape;661;p25"/>
                <p:cNvSpPr/>
                <p:nvPr/>
              </p:nvSpPr>
              <p:spPr>
                <a:xfrm>
                  <a:off x="7508875" y="1560020"/>
                  <a:ext cx="11112" cy="3693"/>
                </a:xfrm>
                <a:custGeom>
                  <a:rect b="b" l="l" r="r" t="t"/>
                  <a:pathLst>
                    <a:path extrusionOk="0" h="3" w="12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62" name="Google Shape;662;p25"/>
                <p:cNvSpPr/>
                <p:nvPr/>
              </p:nvSpPr>
              <p:spPr>
                <a:xfrm>
                  <a:off x="5434013" y="1567405"/>
                  <a:ext cx="4762" cy="1231"/>
                </a:xfrm>
                <a:custGeom>
                  <a:rect b="b" l="l" r="r" t="t"/>
                  <a:pathLst>
                    <a:path extrusionOk="0" h="1" w="5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63" name="Google Shape;663;p25"/>
                <p:cNvSpPr/>
                <p:nvPr/>
              </p:nvSpPr>
              <p:spPr>
                <a:xfrm>
                  <a:off x="9672638" y="1567405"/>
                  <a:ext cx="25400" cy="2462"/>
                </a:xfrm>
                <a:custGeom>
                  <a:rect b="b" l="l" r="r" t="t"/>
                  <a:pathLst>
                    <a:path extrusionOk="0" h="3" w="27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64" name="Google Shape;664;p25"/>
                <p:cNvSpPr/>
                <p:nvPr/>
              </p:nvSpPr>
              <p:spPr>
                <a:xfrm>
                  <a:off x="10966450" y="1529246"/>
                  <a:ext cx="39687" cy="2462"/>
                </a:xfrm>
                <a:custGeom>
                  <a:rect b="b" l="l" r="r" t="t"/>
                  <a:pathLst>
                    <a:path extrusionOk="0" h="3" w="42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65" name="Google Shape;665;p25"/>
                <p:cNvSpPr/>
                <p:nvPr/>
              </p:nvSpPr>
              <p:spPr>
                <a:xfrm>
                  <a:off x="11329988" y="1552634"/>
                  <a:ext cx="44450" cy="2462"/>
                </a:xfrm>
                <a:custGeom>
                  <a:rect b="b" l="l" r="r" t="t"/>
                  <a:pathLst>
                    <a:path extrusionOk="0" h="3" w="46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66" name="Google Shape;666;p25"/>
                <p:cNvSpPr/>
                <p:nvPr/>
              </p:nvSpPr>
              <p:spPr>
                <a:xfrm>
                  <a:off x="11042650" y="1540325"/>
                  <a:ext cx="60325" cy="6155"/>
                </a:xfrm>
                <a:custGeom>
                  <a:rect b="b" l="l" r="r" t="t"/>
                  <a:pathLst>
                    <a:path extrusionOk="0" h="7" w="6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67" name="Google Shape;667;p25"/>
                <p:cNvSpPr/>
                <p:nvPr/>
              </p:nvSpPr>
              <p:spPr>
                <a:xfrm>
                  <a:off x="11106150" y="1542787"/>
                  <a:ext cx="28575" cy="1231"/>
                </a:xfrm>
                <a:custGeom>
                  <a:rect b="b" l="l" r="r" t="t"/>
                  <a:pathLst>
                    <a:path extrusionOk="0" h="2" w="31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68" name="Google Shape;668;p25"/>
                <p:cNvSpPr/>
                <p:nvPr/>
              </p:nvSpPr>
              <p:spPr>
                <a:xfrm>
                  <a:off x="10679113" y="1525554"/>
                  <a:ext cx="103187" cy="9847"/>
                </a:xfrm>
                <a:custGeom>
                  <a:rect b="b" l="l" r="r" t="t"/>
                  <a:pathLst>
                    <a:path extrusionOk="0" h="12" w="109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69" name="Google Shape;669;p25"/>
                <p:cNvSpPr/>
                <p:nvPr/>
              </p:nvSpPr>
              <p:spPr>
                <a:xfrm>
                  <a:off x="11039475" y="1550172"/>
                  <a:ext cx="26987" cy="4924"/>
                </a:xfrm>
                <a:custGeom>
                  <a:rect b="b" l="l" r="r" t="t"/>
                  <a:pathLst>
                    <a:path extrusionOk="0" h="5" w="27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70" name="Google Shape;670;p25"/>
                <p:cNvSpPr/>
                <p:nvPr/>
              </p:nvSpPr>
              <p:spPr>
                <a:xfrm>
                  <a:off x="10841038" y="1548941"/>
                  <a:ext cx="58737" cy="2462"/>
                </a:xfrm>
                <a:custGeom>
                  <a:rect b="b" l="l" r="r" t="t"/>
                  <a:pathLst>
                    <a:path extrusionOk="0" h="3" w="61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71" name="Google Shape;671;p25"/>
                <p:cNvSpPr/>
                <p:nvPr/>
              </p:nvSpPr>
              <p:spPr>
                <a:xfrm>
                  <a:off x="10899775" y="1550172"/>
                  <a:ext cx="36512" cy="1231"/>
                </a:xfrm>
                <a:custGeom>
                  <a:rect b="b" l="l" r="r" t="t"/>
                  <a:pathLst>
                    <a:path extrusionOk="0" h="1" w="38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72" name="Google Shape;672;p25"/>
                <p:cNvSpPr/>
                <p:nvPr/>
              </p:nvSpPr>
              <p:spPr>
                <a:xfrm>
                  <a:off x="10958513" y="1555096"/>
                  <a:ext cx="46037" cy="0"/>
                </a:xfrm>
                <a:custGeom>
                  <a:rect b="b" l="l" r="r" t="t"/>
                  <a:pathLst>
                    <a:path extrusionOk="0" h="1" w="47">
                      <a:moveTo>
                        <a:pt x="47" y="0"/>
                      </a:moveTo>
                      <a:lnTo>
                        <a:pt x="47" y="0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73" name="Google Shape;673;p25"/>
                <p:cNvSpPr/>
                <p:nvPr/>
              </p:nvSpPr>
              <p:spPr>
                <a:xfrm>
                  <a:off x="10304463" y="1548941"/>
                  <a:ext cx="61912" cy="3693"/>
                </a:xfrm>
                <a:custGeom>
                  <a:rect b="b" l="l" r="r" t="t"/>
                  <a:pathLst>
                    <a:path extrusionOk="0" h="4" w="65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74" name="Google Shape;674;p25"/>
                <p:cNvSpPr/>
                <p:nvPr/>
              </p:nvSpPr>
              <p:spPr>
                <a:xfrm>
                  <a:off x="10483850" y="1557558"/>
                  <a:ext cx="23812" cy="6155"/>
                </a:xfrm>
                <a:custGeom>
                  <a:rect b="b" l="l" r="r" t="t"/>
                  <a:pathLst>
                    <a:path extrusionOk="0" h="7" w="25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75" name="Google Shape;675;p25"/>
                <p:cNvSpPr/>
                <p:nvPr/>
              </p:nvSpPr>
              <p:spPr>
                <a:xfrm>
                  <a:off x="10291763" y="1563712"/>
                  <a:ext cx="117475" cy="2462"/>
                </a:xfrm>
                <a:custGeom>
                  <a:rect b="b" l="l" r="r" t="t"/>
                  <a:pathLst>
                    <a:path extrusionOk="0" h="4" w="123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76" name="Google Shape;676;p25"/>
                <p:cNvSpPr/>
                <p:nvPr/>
              </p:nvSpPr>
              <p:spPr>
                <a:xfrm>
                  <a:off x="9621838" y="1546479"/>
                  <a:ext cx="11112" cy="8617"/>
                </a:xfrm>
                <a:custGeom>
                  <a:rect b="b" l="l" r="r" t="t"/>
                  <a:pathLst>
                    <a:path extrusionOk="0" h="10" w="13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77" name="Google Shape;677;p25"/>
                <p:cNvSpPr/>
                <p:nvPr/>
              </p:nvSpPr>
              <p:spPr>
                <a:xfrm>
                  <a:off x="8951913" y="1568636"/>
                  <a:ext cx="96837" cy="8617"/>
                </a:xfrm>
                <a:custGeom>
                  <a:rect b="b" l="l" r="r" t="t"/>
                  <a:pathLst>
                    <a:path extrusionOk="0" h="10" w="101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78" name="Google Shape;678;p25"/>
                <p:cNvSpPr/>
                <p:nvPr/>
              </p:nvSpPr>
              <p:spPr>
                <a:xfrm>
                  <a:off x="9005888" y="1566174"/>
                  <a:ext cx="17462" cy="2462"/>
                </a:xfrm>
                <a:custGeom>
                  <a:rect b="b" l="l" r="r" t="t"/>
                  <a:pathLst>
                    <a:path extrusionOk="0" h="2" w="19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79" name="Google Shape;679;p25"/>
                <p:cNvSpPr/>
                <p:nvPr/>
              </p:nvSpPr>
              <p:spPr>
                <a:xfrm>
                  <a:off x="1587500" y="1516937"/>
                  <a:ext cx="38100" cy="3693"/>
                </a:xfrm>
                <a:custGeom>
                  <a:rect b="b" l="l" r="r" t="t"/>
                  <a:pathLst>
                    <a:path extrusionOk="0" h="4" w="39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80" name="Google Shape;680;p25"/>
                <p:cNvSpPr/>
                <p:nvPr/>
              </p:nvSpPr>
              <p:spPr>
                <a:xfrm>
                  <a:off x="1522413" y="1519399"/>
                  <a:ext cx="30162" cy="4924"/>
                </a:xfrm>
                <a:custGeom>
                  <a:rect b="b" l="l" r="r" t="t"/>
                  <a:pathLst>
                    <a:path extrusionOk="0" h="6" w="32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81" name="Google Shape;681;p25"/>
                <p:cNvSpPr/>
                <p:nvPr/>
              </p:nvSpPr>
              <p:spPr>
                <a:xfrm>
                  <a:off x="6650038" y="1573559"/>
                  <a:ext cx="33337" cy="3693"/>
                </a:xfrm>
                <a:custGeom>
                  <a:rect b="b" l="l" r="r" t="t"/>
                  <a:pathLst>
                    <a:path extrusionOk="0" h="4" w="3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82" name="Google Shape;682;p25"/>
                <p:cNvSpPr/>
                <p:nvPr/>
              </p:nvSpPr>
              <p:spPr>
                <a:xfrm>
                  <a:off x="6162675" y="1566174"/>
                  <a:ext cx="15875" cy="4924"/>
                </a:xfrm>
                <a:custGeom>
                  <a:rect b="b" l="l" r="r" t="t"/>
                  <a:pathLst>
                    <a:path extrusionOk="0" h="6" w="17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83" name="Google Shape;683;p25"/>
                <p:cNvSpPr/>
                <p:nvPr/>
              </p:nvSpPr>
              <p:spPr>
                <a:xfrm>
                  <a:off x="5738813" y="1571097"/>
                  <a:ext cx="60325" cy="6155"/>
                </a:xfrm>
                <a:custGeom>
                  <a:rect b="b" l="l" r="r" t="t"/>
                  <a:pathLst>
                    <a:path extrusionOk="0" h="8" w="63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grpSp>
            <p:nvGrpSpPr>
              <p:cNvPr id="684" name="Google Shape;684;p25"/>
              <p:cNvGrpSpPr/>
              <p:nvPr/>
            </p:nvGrpSpPr>
            <p:grpSpPr>
              <a:xfrm flipH="1" rot="-5400000">
                <a:off x="6492229" y="2755658"/>
                <a:ext cx="4114800" cy="36576"/>
                <a:chOff x="1522413" y="1514475"/>
                <a:chExt cx="10569575" cy="64008"/>
              </a:xfrm>
            </p:grpSpPr>
            <p:sp>
              <p:nvSpPr>
                <p:cNvPr id="685" name="Google Shape;685;p25"/>
                <p:cNvSpPr/>
                <p:nvPr/>
              </p:nvSpPr>
              <p:spPr>
                <a:xfrm>
                  <a:off x="12028488" y="1525554"/>
                  <a:ext cx="63500" cy="4924"/>
                </a:xfrm>
                <a:custGeom>
                  <a:rect b="b" l="l" r="r" t="t"/>
                  <a:pathLst>
                    <a:path extrusionOk="0" h="6" w="67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86" name="Google Shape;686;p25"/>
                <p:cNvSpPr/>
                <p:nvPr/>
              </p:nvSpPr>
              <p:spPr>
                <a:xfrm>
                  <a:off x="12022138" y="1532939"/>
                  <a:ext cx="19050" cy="1231"/>
                </a:xfrm>
                <a:custGeom>
                  <a:rect b="b" l="l" r="r" t="t"/>
                  <a:pathLst>
                    <a:path extrusionOk="0" h="2" w="2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87" name="Google Shape;687;p25"/>
                <p:cNvSpPr/>
                <p:nvPr/>
              </p:nvSpPr>
              <p:spPr>
                <a:xfrm>
                  <a:off x="12041188" y="1531708"/>
                  <a:ext cx="39687" cy="6155"/>
                </a:xfrm>
                <a:custGeom>
                  <a:rect b="b" l="l" r="r" t="t"/>
                  <a:pathLst>
                    <a:path extrusionOk="0" h="6" w="41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88" name="Google Shape;688;p25"/>
                <p:cNvSpPr/>
                <p:nvPr/>
              </p:nvSpPr>
              <p:spPr>
                <a:xfrm>
                  <a:off x="11831638" y="1526784"/>
                  <a:ext cx="42862" cy="4924"/>
                </a:xfrm>
                <a:custGeom>
                  <a:rect b="b" l="l" r="r" t="t"/>
                  <a:pathLst>
                    <a:path extrusionOk="0" h="6" w="45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89" name="Google Shape;689;p25"/>
                <p:cNvSpPr/>
                <p:nvPr/>
              </p:nvSpPr>
              <p:spPr>
                <a:xfrm>
                  <a:off x="11809413" y="1531708"/>
                  <a:ext cx="41275" cy="2462"/>
                </a:xfrm>
                <a:custGeom>
                  <a:rect b="b" l="l" r="r" t="t"/>
                  <a:pathLst>
                    <a:path extrusionOk="0" h="3" w="44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90" name="Google Shape;690;p25"/>
                <p:cNvSpPr/>
                <p:nvPr/>
              </p:nvSpPr>
              <p:spPr>
                <a:xfrm>
                  <a:off x="12003088" y="1537863"/>
                  <a:ext cx="77787" cy="3693"/>
                </a:xfrm>
                <a:custGeom>
                  <a:rect b="b" l="l" r="r" t="t"/>
                  <a:pathLst>
                    <a:path extrusionOk="0" h="5" w="82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91" name="Google Shape;691;p25"/>
                <p:cNvSpPr/>
                <p:nvPr/>
              </p:nvSpPr>
              <p:spPr>
                <a:xfrm>
                  <a:off x="11664950" y="1523092"/>
                  <a:ext cx="39687" cy="4924"/>
                </a:xfrm>
                <a:custGeom>
                  <a:rect b="b" l="l" r="r" t="t"/>
                  <a:pathLst>
                    <a:path extrusionOk="0" h="5" w="42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92" name="Google Shape;692;p25"/>
                <p:cNvSpPr/>
                <p:nvPr/>
              </p:nvSpPr>
              <p:spPr>
                <a:xfrm>
                  <a:off x="11506200" y="1521861"/>
                  <a:ext cx="92075" cy="4924"/>
                </a:xfrm>
                <a:custGeom>
                  <a:rect b="b" l="l" r="r" t="t"/>
                  <a:pathLst>
                    <a:path extrusionOk="0" h="6" w="98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93" name="Google Shape;693;p25"/>
                <p:cNvSpPr/>
                <p:nvPr/>
              </p:nvSpPr>
              <p:spPr>
                <a:xfrm>
                  <a:off x="11471275" y="1525554"/>
                  <a:ext cx="34925" cy="3693"/>
                </a:xfrm>
                <a:custGeom>
                  <a:rect b="b" l="l" r="r" t="t"/>
                  <a:pathLst>
                    <a:path extrusionOk="0" h="3" w="36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94" name="Google Shape;694;p25"/>
                <p:cNvSpPr/>
                <p:nvPr/>
              </p:nvSpPr>
              <p:spPr>
                <a:xfrm>
                  <a:off x="11710988" y="1529246"/>
                  <a:ext cx="30162" cy="4924"/>
                </a:xfrm>
                <a:custGeom>
                  <a:rect b="b" l="l" r="r" t="t"/>
                  <a:pathLst>
                    <a:path extrusionOk="0" h="5" w="32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95" name="Google Shape;695;p25"/>
                <p:cNvSpPr/>
                <p:nvPr/>
              </p:nvSpPr>
              <p:spPr>
                <a:xfrm>
                  <a:off x="11691938" y="1532939"/>
                  <a:ext cx="34925" cy="1231"/>
                </a:xfrm>
                <a:custGeom>
                  <a:rect b="b" l="l" r="r" t="t"/>
                  <a:pathLst>
                    <a:path extrusionOk="0" h="1" w="36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96" name="Google Shape;696;p25"/>
                <p:cNvSpPr/>
                <p:nvPr/>
              </p:nvSpPr>
              <p:spPr>
                <a:xfrm>
                  <a:off x="11741150" y="1534170"/>
                  <a:ext cx="4762" cy="0"/>
                </a:xfrm>
                <a:custGeom>
                  <a:rect b="b" l="l" r="r" t="t"/>
                  <a:pathLst>
                    <a:path extrusionOk="0" h="120000"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97" name="Google Shape;697;p25"/>
                <p:cNvSpPr/>
                <p:nvPr/>
              </p:nvSpPr>
              <p:spPr>
                <a:xfrm>
                  <a:off x="11841163" y="1537863"/>
                  <a:ext cx="71437" cy="8617"/>
                </a:xfrm>
                <a:custGeom>
                  <a:rect b="b" l="l" r="r" t="t"/>
                  <a:pathLst>
                    <a:path extrusionOk="0" h="9" w="75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98" name="Google Shape;698;p25"/>
                <p:cNvSpPr/>
                <p:nvPr/>
              </p:nvSpPr>
              <p:spPr>
                <a:xfrm>
                  <a:off x="11764963" y="1535401"/>
                  <a:ext cx="44450" cy="3693"/>
                </a:xfrm>
                <a:custGeom>
                  <a:rect b="b" l="l" r="r" t="t"/>
                  <a:pathLst>
                    <a:path extrusionOk="0" h="4" w="47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99" name="Google Shape;699;p25"/>
                <p:cNvSpPr/>
                <p:nvPr/>
              </p:nvSpPr>
              <p:spPr>
                <a:xfrm>
                  <a:off x="11744325" y="1537863"/>
                  <a:ext cx="20637" cy="2462"/>
                </a:xfrm>
                <a:custGeom>
                  <a:rect b="b" l="l" r="r" t="t"/>
                  <a:pathLst>
                    <a:path extrusionOk="0" h="2" w="2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00" name="Google Shape;700;p25"/>
                <p:cNvSpPr/>
                <p:nvPr/>
              </p:nvSpPr>
              <p:spPr>
                <a:xfrm>
                  <a:off x="11482388" y="1531708"/>
                  <a:ext cx="85725" cy="3693"/>
                </a:xfrm>
                <a:custGeom>
                  <a:rect b="b" l="l" r="r" t="t"/>
                  <a:pathLst>
                    <a:path extrusionOk="0" h="4" w="90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01" name="Google Shape;701;p25"/>
                <p:cNvSpPr/>
                <p:nvPr/>
              </p:nvSpPr>
              <p:spPr>
                <a:xfrm>
                  <a:off x="11626850" y="1532939"/>
                  <a:ext cx="4762" cy="1231"/>
                </a:xfrm>
                <a:custGeom>
                  <a:rect b="b" l="l" r="r" t="t"/>
                  <a:pathLst>
                    <a:path extrusionOk="0" h="1"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02" name="Google Shape;702;p25"/>
                <p:cNvSpPr/>
                <p:nvPr/>
              </p:nvSpPr>
              <p:spPr>
                <a:xfrm>
                  <a:off x="11261725" y="1534170"/>
                  <a:ext cx="4762" cy="0"/>
                </a:xfrm>
                <a:custGeom>
                  <a:rect b="b" l="l" r="r" t="t"/>
                  <a:pathLst>
                    <a:path extrusionOk="0" h="1" w="5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0"/>
                      </a:lnTo>
                      <a:cubicBezTo>
                        <a:pt x="4" y="0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03" name="Google Shape;703;p25"/>
                <p:cNvSpPr/>
                <p:nvPr/>
              </p:nvSpPr>
              <p:spPr>
                <a:xfrm>
                  <a:off x="11553825" y="1534170"/>
                  <a:ext cx="44450" cy="2462"/>
                </a:xfrm>
                <a:custGeom>
                  <a:rect b="b" l="l" r="r" t="t"/>
                  <a:pathLst>
                    <a:path extrusionOk="0" h="2" w="47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04" name="Google Shape;704;p25"/>
                <p:cNvSpPr/>
                <p:nvPr/>
              </p:nvSpPr>
              <p:spPr>
                <a:xfrm>
                  <a:off x="11409363" y="1529246"/>
                  <a:ext cx="31750" cy="2462"/>
                </a:xfrm>
                <a:custGeom>
                  <a:rect b="b" l="l" r="r" t="t"/>
                  <a:pathLst>
                    <a:path extrusionOk="0" h="3" w="3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05" name="Google Shape;705;p25"/>
                <p:cNvSpPr/>
                <p:nvPr/>
              </p:nvSpPr>
              <p:spPr>
                <a:xfrm>
                  <a:off x="11618913" y="1531708"/>
                  <a:ext cx="6350" cy="0"/>
                </a:xfrm>
                <a:custGeom>
                  <a:rect b="b" l="l" r="r" t="t"/>
                  <a:pathLst>
                    <a:path extrusionOk="0" h="1" w="6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6" y="0"/>
                      </a:lnTo>
                      <a:cubicBezTo>
                        <a:pt x="0" y="0"/>
                        <a:pt x="0" y="0"/>
                        <a:pt x="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06" name="Google Shape;706;p25"/>
                <p:cNvSpPr/>
                <p:nvPr/>
              </p:nvSpPr>
              <p:spPr>
                <a:xfrm>
                  <a:off x="11598275" y="1531708"/>
                  <a:ext cx="28575" cy="2462"/>
                </a:xfrm>
                <a:custGeom>
                  <a:rect b="b" l="l" r="r" t="t"/>
                  <a:pathLst>
                    <a:path extrusionOk="0" h="3" w="31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07" name="Google Shape;707;p25"/>
                <p:cNvSpPr/>
                <p:nvPr/>
              </p:nvSpPr>
              <p:spPr>
                <a:xfrm>
                  <a:off x="11137900" y="1534170"/>
                  <a:ext cx="188912" cy="23388"/>
                </a:xfrm>
                <a:custGeom>
                  <a:rect b="b" l="l" r="r" t="t"/>
                  <a:pathLst>
                    <a:path extrusionOk="0" h="27" w="198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08" name="Google Shape;708;p25"/>
                <p:cNvSpPr/>
                <p:nvPr/>
              </p:nvSpPr>
              <p:spPr>
                <a:xfrm>
                  <a:off x="11266488" y="1529246"/>
                  <a:ext cx="95250" cy="4924"/>
                </a:xfrm>
                <a:custGeom>
                  <a:rect b="b" l="l" r="r" t="t"/>
                  <a:pathLst>
                    <a:path extrusionOk="0" h="6" w="100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09" name="Google Shape;709;p25"/>
                <p:cNvSpPr/>
                <p:nvPr/>
              </p:nvSpPr>
              <p:spPr>
                <a:xfrm>
                  <a:off x="11361738" y="1531708"/>
                  <a:ext cx="134937" cy="12309"/>
                </a:xfrm>
                <a:custGeom>
                  <a:rect b="b" l="l" r="r" t="t"/>
                  <a:pathLst>
                    <a:path extrusionOk="0" h="14" w="142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10" name="Google Shape;710;p25"/>
                <p:cNvSpPr/>
                <p:nvPr/>
              </p:nvSpPr>
              <p:spPr>
                <a:xfrm>
                  <a:off x="11834813" y="1552634"/>
                  <a:ext cx="9525" cy="1231"/>
                </a:xfrm>
                <a:custGeom>
                  <a:rect b="b" l="l" r="r" t="t"/>
                  <a:pathLst>
                    <a:path extrusionOk="0" h="1" w="1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11" name="Google Shape;711;p25"/>
                <p:cNvSpPr/>
                <p:nvPr/>
              </p:nvSpPr>
              <p:spPr>
                <a:xfrm>
                  <a:off x="11764963" y="1542787"/>
                  <a:ext cx="117475" cy="9847"/>
                </a:xfrm>
                <a:custGeom>
                  <a:rect b="b" l="l" r="r" t="t"/>
                  <a:pathLst>
                    <a:path extrusionOk="0" h="12" w="12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12" name="Google Shape;712;p25"/>
                <p:cNvSpPr/>
                <p:nvPr/>
              </p:nvSpPr>
              <p:spPr>
                <a:xfrm>
                  <a:off x="11555413" y="1544017"/>
                  <a:ext cx="69850" cy="4924"/>
                </a:xfrm>
                <a:custGeom>
                  <a:rect b="b" l="l" r="r" t="t"/>
                  <a:pathLst>
                    <a:path extrusionOk="0" h="6" w="74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13" name="Google Shape;713;p25"/>
                <p:cNvSpPr/>
                <p:nvPr/>
              </p:nvSpPr>
              <p:spPr>
                <a:xfrm>
                  <a:off x="11223625" y="1528016"/>
                  <a:ext cx="38100" cy="6155"/>
                </a:xfrm>
                <a:custGeom>
                  <a:rect b="b" l="l" r="r" t="t"/>
                  <a:pathLst>
                    <a:path extrusionOk="0" h="7" w="40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14" name="Google Shape;714;p25"/>
                <p:cNvSpPr/>
                <p:nvPr/>
              </p:nvSpPr>
              <p:spPr>
                <a:xfrm>
                  <a:off x="11145838" y="1529246"/>
                  <a:ext cx="22225" cy="2462"/>
                </a:xfrm>
                <a:custGeom>
                  <a:rect b="b" l="l" r="r" t="t"/>
                  <a:pathLst>
                    <a:path extrusionOk="0" h="4" w="2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15" name="Google Shape;715;p25"/>
                <p:cNvSpPr/>
                <p:nvPr/>
              </p:nvSpPr>
              <p:spPr>
                <a:xfrm>
                  <a:off x="6197600" y="1566174"/>
                  <a:ext cx="20637" cy="1231"/>
                </a:xfrm>
                <a:custGeom>
                  <a:rect b="b" l="l" r="r" t="t"/>
                  <a:pathLst>
                    <a:path extrusionOk="0" h="1" w="2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16" name="Google Shape;716;p25"/>
                <p:cNvSpPr/>
                <p:nvPr/>
              </p:nvSpPr>
              <p:spPr>
                <a:xfrm>
                  <a:off x="6356350" y="1564943"/>
                  <a:ext cx="9525" cy="1231"/>
                </a:xfrm>
                <a:custGeom>
                  <a:rect b="b" l="l" r="r" t="t"/>
                  <a:pathLst>
                    <a:path extrusionOk="0" h="2" w="10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17" name="Google Shape;717;p25"/>
                <p:cNvSpPr/>
                <p:nvPr/>
              </p:nvSpPr>
              <p:spPr>
                <a:xfrm>
                  <a:off x="8950325" y="1521861"/>
                  <a:ext cx="61912" cy="7386"/>
                </a:xfrm>
                <a:custGeom>
                  <a:rect b="b" l="l" r="r" t="t"/>
                  <a:pathLst>
                    <a:path extrusionOk="0" h="9" w="65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18" name="Google Shape;718;p25"/>
                <p:cNvSpPr/>
                <p:nvPr/>
              </p:nvSpPr>
              <p:spPr>
                <a:xfrm>
                  <a:off x="7537450" y="1546479"/>
                  <a:ext cx="28575" cy="3693"/>
                </a:xfrm>
                <a:custGeom>
                  <a:rect b="b" l="l" r="r" t="t"/>
                  <a:pathLst>
                    <a:path extrusionOk="0" h="4" w="29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19" name="Google Shape;719;p25"/>
                <p:cNvSpPr/>
                <p:nvPr/>
              </p:nvSpPr>
              <p:spPr>
                <a:xfrm>
                  <a:off x="7478713" y="1562481"/>
                  <a:ext cx="38100" cy="2462"/>
                </a:xfrm>
                <a:custGeom>
                  <a:rect b="b" l="l" r="r" t="t"/>
                  <a:pathLst>
                    <a:path extrusionOk="0" h="3" w="40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20" name="Google Shape;720;p25"/>
                <p:cNvSpPr/>
                <p:nvPr/>
              </p:nvSpPr>
              <p:spPr>
                <a:xfrm>
                  <a:off x="5410200" y="1568636"/>
                  <a:ext cx="36512" cy="3693"/>
                </a:xfrm>
                <a:custGeom>
                  <a:rect b="b" l="l" r="r" t="t"/>
                  <a:pathLst>
                    <a:path extrusionOk="0" h="5" w="38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21" name="Google Shape;721;p25"/>
                <p:cNvSpPr/>
                <p:nvPr/>
              </p:nvSpPr>
              <p:spPr>
                <a:xfrm>
                  <a:off x="10206038" y="1530477"/>
                  <a:ext cx="61912" cy="4924"/>
                </a:xfrm>
                <a:custGeom>
                  <a:rect b="b" l="l" r="r" t="t"/>
                  <a:pathLst>
                    <a:path extrusionOk="0" h="6" w="65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22" name="Google Shape;722;p25"/>
                <p:cNvSpPr/>
                <p:nvPr/>
              </p:nvSpPr>
              <p:spPr>
                <a:xfrm>
                  <a:off x="6257925" y="1525554"/>
                  <a:ext cx="19050" cy="2462"/>
                </a:xfrm>
                <a:custGeom>
                  <a:rect b="b" l="l" r="r" t="t"/>
                  <a:pathLst>
                    <a:path extrusionOk="0" h="2" w="21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23" name="Google Shape;723;p25"/>
                <p:cNvSpPr/>
                <p:nvPr/>
              </p:nvSpPr>
              <p:spPr>
                <a:xfrm>
                  <a:off x="10134600" y="1528016"/>
                  <a:ext cx="71437" cy="3693"/>
                </a:xfrm>
                <a:custGeom>
                  <a:rect b="b" l="l" r="r" t="t"/>
                  <a:pathLst>
                    <a:path extrusionOk="0" h="4" w="75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24" name="Google Shape;724;p25"/>
                <p:cNvSpPr/>
                <p:nvPr/>
              </p:nvSpPr>
              <p:spPr>
                <a:xfrm>
                  <a:off x="2582863" y="1560020"/>
                  <a:ext cx="7937" cy="1231"/>
                </a:xfrm>
                <a:custGeom>
                  <a:rect b="b" l="l" r="r" t="t"/>
                  <a:pathLst>
                    <a:path extrusionOk="0" h="1" w="8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25" name="Google Shape;725;p25"/>
                <p:cNvSpPr/>
                <p:nvPr/>
              </p:nvSpPr>
              <p:spPr>
                <a:xfrm>
                  <a:off x="1762125" y="1521861"/>
                  <a:ext cx="34925" cy="1231"/>
                </a:xfrm>
                <a:custGeom>
                  <a:rect b="b" l="l" r="r" t="t"/>
                  <a:pathLst>
                    <a:path extrusionOk="0" h="1" w="36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26" name="Google Shape;726;p25"/>
                <p:cNvSpPr/>
                <p:nvPr/>
              </p:nvSpPr>
              <p:spPr>
                <a:xfrm>
                  <a:off x="10812463" y="1529246"/>
                  <a:ext cx="19050" cy="1231"/>
                </a:xfrm>
                <a:custGeom>
                  <a:rect b="b" l="l" r="r" t="t"/>
                  <a:pathLst>
                    <a:path extrusionOk="0" h="1" w="2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27" name="Google Shape;727;p25"/>
                <p:cNvSpPr/>
                <p:nvPr/>
              </p:nvSpPr>
              <p:spPr>
                <a:xfrm>
                  <a:off x="10896600" y="1545248"/>
                  <a:ext cx="7937" cy="2462"/>
                </a:xfrm>
                <a:custGeom>
                  <a:rect b="b" l="l" r="r" t="t"/>
                  <a:pathLst>
                    <a:path extrusionOk="0" h="3" w="8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28" name="Google Shape;728;p25"/>
                <p:cNvSpPr/>
                <p:nvPr/>
              </p:nvSpPr>
              <p:spPr>
                <a:xfrm>
                  <a:off x="9947275" y="1553865"/>
                  <a:ext cx="4762" cy="1231"/>
                </a:xfrm>
                <a:custGeom>
                  <a:rect b="b" l="l" r="r" t="t"/>
                  <a:pathLst>
                    <a:path extrusionOk="0" h="1" w="5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29" name="Google Shape;729;p25"/>
                <p:cNvSpPr/>
                <p:nvPr/>
              </p:nvSpPr>
              <p:spPr>
                <a:xfrm>
                  <a:off x="10817225" y="1531708"/>
                  <a:ext cx="23812" cy="0"/>
                </a:xfrm>
                <a:custGeom>
                  <a:rect b="b" l="l" r="r" t="t"/>
                  <a:pathLst>
                    <a:path extrusionOk="0" h="1" w="25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30" name="Google Shape;730;p25"/>
                <p:cNvSpPr/>
                <p:nvPr/>
              </p:nvSpPr>
              <p:spPr>
                <a:xfrm>
                  <a:off x="10836275" y="1529246"/>
                  <a:ext cx="19050" cy="1231"/>
                </a:xfrm>
                <a:custGeom>
                  <a:rect b="b" l="l" r="r" t="t"/>
                  <a:pathLst>
                    <a:path extrusionOk="0" h="1" w="20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31" name="Google Shape;731;p25"/>
                <p:cNvSpPr/>
                <p:nvPr/>
              </p:nvSpPr>
              <p:spPr>
                <a:xfrm>
                  <a:off x="10787063" y="1530477"/>
                  <a:ext cx="30162" cy="1231"/>
                </a:xfrm>
                <a:custGeom>
                  <a:rect b="b" l="l" r="r" t="t"/>
                  <a:pathLst>
                    <a:path extrusionOk="0" h="1" w="3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32" name="Google Shape;732;p25"/>
                <p:cNvSpPr/>
                <p:nvPr/>
              </p:nvSpPr>
              <p:spPr>
                <a:xfrm>
                  <a:off x="4092575" y="1552634"/>
                  <a:ext cx="20637" cy="2462"/>
                </a:xfrm>
                <a:custGeom>
                  <a:rect b="b" l="l" r="r" t="t"/>
                  <a:pathLst>
                    <a:path extrusionOk="0" h="2" w="23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33" name="Google Shape;733;p25"/>
                <p:cNvSpPr/>
                <p:nvPr/>
              </p:nvSpPr>
              <p:spPr>
                <a:xfrm>
                  <a:off x="8528050" y="1567405"/>
                  <a:ext cx="3175" cy="1231"/>
                </a:xfrm>
                <a:custGeom>
                  <a:rect b="b" l="l" r="r" t="t"/>
                  <a:pathLst>
                    <a:path extrusionOk="0" h="1" w="3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34" name="Google Shape;734;p25"/>
                <p:cNvSpPr/>
                <p:nvPr/>
              </p:nvSpPr>
              <p:spPr>
                <a:xfrm>
                  <a:off x="8461375" y="1556326"/>
                  <a:ext cx="66675" cy="14771"/>
                </a:xfrm>
                <a:custGeom>
                  <a:rect b="b" l="l" r="r" t="t"/>
                  <a:pathLst>
                    <a:path extrusionOk="0" h="17" w="69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35" name="Google Shape;735;p25"/>
                <p:cNvSpPr/>
                <p:nvPr/>
              </p:nvSpPr>
              <p:spPr>
                <a:xfrm>
                  <a:off x="1562100" y="1514475"/>
                  <a:ext cx="9563100" cy="64008"/>
                </a:xfrm>
                <a:custGeom>
                  <a:rect b="b" l="l" r="r" t="t"/>
                  <a:pathLst>
                    <a:path extrusionOk="0" h="75" w="10030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36" name="Google Shape;736;p25"/>
                <p:cNvSpPr/>
                <p:nvPr/>
              </p:nvSpPr>
              <p:spPr>
                <a:xfrm>
                  <a:off x="7508875" y="1560020"/>
                  <a:ext cx="11112" cy="3693"/>
                </a:xfrm>
                <a:custGeom>
                  <a:rect b="b" l="l" r="r" t="t"/>
                  <a:pathLst>
                    <a:path extrusionOk="0" h="3" w="12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37" name="Google Shape;737;p25"/>
                <p:cNvSpPr/>
                <p:nvPr/>
              </p:nvSpPr>
              <p:spPr>
                <a:xfrm>
                  <a:off x="5434013" y="1567405"/>
                  <a:ext cx="4762" cy="1231"/>
                </a:xfrm>
                <a:custGeom>
                  <a:rect b="b" l="l" r="r" t="t"/>
                  <a:pathLst>
                    <a:path extrusionOk="0" h="1" w="5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38" name="Google Shape;738;p25"/>
                <p:cNvSpPr/>
                <p:nvPr/>
              </p:nvSpPr>
              <p:spPr>
                <a:xfrm>
                  <a:off x="9672638" y="1567405"/>
                  <a:ext cx="25400" cy="2462"/>
                </a:xfrm>
                <a:custGeom>
                  <a:rect b="b" l="l" r="r" t="t"/>
                  <a:pathLst>
                    <a:path extrusionOk="0" h="3" w="27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39" name="Google Shape;739;p25"/>
                <p:cNvSpPr/>
                <p:nvPr/>
              </p:nvSpPr>
              <p:spPr>
                <a:xfrm>
                  <a:off x="10966450" y="1529246"/>
                  <a:ext cx="39687" cy="2462"/>
                </a:xfrm>
                <a:custGeom>
                  <a:rect b="b" l="l" r="r" t="t"/>
                  <a:pathLst>
                    <a:path extrusionOk="0" h="3" w="42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40" name="Google Shape;740;p25"/>
                <p:cNvSpPr/>
                <p:nvPr/>
              </p:nvSpPr>
              <p:spPr>
                <a:xfrm>
                  <a:off x="11329988" y="1552634"/>
                  <a:ext cx="44450" cy="2462"/>
                </a:xfrm>
                <a:custGeom>
                  <a:rect b="b" l="l" r="r" t="t"/>
                  <a:pathLst>
                    <a:path extrusionOk="0" h="3" w="46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41" name="Google Shape;741;p25"/>
                <p:cNvSpPr/>
                <p:nvPr/>
              </p:nvSpPr>
              <p:spPr>
                <a:xfrm>
                  <a:off x="11042650" y="1540325"/>
                  <a:ext cx="60325" cy="6155"/>
                </a:xfrm>
                <a:custGeom>
                  <a:rect b="b" l="l" r="r" t="t"/>
                  <a:pathLst>
                    <a:path extrusionOk="0" h="7" w="6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42" name="Google Shape;742;p25"/>
                <p:cNvSpPr/>
                <p:nvPr/>
              </p:nvSpPr>
              <p:spPr>
                <a:xfrm>
                  <a:off x="11106150" y="1542787"/>
                  <a:ext cx="28575" cy="1231"/>
                </a:xfrm>
                <a:custGeom>
                  <a:rect b="b" l="l" r="r" t="t"/>
                  <a:pathLst>
                    <a:path extrusionOk="0" h="2" w="31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43" name="Google Shape;743;p25"/>
                <p:cNvSpPr/>
                <p:nvPr/>
              </p:nvSpPr>
              <p:spPr>
                <a:xfrm>
                  <a:off x="10679113" y="1525554"/>
                  <a:ext cx="103187" cy="9847"/>
                </a:xfrm>
                <a:custGeom>
                  <a:rect b="b" l="l" r="r" t="t"/>
                  <a:pathLst>
                    <a:path extrusionOk="0" h="12" w="109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44" name="Google Shape;744;p25"/>
                <p:cNvSpPr/>
                <p:nvPr/>
              </p:nvSpPr>
              <p:spPr>
                <a:xfrm>
                  <a:off x="11039475" y="1550172"/>
                  <a:ext cx="26987" cy="4924"/>
                </a:xfrm>
                <a:custGeom>
                  <a:rect b="b" l="l" r="r" t="t"/>
                  <a:pathLst>
                    <a:path extrusionOk="0" h="5" w="27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45" name="Google Shape;745;p25"/>
                <p:cNvSpPr/>
                <p:nvPr/>
              </p:nvSpPr>
              <p:spPr>
                <a:xfrm>
                  <a:off x="10841038" y="1548941"/>
                  <a:ext cx="58737" cy="2462"/>
                </a:xfrm>
                <a:custGeom>
                  <a:rect b="b" l="l" r="r" t="t"/>
                  <a:pathLst>
                    <a:path extrusionOk="0" h="3" w="61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46" name="Google Shape;746;p25"/>
                <p:cNvSpPr/>
                <p:nvPr/>
              </p:nvSpPr>
              <p:spPr>
                <a:xfrm>
                  <a:off x="10899775" y="1550172"/>
                  <a:ext cx="36512" cy="1231"/>
                </a:xfrm>
                <a:custGeom>
                  <a:rect b="b" l="l" r="r" t="t"/>
                  <a:pathLst>
                    <a:path extrusionOk="0" h="1" w="38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47" name="Google Shape;747;p25"/>
                <p:cNvSpPr/>
                <p:nvPr/>
              </p:nvSpPr>
              <p:spPr>
                <a:xfrm>
                  <a:off x="10958513" y="1555096"/>
                  <a:ext cx="46037" cy="0"/>
                </a:xfrm>
                <a:custGeom>
                  <a:rect b="b" l="l" r="r" t="t"/>
                  <a:pathLst>
                    <a:path extrusionOk="0" h="1" w="47">
                      <a:moveTo>
                        <a:pt x="47" y="0"/>
                      </a:moveTo>
                      <a:lnTo>
                        <a:pt x="47" y="0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48" name="Google Shape;748;p25"/>
                <p:cNvSpPr/>
                <p:nvPr/>
              </p:nvSpPr>
              <p:spPr>
                <a:xfrm>
                  <a:off x="10304463" y="1548941"/>
                  <a:ext cx="61912" cy="3693"/>
                </a:xfrm>
                <a:custGeom>
                  <a:rect b="b" l="l" r="r" t="t"/>
                  <a:pathLst>
                    <a:path extrusionOk="0" h="4" w="65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49" name="Google Shape;749;p25"/>
                <p:cNvSpPr/>
                <p:nvPr/>
              </p:nvSpPr>
              <p:spPr>
                <a:xfrm>
                  <a:off x="10483850" y="1557558"/>
                  <a:ext cx="23812" cy="6155"/>
                </a:xfrm>
                <a:custGeom>
                  <a:rect b="b" l="l" r="r" t="t"/>
                  <a:pathLst>
                    <a:path extrusionOk="0" h="7" w="25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50" name="Google Shape;750;p25"/>
                <p:cNvSpPr/>
                <p:nvPr/>
              </p:nvSpPr>
              <p:spPr>
                <a:xfrm>
                  <a:off x="10291763" y="1563712"/>
                  <a:ext cx="117475" cy="2462"/>
                </a:xfrm>
                <a:custGeom>
                  <a:rect b="b" l="l" r="r" t="t"/>
                  <a:pathLst>
                    <a:path extrusionOk="0" h="4" w="123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51" name="Google Shape;751;p25"/>
                <p:cNvSpPr/>
                <p:nvPr/>
              </p:nvSpPr>
              <p:spPr>
                <a:xfrm>
                  <a:off x="9621838" y="1546479"/>
                  <a:ext cx="11112" cy="8617"/>
                </a:xfrm>
                <a:custGeom>
                  <a:rect b="b" l="l" r="r" t="t"/>
                  <a:pathLst>
                    <a:path extrusionOk="0" h="10" w="13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52" name="Google Shape;752;p25"/>
                <p:cNvSpPr/>
                <p:nvPr/>
              </p:nvSpPr>
              <p:spPr>
                <a:xfrm>
                  <a:off x="8951913" y="1568636"/>
                  <a:ext cx="96837" cy="8617"/>
                </a:xfrm>
                <a:custGeom>
                  <a:rect b="b" l="l" r="r" t="t"/>
                  <a:pathLst>
                    <a:path extrusionOk="0" h="10" w="101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53" name="Google Shape;753;p25"/>
                <p:cNvSpPr/>
                <p:nvPr/>
              </p:nvSpPr>
              <p:spPr>
                <a:xfrm>
                  <a:off x="9005888" y="1566174"/>
                  <a:ext cx="17462" cy="2462"/>
                </a:xfrm>
                <a:custGeom>
                  <a:rect b="b" l="l" r="r" t="t"/>
                  <a:pathLst>
                    <a:path extrusionOk="0" h="2" w="19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54" name="Google Shape;754;p25"/>
                <p:cNvSpPr/>
                <p:nvPr/>
              </p:nvSpPr>
              <p:spPr>
                <a:xfrm>
                  <a:off x="1587500" y="1516937"/>
                  <a:ext cx="38100" cy="3693"/>
                </a:xfrm>
                <a:custGeom>
                  <a:rect b="b" l="l" r="r" t="t"/>
                  <a:pathLst>
                    <a:path extrusionOk="0" h="4" w="39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55" name="Google Shape;755;p25"/>
                <p:cNvSpPr/>
                <p:nvPr/>
              </p:nvSpPr>
              <p:spPr>
                <a:xfrm>
                  <a:off x="1522413" y="1519399"/>
                  <a:ext cx="30162" cy="4924"/>
                </a:xfrm>
                <a:custGeom>
                  <a:rect b="b" l="l" r="r" t="t"/>
                  <a:pathLst>
                    <a:path extrusionOk="0" h="6" w="32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56" name="Google Shape;756;p25"/>
                <p:cNvSpPr/>
                <p:nvPr/>
              </p:nvSpPr>
              <p:spPr>
                <a:xfrm>
                  <a:off x="6650038" y="1573559"/>
                  <a:ext cx="33337" cy="3693"/>
                </a:xfrm>
                <a:custGeom>
                  <a:rect b="b" l="l" r="r" t="t"/>
                  <a:pathLst>
                    <a:path extrusionOk="0" h="4" w="3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57" name="Google Shape;757;p25"/>
                <p:cNvSpPr/>
                <p:nvPr/>
              </p:nvSpPr>
              <p:spPr>
                <a:xfrm>
                  <a:off x="6162675" y="1566174"/>
                  <a:ext cx="15875" cy="4924"/>
                </a:xfrm>
                <a:custGeom>
                  <a:rect b="b" l="l" r="r" t="t"/>
                  <a:pathLst>
                    <a:path extrusionOk="0" h="6" w="17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58" name="Google Shape;758;p25"/>
                <p:cNvSpPr/>
                <p:nvPr/>
              </p:nvSpPr>
              <p:spPr>
                <a:xfrm>
                  <a:off x="5738813" y="1571097"/>
                  <a:ext cx="60325" cy="6155"/>
                </a:xfrm>
                <a:custGeom>
                  <a:rect b="b" l="l" r="r" t="t"/>
                  <a:pathLst>
                    <a:path extrusionOk="0" h="8" w="63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grpSp>
          <p:nvGrpSpPr>
            <p:cNvPr id="759" name="Google Shape;759;p25"/>
            <p:cNvGrpSpPr/>
            <p:nvPr/>
          </p:nvGrpSpPr>
          <p:grpSpPr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760" name="Google Shape;760;p25"/>
              <p:cNvGrpSpPr/>
              <p:nvPr/>
            </p:nvGrpSpPr>
            <p:grpSpPr>
              <a:xfrm flipH="1">
                <a:off x="3310555" y="737968"/>
                <a:ext cx="5294376" cy="54864"/>
                <a:chOff x="1522413" y="1514475"/>
                <a:chExt cx="10569575" cy="64008"/>
              </a:xfrm>
            </p:grpSpPr>
            <p:sp>
              <p:nvSpPr>
                <p:cNvPr id="761" name="Google Shape;761;p25"/>
                <p:cNvSpPr/>
                <p:nvPr/>
              </p:nvSpPr>
              <p:spPr>
                <a:xfrm>
                  <a:off x="12028488" y="1525554"/>
                  <a:ext cx="63500" cy="4924"/>
                </a:xfrm>
                <a:custGeom>
                  <a:rect b="b" l="l" r="r" t="t"/>
                  <a:pathLst>
                    <a:path extrusionOk="0" h="6" w="67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62" name="Google Shape;762;p25"/>
                <p:cNvSpPr/>
                <p:nvPr/>
              </p:nvSpPr>
              <p:spPr>
                <a:xfrm>
                  <a:off x="12022138" y="1532939"/>
                  <a:ext cx="19050" cy="1231"/>
                </a:xfrm>
                <a:custGeom>
                  <a:rect b="b" l="l" r="r" t="t"/>
                  <a:pathLst>
                    <a:path extrusionOk="0" h="2" w="2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63" name="Google Shape;763;p25"/>
                <p:cNvSpPr/>
                <p:nvPr/>
              </p:nvSpPr>
              <p:spPr>
                <a:xfrm>
                  <a:off x="12041188" y="1531708"/>
                  <a:ext cx="39687" cy="6155"/>
                </a:xfrm>
                <a:custGeom>
                  <a:rect b="b" l="l" r="r" t="t"/>
                  <a:pathLst>
                    <a:path extrusionOk="0" h="6" w="41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64" name="Google Shape;764;p25"/>
                <p:cNvSpPr/>
                <p:nvPr/>
              </p:nvSpPr>
              <p:spPr>
                <a:xfrm>
                  <a:off x="11831638" y="1526784"/>
                  <a:ext cx="42862" cy="4924"/>
                </a:xfrm>
                <a:custGeom>
                  <a:rect b="b" l="l" r="r" t="t"/>
                  <a:pathLst>
                    <a:path extrusionOk="0" h="6" w="45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65" name="Google Shape;765;p25"/>
                <p:cNvSpPr/>
                <p:nvPr/>
              </p:nvSpPr>
              <p:spPr>
                <a:xfrm>
                  <a:off x="11809413" y="1531708"/>
                  <a:ext cx="41275" cy="2462"/>
                </a:xfrm>
                <a:custGeom>
                  <a:rect b="b" l="l" r="r" t="t"/>
                  <a:pathLst>
                    <a:path extrusionOk="0" h="3" w="44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66" name="Google Shape;766;p25"/>
                <p:cNvSpPr/>
                <p:nvPr/>
              </p:nvSpPr>
              <p:spPr>
                <a:xfrm>
                  <a:off x="12003088" y="1537863"/>
                  <a:ext cx="77787" cy="3693"/>
                </a:xfrm>
                <a:custGeom>
                  <a:rect b="b" l="l" r="r" t="t"/>
                  <a:pathLst>
                    <a:path extrusionOk="0" h="5" w="82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67" name="Google Shape;767;p25"/>
                <p:cNvSpPr/>
                <p:nvPr/>
              </p:nvSpPr>
              <p:spPr>
                <a:xfrm>
                  <a:off x="11664950" y="1523092"/>
                  <a:ext cx="39687" cy="4924"/>
                </a:xfrm>
                <a:custGeom>
                  <a:rect b="b" l="l" r="r" t="t"/>
                  <a:pathLst>
                    <a:path extrusionOk="0" h="5" w="42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68" name="Google Shape;768;p25"/>
                <p:cNvSpPr/>
                <p:nvPr/>
              </p:nvSpPr>
              <p:spPr>
                <a:xfrm>
                  <a:off x="11506200" y="1521861"/>
                  <a:ext cx="92075" cy="4924"/>
                </a:xfrm>
                <a:custGeom>
                  <a:rect b="b" l="l" r="r" t="t"/>
                  <a:pathLst>
                    <a:path extrusionOk="0" h="6" w="98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69" name="Google Shape;769;p25"/>
                <p:cNvSpPr/>
                <p:nvPr/>
              </p:nvSpPr>
              <p:spPr>
                <a:xfrm>
                  <a:off x="11471275" y="1525554"/>
                  <a:ext cx="34925" cy="3693"/>
                </a:xfrm>
                <a:custGeom>
                  <a:rect b="b" l="l" r="r" t="t"/>
                  <a:pathLst>
                    <a:path extrusionOk="0" h="3" w="36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70" name="Google Shape;770;p25"/>
                <p:cNvSpPr/>
                <p:nvPr/>
              </p:nvSpPr>
              <p:spPr>
                <a:xfrm>
                  <a:off x="11710988" y="1529246"/>
                  <a:ext cx="30162" cy="4924"/>
                </a:xfrm>
                <a:custGeom>
                  <a:rect b="b" l="l" r="r" t="t"/>
                  <a:pathLst>
                    <a:path extrusionOk="0" h="5" w="32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71" name="Google Shape;771;p25"/>
                <p:cNvSpPr/>
                <p:nvPr/>
              </p:nvSpPr>
              <p:spPr>
                <a:xfrm>
                  <a:off x="11691938" y="1532939"/>
                  <a:ext cx="34925" cy="1231"/>
                </a:xfrm>
                <a:custGeom>
                  <a:rect b="b" l="l" r="r" t="t"/>
                  <a:pathLst>
                    <a:path extrusionOk="0" h="1" w="36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72" name="Google Shape;772;p25"/>
                <p:cNvSpPr/>
                <p:nvPr/>
              </p:nvSpPr>
              <p:spPr>
                <a:xfrm>
                  <a:off x="11741150" y="1534170"/>
                  <a:ext cx="4762" cy="0"/>
                </a:xfrm>
                <a:custGeom>
                  <a:rect b="b" l="l" r="r" t="t"/>
                  <a:pathLst>
                    <a:path extrusionOk="0" h="120000"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73" name="Google Shape;773;p25"/>
                <p:cNvSpPr/>
                <p:nvPr/>
              </p:nvSpPr>
              <p:spPr>
                <a:xfrm>
                  <a:off x="11841163" y="1537863"/>
                  <a:ext cx="71437" cy="8617"/>
                </a:xfrm>
                <a:custGeom>
                  <a:rect b="b" l="l" r="r" t="t"/>
                  <a:pathLst>
                    <a:path extrusionOk="0" h="9" w="75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74" name="Google Shape;774;p25"/>
                <p:cNvSpPr/>
                <p:nvPr/>
              </p:nvSpPr>
              <p:spPr>
                <a:xfrm>
                  <a:off x="11764963" y="1535401"/>
                  <a:ext cx="44450" cy="3693"/>
                </a:xfrm>
                <a:custGeom>
                  <a:rect b="b" l="l" r="r" t="t"/>
                  <a:pathLst>
                    <a:path extrusionOk="0" h="4" w="47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75" name="Google Shape;775;p25"/>
                <p:cNvSpPr/>
                <p:nvPr/>
              </p:nvSpPr>
              <p:spPr>
                <a:xfrm>
                  <a:off x="11744325" y="1537863"/>
                  <a:ext cx="20637" cy="2462"/>
                </a:xfrm>
                <a:custGeom>
                  <a:rect b="b" l="l" r="r" t="t"/>
                  <a:pathLst>
                    <a:path extrusionOk="0" h="2" w="2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76" name="Google Shape;776;p25"/>
                <p:cNvSpPr/>
                <p:nvPr/>
              </p:nvSpPr>
              <p:spPr>
                <a:xfrm>
                  <a:off x="11482388" y="1531708"/>
                  <a:ext cx="85725" cy="3693"/>
                </a:xfrm>
                <a:custGeom>
                  <a:rect b="b" l="l" r="r" t="t"/>
                  <a:pathLst>
                    <a:path extrusionOk="0" h="4" w="90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77" name="Google Shape;777;p25"/>
                <p:cNvSpPr/>
                <p:nvPr/>
              </p:nvSpPr>
              <p:spPr>
                <a:xfrm>
                  <a:off x="11626850" y="1532939"/>
                  <a:ext cx="4762" cy="1231"/>
                </a:xfrm>
                <a:custGeom>
                  <a:rect b="b" l="l" r="r" t="t"/>
                  <a:pathLst>
                    <a:path extrusionOk="0" h="1"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78" name="Google Shape;778;p25"/>
                <p:cNvSpPr/>
                <p:nvPr/>
              </p:nvSpPr>
              <p:spPr>
                <a:xfrm>
                  <a:off x="11261725" y="1534170"/>
                  <a:ext cx="4762" cy="0"/>
                </a:xfrm>
                <a:custGeom>
                  <a:rect b="b" l="l" r="r" t="t"/>
                  <a:pathLst>
                    <a:path extrusionOk="0" h="1" w="5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0"/>
                      </a:lnTo>
                      <a:cubicBezTo>
                        <a:pt x="4" y="0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79" name="Google Shape;779;p25"/>
                <p:cNvSpPr/>
                <p:nvPr/>
              </p:nvSpPr>
              <p:spPr>
                <a:xfrm>
                  <a:off x="11553825" y="1534170"/>
                  <a:ext cx="44450" cy="2462"/>
                </a:xfrm>
                <a:custGeom>
                  <a:rect b="b" l="l" r="r" t="t"/>
                  <a:pathLst>
                    <a:path extrusionOk="0" h="2" w="47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80" name="Google Shape;780;p25"/>
                <p:cNvSpPr/>
                <p:nvPr/>
              </p:nvSpPr>
              <p:spPr>
                <a:xfrm>
                  <a:off x="11409363" y="1529246"/>
                  <a:ext cx="31750" cy="2462"/>
                </a:xfrm>
                <a:custGeom>
                  <a:rect b="b" l="l" r="r" t="t"/>
                  <a:pathLst>
                    <a:path extrusionOk="0" h="3" w="3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81" name="Google Shape;781;p25"/>
                <p:cNvSpPr/>
                <p:nvPr/>
              </p:nvSpPr>
              <p:spPr>
                <a:xfrm>
                  <a:off x="11618913" y="1531708"/>
                  <a:ext cx="6350" cy="0"/>
                </a:xfrm>
                <a:custGeom>
                  <a:rect b="b" l="l" r="r" t="t"/>
                  <a:pathLst>
                    <a:path extrusionOk="0" h="1" w="6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6" y="0"/>
                      </a:lnTo>
                      <a:cubicBezTo>
                        <a:pt x="0" y="0"/>
                        <a:pt x="0" y="0"/>
                        <a:pt x="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82" name="Google Shape;782;p25"/>
                <p:cNvSpPr/>
                <p:nvPr/>
              </p:nvSpPr>
              <p:spPr>
                <a:xfrm>
                  <a:off x="11598275" y="1531708"/>
                  <a:ext cx="28575" cy="2462"/>
                </a:xfrm>
                <a:custGeom>
                  <a:rect b="b" l="l" r="r" t="t"/>
                  <a:pathLst>
                    <a:path extrusionOk="0" h="3" w="31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83" name="Google Shape;783;p25"/>
                <p:cNvSpPr/>
                <p:nvPr/>
              </p:nvSpPr>
              <p:spPr>
                <a:xfrm>
                  <a:off x="11137900" y="1534170"/>
                  <a:ext cx="188912" cy="23388"/>
                </a:xfrm>
                <a:custGeom>
                  <a:rect b="b" l="l" r="r" t="t"/>
                  <a:pathLst>
                    <a:path extrusionOk="0" h="27" w="198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84" name="Google Shape;784;p25"/>
                <p:cNvSpPr/>
                <p:nvPr/>
              </p:nvSpPr>
              <p:spPr>
                <a:xfrm>
                  <a:off x="11266488" y="1529246"/>
                  <a:ext cx="95250" cy="4924"/>
                </a:xfrm>
                <a:custGeom>
                  <a:rect b="b" l="l" r="r" t="t"/>
                  <a:pathLst>
                    <a:path extrusionOk="0" h="6" w="100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85" name="Google Shape;785;p25"/>
                <p:cNvSpPr/>
                <p:nvPr/>
              </p:nvSpPr>
              <p:spPr>
                <a:xfrm>
                  <a:off x="11361738" y="1531708"/>
                  <a:ext cx="134937" cy="12309"/>
                </a:xfrm>
                <a:custGeom>
                  <a:rect b="b" l="l" r="r" t="t"/>
                  <a:pathLst>
                    <a:path extrusionOk="0" h="14" w="142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86" name="Google Shape;786;p25"/>
                <p:cNvSpPr/>
                <p:nvPr/>
              </p:nvSpPr>
              <p:spPr>
                <a:xfrm>
                  <a:off x="11834813" y="1552634"/>
                  <a:ext cx="9525" cy="1231"/>
                </a:xfrm>
                <a:custGeom>
                  <a:rect b="b" l="l" r="r" t="t"/>
                  <a:pathLst>
                    <a:path extrusionOk="0" h="1" w="1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87" name="Google Shape;787;p25"/>
                <p:cNvSpPr/>
                <p:nvPr/>
              </p:nvSpPr>
              <p:spPr>
                <a:xfrm>
                  <a:off x="11764963" y="1542787"/>
                  <a:ext cx="117475" cy="9847"/>
                </a:xfrm>
                <a:custGeom>
                  <a:rect b="b" l="l" r="r" t="t"/>
                  <a:pathLst>
                    <a:path extrusionOk="0" h="12" w="12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88" name="Google Shape;788;p25"/>
                <p:cNvSpPr/>
                <p:nvPr/>
              </p:nvSpPr>
              <p:spPr>
                <a:xfrm>
                  <a:off x="11555413" y="1544017"/>
                  <a:ext cx="69850" cy="4924"/>
                </a:xfrm>
                <a:custGeom>
                  <a:rect b="b" l="l" r="r" t="t"/>
                  <a:pathLst>
                    <a:path extrusionOk="0" h="6" w="74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89" name="Google Shape;789;p25"/>
                <p:cNvSpPr/>
                <p:nvPr/>
              </p:nvSpPr>
              <p:spPr>
                <a:xfrm>
                  <a:off x="11223625" y="1528016"/>
                  <a:ext cx="38100" cy="6155"/>
                </a:xfrm>
                <a:custGeom>
                  <a:rect b="b" l="l" r="r" t="t"/>
                  <a:pathLst>
                    <a:path extrusionOk="0" h="7" w="40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90" name="Google Shape;790;p25"/>
                <p:cNvSpPr/>
                <p:nvPr/>
              </p:nvSpPr>
              <p:spPr>
                <a:xfrm>
                  <a:off x="11145838" y="1529246"/>
                  <a:ext cx="22225" cy="2462"/>
                </a:xfrm>
                <a:custGeom>
                  <a:rect b="b" l="l" r="r" t="t"/>
                  <a:pathLst>
                    <a:path extrusionOk="0" h="4" w="2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91" name="Google Shape;791;p25"/>
                <p:cNvSpPr/>
                <p:nvPr/>
              </p:nvSpPr>
              <p:spPr>
                <a:xfrm>
                  <a:off x="6197600" y="1566174"/>
                  <a:ext cx="20637" cy="1231"/>
                </a:xfrm>
                <a:custGeom>
                  <a:rect b="b" l="l" r="r" t="t"/>
                  <a:pathLst>
                    <a:path extrusionOk="0" h="1" w="2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92" name="Google Shape;792;p25"/>
                <p:cNvSpPr/>
                <p:nvPr/>
              </p:nvSpPr>
              <p:spPr>
                <a:xfrm>
                  <a:off x="6356350" y="1564943"/>
                  <a:ext cx="9525" cy="1231"/>
                </a:xfrm>
                <a:custGeom>
                  <a:rect b="b" l="l" r="r" t="t"/>
                  <a:pathLst>
                    <a:path extrusionOk="0" h="2" w="10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93" name="Google Shape;793;p25"/>
                <p:cNvSpPr/>
                <p:nvPr/>
              </p:nvSpPr>
              <p:spPr>
                <a:xfrm>
                  <a:off x="8950325" y="1521861"/>
                  <a:ext cx="61912" cy="7386"/>
                </a:xfrm>
                <a:custGeom>
                  <a:rect b="b" l="l" r="r" t="t"/>
                  <a:pathLst>
                    <a:path extrusionOk="0" h="9" w="65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94" name="Google Shape;794;p25"/>
                <p:cNvSpPr/>
                <p:nvPr/>
              </p:nvSpPr>
              <p:spPr>
                <a:xfrm>
                  <a:off x="7537450" y="1546479"/>
                  <a:ext cx="28575" cy="3693"/>
                </a:xfrm>
                <a:custGeom>
                  <a:rect b="b" l="l" r="r" t="t"/>
                  <a:pathLst>
                    <a:path extrusionOk="0" h="4" w="29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95" name="Google Shape;795;p25"/>
                <p:cNvSpPr/>
                <p:nvPr/>
              </p:nvSpPr>
              <p:spPr>
                <a:xfrm>
                  <a:off x="7478713" y="1562481"/>
                  <a:ext cx="38100" cy="2462"/>
                </a:xfrm>
                <a:custGeom>
                  <a:rect b="b" l="l" r="r" t="t"/>
                  <a:pathLst>
                    <a:path extrusionOk="0" h="3" w="40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96" name="Google Shape;796;p25"/>
                <p:cNvSpPr/>
                <p:nvPr/>
              </p:nvSpPr>
              <p:spPr>
                <a:xfrm>
                  <a:off x="5410200" y="1568636"/>
                  <a:ext cx="36512" cy="3693"/>
                </a:xfrm>
                <a:custGeom>
                  <a:rect b="b" l="l" r="r" t="t"/>
                  <a:pathLst>
                    <a:path extrusionOk="0" h="5" w="38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97" name="Google Shape;797;p25"/>
                <p:cNvSpPr/>
                <p:nvPr/>
              </p:nvSpPr>
              <p:spPr>
                <a:xfrm>
                  <a:off x="10206038" y="1530477"/>
                  <a:ext cx="61912" cy="4924"/>
                </a:xfrm>
                <a:custGeom>
                  <a:rect b="b" l="l" r="r" t="t"/>
                  <a:pathLst>
                    <a:path extrusionOk="0" h="6" w="65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98" name="Google Shape;798;p25"/>
                <p:cNvSpPr/>
                <p:nvPr/>
              </p:nvSpPr>
              <p:spPr>
                <a:xfrm>
                  <a:off x="6257925" y="1525554"/>
                  <a:ext cx="19050" cy="2462"/>
                </a:xfrm>
                <a:custGeom>
                  <a:rect b="b" l="l" r="r" t="t"/>
                  <a:pathLst>
                    <a:path extrusionOk="0" h="2" w="21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99" name="Google Shape;799;p25"/>
                <p:cNvSpPr/>
                <p:nvPr/>
              </p:nvSpPr>
              <p:spPr>
                <a:xfrm>
                  <a:off x="10134600" y="1528016"/>
                  <a:ext cx="71437" cy="3693"/>
                </a:xfrm>
                <a:custGeom>
                  <a:rect b="b" l="l" r="r" t="t"/>
                  <a:pathLst>
                    <a:path extrusionOk="0" h="4" w="75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00" name="Google Shape;800;p25"/>
                <p:cNvSpPr/>
                <p:nvPr/>
              </p:nvSpPr>
              <p:spPr>
                <a:xfrm>
                  <a:off x="2582863" y="1560020"/>
                  <a:ext cx="7937" cy="1231"/>
                </a:xfrm>
                <a:custGeom>
                  <a:rect b="b" l="l" r="r" t="t"/>
                  <a:pathLst>
                    <a:path extrusionOk="0" h="1" w="8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01" name="Google Shape;801;p25"/>
                <p:cNvSpPr/>
                <p:nvPr/>
              </p:nvSpPr>
              <p:spPr>
                <a:xfrm>
                  <a:off x="1762125" y="1521861"/>
                  <a:ext cx="34925" cy="1231"/>
                </a:xfrm>
                <a:custGeom>
                  <a:rect b="b" l="l" r="r" t="t"/>
                  <a:pathLst>
                    <a:path extrusionOk="0" h="1" w="36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02" name="Google Shape;802;p25"/>
                <p:cNvSpPr/>
                <p:nvPr/>
              </p:nvSpPr>
              <p:spPr>
                <a:xfrm>
                  <a:off x="10812463" y="1529246"/>
                  <a:ext cx="19050" cy="1231"/>
                </a:xfrm>
                <a:custGeom>
                  <a:rect b="b" l="l" r="r" t="t"/>
                  <a:pathLst>
                    <a:path extrusionOk="0" h="1" w="2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03" name="Google Shape;803;p25"/>
                <p:cNvSpPr/>
                <p:nvPr/>
              </p:nvSpPr>
              <p:spPr>
                <a:xfrm>
                  <a:off x="10896600" y="1545248"/>
                  <a:ext cx="7937" cy="2462"/>
                </a:xfrm>
                <a:custGeom>
                  <a:rect b="b" l="l" r="r" t="t"/>
                  <a:pathLst>
                    <a:path extrusionOk="0" h="3" w="8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04" name="Google Shape;804;p25"/>
                <p:cNvSpPr/>
                <p:nvPr/>
              </p:nvSpPr>
              <p:spPr>
                <a:xfrm>
                  <a:off x="9947275" y="1553865"/>
                  <a:ext cx="4762" cy="1231"/>
                </a:xfrm>
                <a:custGeom>
                  <a:rect b="b" l="l" r="r" t="t"/>
                  <a:pathLst>
                    <a:path extrusionOk="0" h="1" w="5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05" name="Google Shape;805;p25"/>
                <p:cNvSpPr/>
                <p:nvPr/>
              </p:nvSpPr>
              <p:spPr>
                <a:xfrm>
                  <a:off x="10817225" y="1531708"/>
                  <a:ext cx="23812" cy="0"/>
                </a:xfrm>
                <a:custGeom>
                  <a:rect b="b" l="l" r="r" t="t"/>
                  <a:pathLst>
                    <a:path extrusionOk="0" h="1" w="25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06" name="Google Shape;806;p25"/>
                <p:cNvSpPr/>
                <p:nvPr/>
              </p:nvSpPr>
              <p:spPr>
                <a:xfrm>
                  <a:off x="10836275" y="1529246"/>
                  <a:ext cx="19050" cy="1231"/>
                </a:xfrm>
                <a:custGeom>
                  <a:rect b="b" l="l" r="r" t="t"/>
                  <a:pathLst>
                    <a:path extrusionOk="0" h="1" w="20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07" name="Google Shape;807;p25"/>
                <p:cNvSpPr/>
                <p:nvPr/>
              </p:nvSpPr>
              <p:spPr>
                <a:xfrm>
                  <a:off x="10787063" y="1530477"/>
                  <a:ext cx="30162" cy="1231"/>
                </a:xfrm>
                <a:custGeom>
                  <a:rect b="b" l="l" r="r" t="t"/>
                  <a:pathLst>
                    <a:path extrusionOk="0" h="1" w="3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08" name="Google Shape;808;p25"/>
                <p:cNvSpPr/>
                <p:nvPr/>
              </p:nvSpPr>
              <p:spPr>
                <a:xfrm>
                  <a:off x="4092575" y="1552634"/>
                  <a:ext cx="20637" cy="2462"/>
                </a:xfrm>
                <a:custGeom>
                  <a:rect b="b" l="l" r="r" t="t"/>
                  <a:pathLst>
                    <a:path extrusionOk="0" h="2" w="23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09" name="Google Shape;809;p25"/>
                <p:cNvSpPr/>
                <p:nvPr/>
              </p:nvSpPr>
              <p:spPr>
                <a:xfrm>
                  <a:off x="8528050" y="1567405"/>
                  <a:ext cx="3175" cy="1231"/>
                </a:xfrm>
                <a:custGeom>
                  <a:rect b="b" l="l" r="r" t="t"/>
                  <a:pathLst>
                    <a:path extrusionOk="0" h="1" w="3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10" name="Google Shape;810;p25"/>
                <p:cNvSpPr/>
                <p:nvPr/>
              </p:nvSpPr>
              <p:spPr>
                <a:xfrm>
                  <a:off x="8461375" y="1556326"/>
                  <a:ext cx="66675" cy="14771"/>
                </a:xfrm>
                <a:custGeom>
                  <a:rect b="b" l="l" r="r" t="t"/>
                  <a:pathLst>
                    <a:path extrusionOk="0" h="17" w="69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11" name="Google Shape;811;p25"/>
                <p:cNvSpPr/>
                <p:nvPr/>
              </p:nvSpPr>
              <p:spPr>
                <a:xfrm>
                  <a:off x="1562100" y="1514475"/>
                  <a:ext cx="9563100" cy="64008"/>
                </a:xfrm>
                <a:custGeom>
                  <a:rect b="b" l="l" r="r" t="t"/>
                  <a:pathLst>
                    <a:path extrusionOk="0" h="75" w="10030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12" name="Google Shape;812;p25"/>
                <p:cNvSpPr/>
                <p:nvPr/>
              </p:nvSpPr>
              <p:spPr>
                <a:xfrm>
                  <a:off x="7508875" y="1560020"/>
                  <a:ext cx="11112" cy="3693"/>
                </a:xfrm>
                <a:custGeom>
                  <a:rect b="b" l="l" r="r" t="t"/>
                  <a:pathLst>
                    <a:path extrusionOk="0" h="3" w="12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13" name="Google Shape;813;p25"/>
                <p:cNvSpPr/>
                <p:nvPr/>
              </p:nvSpPr>
              <p:spPr>
                <a:xfrm>
                  <a:off x="5434013" y="1567405"/>
                  <a:ext cx="4762" cy="1231"/>
                </a:xfrm>
                <a:custGeom>
                  <a:rect b="b" l="l" r="r" t="t"/>
                  <a:pathLst>
                    <a:path extrusionOk="0" h="1" w="5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14" name="Google Shape;814;p25"/>
                <p:cNvSpPr/>
                <p:nvPr/>
              </p:nvSpPr>
              <p:spPr>
                <a:xfrm>
                  <a:off x="9672638" y="1567405"/>
                  <a:ext cx="25400" cy="2462"/>
                </a:xfrm>
                <a:custGeom>
                  <a:rect b="b" l="l" r="r" t="t"/>
                  <a:pathLst>
                    <a:path extrusionOk="0" h="3" w="27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15" name="Google Shape;815;p25"/>
                <p:cNvSpPr/>
                <p:nvPr/>
              </p:nvSpPr>
              <p:spPr>
                <a:xfrm>
                  <a:off x="10966450" y="1529246"/>
                  <a:ext cx="39687" cy="2462"/>
                </a:xfrm>
                <a:custGeom>
                  <a:rect b="b" l="l" r="r" t="t"/>
                  <a:pathLst>
                    <a:path extrusionOk="0" h="3" w="42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16" name="Google Shape;816;p25"/>
                <p:cNvSpPr/>
                <p:nvPr/>
              </p:nvSpPr>
              <p:spPr>
                <a:xfrm>
                  <a:off x="11329988" y="1552634"/>
                  <a:ext cx="44450" cy="2462"/>
                </a:xfrm>
                <a:custGeom>
                  <a:rect b="b" l="l" r="r" t="t"/>
                  <a:pathLst>
                    <a:path extrusionOk="0" h="3" w="46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17" name="Google Shape;817;p25"/>
                <p:cNvSpPr/>
                <p:nvPr/>
              </p:nvSpPr>
              <p:spPr>
                <a:xfrm>
                  <a:off x="11042650" y="1540325"/>
                  <a:ext cx="60325" cy="6155"/>
                </a:xfrm>
                <a:custGeom>
                  <a:rect b="b" l="l" r="r" t="t"/>
                  <a:pathLst>
                    <a:path extrusionOk="0" h="7" w="6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18" name="Google Shape;818;p25"/>
                <p:cNvSpPr/>
                <p:nvPr/>
              </p:nvSpPr>
              <p:spPr>
                <a:xfrm>
                  <a:off x="11106150" y="1542787"/>
                  <a:ext cx="28575" cy="1231"/>
                </a:xfrm>
                <a:custGeom>
                  <a:rect b="b" l="l" r="r" t="t"/>
                  <a:pathLst>
                    <a:path extrusionOk="0" h="2" w="31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19" name="Google Shape;819;p25"/>
                <p:cNvSpPr/>
                <p:nvPr/>
              </p:nvSpPr>
              <p:spPr>
                <a:xfrm>
                  <a:off x="10679113" y="1525554"/>
                  <a:ext cx="103187" cy="9847"/>
                </a:xfrm>
                <a:custGeom>
                  <a:rect b="b" l="l" r="r" t="t"/>
                  <a:pathLst>
                    <a:path extrusionOk="0" h="12" w="109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20" name="Google Shape;820;p25"/>
                <p:cNvSpPr/>
                <p:nvPr/>
              </p:nvSpPr>
              <p:spPr>
                <a:xfrm>
                  <a:off x="11039475" y="1550172"/>
                  <a:ext cx="26987" cy="4924"/>
                </a:xfrm>
                <a:custGeom>
                  <a:rect b="b" l="l" r="r" t="t"/>
                  <a:pathLst>
                    <a:path extrusionOk="0" h="5" w="27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21" name="Google Shape;821;p25"/>
                <p:cNvSpPr/>
                <p:nvPr/>
              </p:nvSpPr>
              <p:spPr>
                <a:xfrm>
                  <a:off x="10841038" y="1548941"/>
                  <a:ext cx="58737" cy="2462"/>
                </a:xfrm>
                <a:custGeom>
                  <a:rect b="b" l="l" r="r" t="t"/>
                  <a:pathLst>
                    <a:path extrusionOk="0" h="3" w="61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22" name="Google Shape;822;p25"/>
                <p:cNvSpPr/>
                <p:nvPr/>
              </p:nvSpPr>
              <p:spPr>
                <a:xfrm>
                  <a:off x="10899775" y="1550172"/>
                  <a:ext cx="36512" cy="1231"/>
                </a:xfrm>
                <a:custGeom>
                  <a:rect b="b" l="l" r="r" t="t"/>
                  <a:pathLst>
                    <a:path extrusionOk="0" h="1" w="38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23" name="Google Shape;823;p25"/>
                <p:cNvSpPr/>
                <p:nvPr/>
              </p:nvSpPr>
              <p:spPr>
                <a:xfrm>
                  <a:off x="10958513" y="1555096"/>
                  <a:ext cx="46037" cy="0"/>
                </a:xfrm>
                <a:custGeom>
                  <a:rect b="b" l="l" r="r" t="t"/>
                  <a:pathLst>
                    <a:path extrusionOk="0" h="1" w="47">
                      <a:moveTo>
                        <a:pt x="47" y="0"/>
                      </a:moveTo>
                      <a:lnTo>
                        <a:pt x="47" y="0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24" name="Google Shape;824;p25"/>
                <p:cNvSpPr/>
                <p:nvPr/>
              </p:nvSpPr>
              <p:spPr>
                <a:xfrm>
                  <a:off x="10304463" y="1548941"/>
                  <a:ext cx="61912" cy="3693"/>
                </a:xfrm>
                <a:custGeom>
                  <a:rect b="b" l="l" r="r" t="t"/>
                  <a:pathLst>
                    <a:path extrusionOk="0" h="4" w="65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25" name="Google Shape;825;p25"/>
                <p:cNvSpPr/>
                <p:nvPr/>
              </p:nvSpPr>
              <p:spPr>
                <a:xfrm>
                  <a:off x="10483850" y="1557558"/>
                  <a:ext cx="23812" cy="6155"/>
                </a:xfrm>
                <a:custGeom>
                  <a:rect b="b" l="l" r="r" t="t"/>
                  <a:pathLst>
                    <a:path extrusionOk="0" h="7" w="25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26" name="Google Shape;826;p25"/>
                <p:cNvSpPr/>
                <p:nvPr/>
              </p:nvSpPr>
              <p:spPr>
                <a:xfrm>
                  <a:off x="10291763" y="1563712"/>
                  <a:ext cx="117475" cy="2462"/>
                </a:xfrm>
                <a:custGeom>
                  <a:rect b="b" l="l" r="r" t="t"/>
                  <a:pathLst>
                    <a:path extrusionOk="0" h="4" w="123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27" name="Google Shape;827;p25"/>
                <p:cNvSpPr/>
                <p:nvPr/>
              </p:nvSpPr>
              <p:spPr>
                <a:xfrm>
                  <a:off x="9621838" y="1546479"/>
                  <a:ext cx="11112" cy="8617"/>
                </a:xfrm>
                <a:custGeom>
                  <a:rect b="b" l="l" r="r" t="t"/>
                  <a:pathLst>
                    <a:path extrusionOk="0" h="10" w="13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28" name="Google Shape;828;p25"/>
                <p:cNvSpPr/>
                <p:nvPr/>
              </p:nvSpPr>
              <p:spPr>
                <a:xfrm>
                  <a:off x="8951913" y="1568636"/>
                  <a:ext cx="96837" cy="8617"/>
                </a:xfrm>
                <a:custGeom>
                  <a:rect b="b" l="l" r="r" t="t"/>
                  <a:pathLst>
                    <a:path extrusionOk="0" h="10" w="101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29" name="Google Shape;829;p25"/>
                <p:cNvSpPr/>
                <p:nvPr/>
              </p:nvSpPr>
              <p:spPr>
                <a:xfrm>
                  <a:off x="9005888" y="1566174"/>
                  <a:ext cx="17462" cy="2462"/>
                </a:xfrm>
                <a:custGeom>
                  <a:rect b="b" l="l" r="r" t="t"/>
                  <a:pathLst>
                    <a:path extrusionOk="0" h="2" w="19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30" name="Google Shape;830;p25"/>
                <p:cNvSpPr/>
                <p:nvPr/>
              </p:nvSpPr>
              <p:spPr>
                <a:xfrm>
                  <a:off x="1587500" y="1516937"/>
                  <a:ext cx="38100" cy="3693"/>
                </a:xfrm>
                <a:custGeom>
                  <a:rect b="b" l="l" r="r" t="t"/>
                  <a:pathLst>
                    <a:path extrusionOk="0" h="4" w="39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31" name="Google Shape;831;p25"/>
                <p:cNvSpPr/>
                <p:nvPr/>
              </p:nvSpPr>
              <p:spPr>
                <a:xfrm>
                  <a:off x="1522413" y="1519399"/>
                  <a:ext cx="30162" cy="4924"/>
                </a:xfrm>
                <a:custGeom>
                  <a:rect b="b" l="l" r="r" t="t"/>
                  <a:pathLst>
                    <a:path extrusionOk="0" h="6" w="32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32" name="Google Shape;832;p25"/>
                <p:cNvSpPr/>
                <p:nvPr/>
              </p:nvSpPr>
              <p:spPr>
                <a:xfrm>
                  <a:off x="6650038" y="1573559"/>
                  <a:ext cx="33337" cy="3693"/>
                </a:xfrm>
                <a:custGeom>
                  <a:rect b="b" l="l" r="r" t="t"/>
                  <a:pathLst>
                    <a:path extrusionOk="0" h="4" w="3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33" name="Google Shape;833;p25"/>
                <p:cNvSpPr/>
                <p:nvPr/>
              </p:nvSpPr>
              <p:spPr>
                <a:xfrm>
                  <a:off x="6162675" y="1566174"/>
                  <a:ext cx="15875" cy="4924"/>
                </a:xfrm>
                <a:custGeom>
                  <a:rect b="b" l="l" r="r" t="t"/>
                  <a:pathLst>
                    <a:path extrusionOk="0" h="6" w="17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34" name="Google Shape;834;p25"/>
                <p:cNvSpPr/>
                <p:nvPr/>
              </p:nvSpPr>
              <p:spPr>
                <a:xfrm>
                  <a:off x="5738813" y="1571097"/>
                  <a:ext cx="60325" cy="6155"/>
                </a:xfrm>
                <a:custGeom>
                  <a:rect b="b" l="l" r="r" t="t"/>
                  <a:pathLst>
                    <a:path extrusionOk="0" h="8" w="63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grpSp>
            <p:nvGrpSpPr>
              <p:cNvPr id="835" name="Google Shape;835;p25"/>
              <p:cNvGrpSpPr/>
              <p:nvPr/>
            </p:nvGrpSpPr>
            <p:grpSpPr>
              <a:xfrm flipH="1" rot="-5400000">
                <a:off x="6492229" y="2755658"/>
                <a:ext cx="4114800" cy="36576"/>
                <a:chOff x="1522413" y="1514475"/>
                <a:chExt cx="10569575" cy="64008"/>
              </a:xfrm>
            </p:grpSpPr>
            <p:sp>
              <p:nvSpPr>
                <p:cNvPr id="836" name="Google Shape;836;p25"/>
                <p:cNvSpPr/>
                <p:nvPr/>
              </p:nvSpPr>
              <p:spPr>
                <a:xfrm>
                  <a:off x="12028488" y="1525554"/>
                  <a:ext cx="63500" cy="4924"/>
                </a:xfrm>
                <a:custGeom>
                  <a:rect b="b" l="l" r="r" t="t"/>
                  <a:pathLst>
                    <a:path extrusionOk="0" h="6" w="67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37" name="Google Shape;837;p25"/>
                <p:cNvSpPr/>
                <p:nvPr/>
              </p:nvSpPr>
              <p:spPr>
                <a:xfrm>
                  <a:off x="12022138" y="1532939"/>
                  <a:ext cx="19050" cy="1231"/>
                </a:xfrm>
                <a:custGeom>
                  <a:rect b="b" l="l" r="r" t="t"/>
                  <a:pathLst>
                    <a:path extrusionOk="0" h="2" w="2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38" name="Google Shape;838;p25"/>
                <p:cNvSpPr/>
                <p:nvPr/>
              </p:nvSpPr>
              <p:spPr>
                <a:xfrm>
                  <a:off x="12041188" y="1531708"/>
                  <a:ext cx="39687" cy="6155"/>
                </a:xfrm>
                <a:custGeom>
                  <a:rect b="b" l="l" r="r" t="t"/>
                  <a:pathLst>
                    <a:path extrusionOk="0" h="6" w="41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39" name="Google Shape;839;p25"/>
                <p:cNvSpPr/>
                <p:nvPr/>
              </p:nvSpPr>
              <p:spPr>
                <a:xfrm>
                  <a:off x="11831638" y="1526784"/>
                  <a:ext cx="42862" cy="4924"/>
                </a:xfrm>
                <a:custGeom>
                  <a:rect b="b" l="l" r="r" t="t"/>
                  <a:pathLst>
                    <a:path extrusionOk="0" h="6" w="45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40" name="Google Shape;840;p25"/>
                <p:cNvSpPr/>
                <p:nvPr/>
              </p:nvSpPr>
              <p:spPr>
                <a:xfrm>
                  <a:off x="11809413" y="1531708"/>
                  <a:ext cx="41275" cy="2462"/>
                </a:xfrm>
                <a:custGeom>
                  <a:rect b="b" l="l" r="r" t="t"/>
                  <a:pathLst>
                    <a:path extrusionOk="0" h="3" w="44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41" name="Google Shape;841;p25"/>
                <p:cNvSpPr/>
                <p:nvPr/>
              </p:nvSpPr>
              <p:spPr>
                <a:xfrm>
                  <a:off x="12003088" y="1537863"/>
                  <a:ext cx="77787" cy="3693"/>
                </a:xfrm>
                <a:custGeom>
                  <a:rect b="b" l="l" r="r" t="t"/>
                  <a:pathLst>
                    <a:path extrusionOk="0" h="5" w="82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42" name="Google Shape;842;p25"/>
                <p:cNvSpPr/>
                <p:nvPr/>
              </p:nvSpPr>
              <p:spPr>
                <a:xfrm>
                  <a:off x="11664950" y="1523092"/>
                  <a:ext cx="39687" cy="4924"/>
                </a:xfrm>
                <a:custGeom>
                  <a:rect b="b" l="l" r="r" t="t"/>
                  <a:pathLst>
                    <a:path extrusionOk="0" h="5" w="42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43" name="Google Shape;843;p25"/>
                <p:cNvSpPr/>
                <p:nvPr/>
              </p:nvSpPr>
              <p:spPr>
                <a:xfrm>
                  <a:off x="11506200" y="1521861"/>
                  <a:ext cx="92075" cy="4924"/>
                </a:xfrm>
                <a:custGeom>
                  <a:rect b="b" l="l" r="r" t="t"/>
                  <a:pathLst>
                    <a:path extrusionOk="0" h="6" w="98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44" name="Google Shape;844;p25"/>
                <p:cNvSpPr/>
                <p:nvPr/>
              </p:nvSpPr>
              <p:spPr>
                <a:xfrm>
                  <a:off x="11471275" y="1525554"/>
                  <a:ext cx="34925" cy="3693"/>
                </a:xfrm>
                <a:custGeom>
                  <a:rect b="b" l="l" r="r" t="t"/>
                  <a:pathLst>
                    <a:path extrusionOk="0" h="3" w="36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45" name="Google Shape;845;p25"/>
                <p:cNvSpPr/>
                <p:nvPr/>
              </p:nvSpPr>
              <p:spPr>
                <a:xfrm>
                  <a:off x="11710988" y="1529246"/>
                  <a:ext cx="30162" cy="4924"/>
                </a:xfrm>
                <a:custGeom>
                  <a:rect b="b" l="l" r="r" t="t"/>
                  <a:pathLst>
                    <a:path extrusionOk="0" h="5" w="32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46" name="Google Shape;846;p25"/>
                <p:cNvSpPr/>
                <p:nvPr/>
              </p:nvSpPr>
              <p:spPr>
                <a:xfrm>
                  <a:off x="11691938" y="1532939"/>
                  <a:ext cx="34925" cy="1231"/>
                </a:xfrm>
                <a:custGeom>
                  <a:rect b="b" l="l" r="r" t="t"/>
                  <a:pathLst>
                    <a:path extrusionOk="0" h="1" w="36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47" name="Google Shape;847;p25"/>
                <p:cNvSpPr/>
                <p:nvPr/>
              </p:nvSpPr>
              <p:spPr>
                <a:xfrm>
                  <a:off x="11741150" y="1534170"/>
                  <a:ext cx="4762" cy="0"/>
                </a:xfrm>
                <a:custGeom>
                  <a:rect b="b" l="l" r="r" t="t"/>
                  <a:pathLst>
                    <a:path extrusionOk="0" h="120000"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48" name="Google Shape;848;p25"/>
                <p:cNvSpPr/>
                <p:nvPr/>
              </p:nvSpPr>
              <p:spPr>
                <a:xfrm>
                  <a:off x="11841163" y="1537863"/>
                  <a:ext cx="71437" cy="8617"/>
                </a:xfrm>
                <a:custGeom>
                  <a:rect b="b" l="l" r="r" t="t"/>
                  <a:pathLst>
                    <a:path extrusionOk="0" h="9" w="75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49" name="Google Shape;849;p25"/>
                <p:cNvSpPr/>
                <p:nvPr/>
              </p:nvSpPr>
              <p:spPr>
                <a:xfrm>
                  <a:off x="11764963" y="1535401"/>
                  <a:ext cx="44450" cy="3693"/>
                </a:xfrm>
                <a:custGeom>
                  <a:rect b="b" l="l" r="r" t="t"/>
                  <a:pathLst>
                    <a:path extrusionOk="0" h="4" w="47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50" name="Google Shape;850;p25"/>
                <p:cNvSpPr/>
                <p:nvPr/>
              </p:nvSpPr>
              <p:spPr>
                <a:xfrm>
                  <a:off x="11744325" y="1537863"/>
                  <a:ext cx="20637" cy="2462"/>
                </a:xfrm>
                <a:custGeom>
                  <a:rect b="b" l="l" r="r" t="t"/>
                  <a:pathLst>
                    <a:path extrusionOk="0" h="2" w="2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51" name="Google Shape;851;p25"/>
                <p:cNvSpPr/>
                <p:nvPr/>
              </p:nvSpPr>
              <p:spPr>
                <a:xfrm>
                  <a:off x="11482388" y="1531708"/>
                  <a:ext cx="85725" cy="3693"/>
                </a:xfrm>
                <a:custGeom>
                  <a:rect b="b" l="l" r="r" t="t"/>
                  <a:pathLst>
                    <a:path extrusionOk="0" h="4" w="90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52" name="Google Shape;852;p25"/>
                <p:cNvSpPr/>
                <p:nvPr/>
              </p:nvSpPr>
              <p:spPr>
                <a:xfrm>
                  <a:off x="11626850" y="1532939"/>
                  <a:ext cx="4762" cy="1231"/>
                </a:xfrm>
                <a:custGeom>
                  <a:rect b="b" l="l" r="r" t="t"/>
                  <a:pathLst>
                    <a:path extrusionOk="0" h="1"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53" name="Google Shape;853;p25"/>
                <p:cNvSpPr/>
                <p:nvPr/>
              </p:nvSpPr>
              <p:spPr>
                <a:xfrm>
                  <a:off x="11261725" y="1534170"/>
                  <a:ext cx="4762" cy="0"/>
                </a:xfrm>
                <a:custGeom>
                  <a:rect b="b" l="l" r="r" t="t"/>
                  <a:pathLst>
                    <a:path extrusionOk="0" h="1" w="5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0"/>
                      </a:lnTo>
                      <a:cubicBezTo>
                        <a:pt x="4" y="0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54" name="Google Shape;854;p25"/>
                <p:cNvSpPr/>
                <p:nvPr/>
              </p:nvSpPr>
              <p:spPr>
                <a:xfrm>
                  <a:off x="11553825" y="1534170"/>
                  <a:ext cx="44450" cy="2462"/>
                </a:xfrm>
                <a:custGeom>
                  <a:rect b="b" l="l" r="r" t="t"/>
                  <a:pathLst>
                    <a:path extrusionOk="0" h="2" w="47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55" name="Google Shape;855;p25"/>
                <p:cNvSpPr/>
                <p:nvPr/>
              </p:nvSpPr>
              <p:spPr>
                <a:xfrm>
                  <a:off x="11409363" y="1529246"/>
                  <a:ext cx="31750" cy="2462"/>
                </a:xfrm>
                <a:custGeom>
                  <a:rect b="b" l="l" r="r" t="t"/>
                  <a:pathLst>
                    <a:path extrusionOk="0" h="3" w="3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56" name="Google Shape;856;p25"/>
                <p:cNvSpPr/>
                <p:nvPr/>
              </p:nvSpPr>
              <p:spPr>
                <a:xfrm>
                  <a:off x="11618913" y="1531708"/>
                  <a:ext cx="6350" cy="0"/>
                </a:xfrm>
                <a:custGeom>
                  <a:rect b="b" l="l" r="r" t="t"/>
                  <a:pathLst>
                    <a:path extrusionOk="0" h="1" w="6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6" y="0"/>
                      </a:lnTo>
                      <a:cubicBezTo>
                        <a:pt x="0" y="0"/>
                        <a:pt x="0" y="0"/>
                        <a:pt x="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57" name="Google Shape;857;p25"/>
                <p:cNvSpPr/>
                <p:nvPr/>
              </p:nvSpPr>
              <p:spPr>
                <a:xfrm>
                  <a:off x="11598275" y="1531708"/>
                  <a:ext cx="28575" cy="2462"/>
                </a:xfrm>
                <a:custGeom>
                  <a:rect b="b" l="l" r="r" t="t"/>
                  <a:pathLst>
                    <a:path extrusionOk="0" h="3" w="31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58" name="Google Shape;858;p25"/>
                <p:cNvSpPr/>
                <p:nvPr/>
              </p:nvSpPr>
              <p:spPr>
                <a:xfrm>
                  <a:off x="11137900" y="1534170"/>
                  <a:ext cx="188912" cy="23388"/>
                </a:xfrm>
                <a:custGeom>
                  <a:rect b="b" l="l" r="r" t="t"/>
                  <a:pathLst>
                    <a:path extrusionOk="0" h="27" w="198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59" name="Google Shape;859;p25"/>
                <p:cNvSpPr/>
                <p:nvPr/>
              </p:nvSpPr>
              <p:spPr>
                <a:xfrm>
                  <a:off x="11266488" y="1529246"/>
                  <a:ext cx="95250" cy="4924"/>
                </a:xfrm>
                <a:custGeom>
                  <a:rect b="b" l="l" r="r" t="t"/>
                  <a:pathLst>
                    <a:path extrusionOk="0" h="6" w="100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60" name="Google Shape;860;p25"/>
                <p:cNvSpPr/>
                <p:nvPr/>
              </p:nvSpPr>
              <p:spPr>
                <a:xfrm>
                  <a:off x="11361738" y="1531708"/>
                  <a:ext cx="134937" cy="12309"/>
                </a:xfrm>
                <a:custGeom>
                  <a:rect b="b" l="l" r="r" t="t"/>
                  <a:pathLst>
                    <a:path extrusionOk="0" h="14" w="142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61" name="Google Shape;861;p25"/>
                <p:cNvSpPr/>
                <p:nvPr/>
              </p:nvSpPr>
              <p:spPr>
                <a:xfrm>
                  <a:off x="11834813" y="1552634"/>
                  <a:ext cx="9525" cy="1231"/>
                </a:xfrm>
                <a:custGeom>
                  <a:rect b="b" l="l" r="r" t="t"/>
                  <a:pathLst>
                    <a:path extrusionOk="0" h="1" w="1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62" name="Google Shape;862;p25"/>
                <p:cNvSpPr/>
                <p:nvPr/>
              </p:nvSpPr>
              <p:spPr>
                <a:xfrm>
                  <a:off x="11764963" y="1542787"/>
                  <a:ext cx="117475" cy="9847"/>
                </a:xfrm>
                <a:custGeom>
                  <a:rect b="b" l="l" r="r" t="t"/>
                  <a:pathLst>
                    <a:path extrusionOk="0" h="12" w="12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63" name="Google Shape;863;p25"/>
                <p:cNvSpPr/>
                <p:nvPr/>
              </p:nvSpPr>
              <p:spPr>
                <a:xfrm>
                  <a:off x="11555413" y="1544017"/>
                  <a:ext cx="69850" cy="4924"/>
                </a:xfrm>
                <a:custGeom>
                  <a:rect b="b" l="l" r="r" t="t"/>
                  <a:pathLst>
                    <a:path extrusionOk="0" h="6" w="74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64" name="Google Shape;864;p25"/>
                <p:cNvSpPr/>
                <p:nvPr/>
              </p:nvSpPr>
              <p:spPr>
                <a:xfrm>
                  <a:off x="11223625" y="1528016"/>
                  <a:ext cx="38100" cy="6155"/>
                </a:xfrm>
                <a:custGeom>
                  <a:rect b="b" l="l" r="r" t="t"/>
                  <a:pathLst>
                    <a:path extrusionOk="0" h="7" w="40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65" name="Google Shape;865;p25"/>
                <p:cNvSpPr/>
                <p:nvPr/>
              </p:nvSpPr>
              <p:spPr>
                <a:xfrm>
                  <a:off x="11145838" y="1529246"/>
                  <a:ext cx="22225" cy="2462"/>
                </a:xfrm>
                <a:custGeom>
                  <a:rect b="b" l="l" r="r" t="t"/>
                  <a:pathLst>
                    <a:path extrusionOk="0" h="4" w="2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66" name="Google Shape;866;p25"/>
                <p:cNvSpPr/>
                <p:nvPr/>
              </p:nvSpPr>
              <p:spPr>
                <a:xfrm>
                  <a:off x="6197600" y="1566174"/>
                  <a:ext cx="20637" cy="1231"/>
                </a:xfrm>
                <a:custGeom>
                  <a:rect b="b" l="l" r="r" t="t"/>
                  <a:pathLst>
                    <a:path extrusionOk="0" h="1" w="2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67" name="Google Shape;867;p25"/>
                <p:cNvSpPr/>
                <p:nvPr/>
              </p:nvSpPr>
              <p:spPr>
                <a:xfrm>
                  <a:off x="6356350" y="1564943"/>
                  <a:ext cx="9525" cy="1231"/>
                </a:xfrm>
                <a:custGeom>
                  <a:rect b="b" l="l" r="r" t="t"/>
                  <a:pathLst>
                    <a:path extrusionOk="0" h="2" w="10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68" name="Google Shape;868;p25"/>
                <p:cNvSpPr/>
                <p:nvPr/>
              </p:nvSpPr>
              <p:spPr>
                <a:xfrm>
                  <a:off x="8950325" y="1521861"/>
                  <a:ext cx="61912" cy="7386"/>
                </a:xfrm>
                <a:custGeom>
                  <a:rect b="b" l="l" r="r" t="t"/>
                  <a:pathLst>
                    <a:path extrusionOk="0" h="9" w="65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69" name="Google Shape;869;p25"/>
                <p:cNvSpPr/>
                <p:nvPr/>
              </p:nvSpPr>
              <p:spPr>
                <a:xfrm>
                  <a:off x="7537450" y="1546479"/>
                  <a:ext cx="28575" cy="3693"/>
                </a:xfrm>
                <a:custGeom>
                  <a:rect b="b" l="l" r="r" t="t"/>
                  <a:pathLst>
                    <a:path extrusionOk="0" h="4" w="29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70" name="Google Shape;870;p25"/>
                <p:cNvSpPr/>
                <p:nvPr/>
              </p:nvSpPr>
              <p:spPr>
                <a:xfrm>
                  <a:off x="7478713" y="1562481"/>
                  <a:ext cx="38100" cy="2462"/>
                </a:xfrm>
                <a:custGeom>
                  <a:rect b="b" l="l" r="r" t="t"/>
                  <a:pathLst>
                    <a:path extrusionOk="0" h="3" w="40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71" name="Google Shape;871;p25"/>
                <p:cNvSpPr/>
                <p:nvPr/>
              </p:nvSpPr>
              <p:spPr>
                <a:xfrm>
                  <a:off x="5410200" y="1568636"/>
                  <a:ext cx="36512" cy="3693"/>
                </a:xfrm>
                <a:custGeom>
                  <a:rect b="b" l="l" r="r" t="t"/>
                  <a:pathLst>
                    <a:path extrusionOk="0" h="5" w="38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72" name="Google Shape;872;p25"/>
                <p:cNvSpPr/>
                <p:nvPr/>
              </p:nvSpPr>
              <p:spPr>
                <a:xfrm>
                  <a:off x="10206038" y="1530477"/>
                  <a:ext cx="61912" cy="4924"/>
                </a:xfrm>
                <a:custGeom>
                  <a:rect b="b" l="l" r="r" t="t"/>
                  <a:pathLst>
                    <a:path extrusionOk="0" h="6" w="65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73" name="Google Shape;873;p25"/>
                <p:cNvSpPr/>
                <p:nvPr/>
              </p:nvSpPr>
              <p:spPr>
                <a:xfrm>
                  <a:off x="6257925" y="1525554"/>
                  <a:ext cx="19050" cy="2462"/>
                </a:xfrm>
                <a:custGeom>
                  <a:rect b="b" l="l" r="r" t="t"/>
                  <a:pathLst>
                    <a:path extrusionOk="0" h="2" w="21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74" name="Google Shape;874;p25"/>
                <p:cNvSpPr/>
                <p:nvPr/>
              </p:nvSpPr>
              <p:spPr>
                <a:xfrm>
                  <a:off x="10134600" y="1528016"/>
                  <a:ext cx="71437" cy="3693"/>
                </a:xfrm>
                <a:custGeom>
                  <a:rect b="b" l="l" r="r" t="t"/>
                  <a:pathLst>
                    <a:path extrusionOk="0" h="4" w="75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75" name="Google Shape;875;p25"/>
                <p:cNvSpPr/>
                <p:nvPr/>
              </p:nvSpPr>
              <p:spPr>
                <a:xfrm>
                  <a:off x="2582863" y="1560020"/>
                  <a:ext cx="7937" cy="1231"/>
                </a:xfrm>
                <a:custGeom>
                  <a:rect b="b" l="l" r="r" t="t"/>
                  <a:pathLst>
                    <a:path extrusionOk="0" h="1" w="8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76" name="Google Shape;876;p25"/>
                <p:cNvSpPr/>
                <p:nvPr/>
              </p:nvSpPr>
              <p:spPr>
                <a:xfrm>
                  <a:off x="1762125" y="1521861"/>
                  <a:ext cx="34925" cy="1231"/>
                </a:xfrm>
                <a:custGeom>
                  <a:rect b="b" l="l" r="r" t="t"/>
                  <a:pathLst>
                    <a:path extrusionOk="0" h="1" w="36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77" name="Google Shape;877;p25"/>
                <p:cNvSpPr/>
                <p:nvPr/>
              </p:nvSpPr>
              <p:spPr>
                <a:xfrm>
                  <a:off x="10812463" y="1529246"/>
                  <a:ext cx="19050" cy="1231"/>
                </a:xfrm>
                <a:custGeom>
                  <a:rect b="b" l="l" r="r" t="t"/>
                  <a:pathLst>
                    <a:path extrusionOk="0" h="1" w="2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78" name="Google Shape;878;p25"/>
                <p:cNvSpPr/>
                <p:nvPr/>
              </p:nvSpPr>
              <p:spPr>
                <a:xfrm>
                  <a:off x="10896600" y="1545248"/>
                  <a:ext cx="7937" cy="2462"/>
                </a:xfrm>
                <a:custGeom>
                  <a:rect b="b" l="l" r="r" t="t"/>
                  <a:pathLst>
                    <a:path extrusionOk="0" h="3" w="8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79" name="Google Shape;879;p25"/>
                <p:cNvSpPr/>
                <p:nvPr/>
              </p:nvSpPr>
              <p:spPr>
                <a:xfrm>
                  <a:off x="9947275" y="1553865"/>
                  <a:ext cx="4762" cy="1231"/>
                </a:xfrm>
                <a:custGeom>
                  <a:rect b="b" l="l" r="r" t="t"/>
                  <a:pathLst>
                    <a:path extrusionOk="0" h="1" w="5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80" name="Google Shape;880;p25"/>
                <p:cNvSpPr/>
                <p:nvPr/>
              </p:nvSpPr>
              <p:spPr>
                <a:xfrm>
                  <a:off x="10817225" y="1531708"/>
                  <a:ext cx="23812" cy="0"/>
                </a:xfrm>
                <a:custGeom>
                  <a:rect b="b" l="l" r="r" t="t"/>
                  <a:pathLst>
                    <a:path extrusionOk="0" h="1" w="25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81" name="Google Shape;881;p25"/>
                <p:cNvSpPr/>
                <p:nvPr/>
              </p:nvSpPr>
              <p:spPr>
                <a:xfrm>
                  <a:off x="10836275" y="1529246"/>
                  <a:ext cx="19050" cy="1231"/>
                </a:xfrm>
                <a:custGeom>
                  <a:rect b="b" l="l" r="r" t="t"/>
                  <a:pathLst>
                    <a:path extrusionOk="0" h="1" w="20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82" name="Google Shape;882;p25"/>
                <p:cNvSpPr/>
                <p:nvPr/>
              </p:nvSpPr>
              <p:spPr>
                <a:xfrm>
                  <a:off x="10787063" y="1530477"/>
                  <a:ext cx="30162" cy="1231"/>
                </a:xfrm>
                <a:custGeom>
                  <a:rect b="b" l="l" r="r" t="t"/>
                  <a:pathLst>
                    <a:path extrusionOk="0" h="1" w="3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83" name="Google Shape;883;p25"/>
                <p:cNvSpPr/>
                <p:nvPr/>
              </p:nvSpPr>
              <p:spPr>
                <a:xfrm>
                  <a:off x="4092575" y="1552634"/>
                  <a:ext cx="20637" cy="2462"/>
                </a:xfrm>
                <a:custGeom>
                  <a:rect b="b" l="l" r="r" t="t"/>
                  <a:pathLst>
                    <a:path extrusionOk="0" h="2" w="23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84" name="Google Shape;884;p25"/>
                <p:cNvSpPr/>
                <p:nvPr/>
              </p:nvSpPr>
              <p:spPr>
                <a:xfrm>
                  <a:off x="8528050" y="1567405"/>
                  <a:ext cx="3175" cy="1231"/>
                </a:xfrm>
                <a:custGeom>
                  <a:rect b="b" l="l" r="r" t="t"/>
                  <a:pathLst>
                    <a:path extrusionOk="0" h="1" w="3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85" name="Google Shape;885;p25"/>
                <p:cNvSpPr/>
                <p:nvPr/>
              </p:nvSpPr>
              <p:spPr>
                <a:xfrm>
                  <a:off x="8461375" y="1556326"/>
                  <a:ext cx="66675" cy="14771"/>
                </a:xfrm>
                <a:custGeom>
                  <a:rect b="b" l="l" r="r" t="t"/>
                  <a:pathLst>
                    <a:path extrusionOk="0" h="17" w="69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86" name="Google Shape;886;p25"/>
                <p:cNvSpPr/>
                <p:nvPr/>
              </p:nvSpPr>
              <p:spPr>
                <a:xfrm>
                  <a:off x="1562100" y="1514475"/>
                  <a:ext cx="9563100" cy="64008"/>
                </a:xfrm>
                <a:custGeom>
                  <a:rect b="b" l="l" r="r" t="t"/>
                  <a:pathLst>
                    <a:path extrusionOk="0" h="75" w="10030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87" name="Google Shape;887;p25"/>
                <p:cNvSpPr/>
                <p:nvPr/>
              </p:nvSpPr>
              <p:spPr>
                <a:xfrm>
                  <a:off x="7508875" y="1560020"/>
                  <a:ext cx="11112" cy="3693"/>
                </a:xfrm>
                <a:custGeom>
                  <a:rect b="b" l="l" r="r" t="t"/>
                  <a:pathLst>
                    <a:path extrusionOk="0" h="3" w="12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88" name="Google Shape;888;p25"/>
                <p:cNvSpPr/>
                <p:nvPr/>
              </p:nvSpPr>
              <p:spPr>
                <a:xfrm>
                  <a:off x="5434013" y="1567405"/>
                  <a:ext cx="4762" cy="1231"/>
                </a:xfrm>
                <a:custGeom>
                  <a:rect b="b" l="l" r="r" t="t"/>
                  <a:pathLst>
                    <a:path extrusionOk="0" h="1" w="5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89" name="Google Shape;889;p25"/>
                <p:cNvSpPr/>
                <p:nvPr/>
              </p:nvSpPr>
              <p:spPr>
                <a:xfrm>
                  <a:off x="9672638" y="1567405"/>
                  <a:ext cx="25400" cy="2462"/>
                </a:xfrm>
                <a:custGeom>
                  <a:rect b="b" l="l" r="r" t="t"/>
                  <a:pathLst>
                    <a:path extrusionOk="0" h="3" w="27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90" name="Google Shape;890;p25"/>
                <p:cNvSpPr/>
                <p:nvPr/>
              </p:nvSpPr>
              <p:spPr>
                <a:xfrm>
                  <a:off x="10966450" y="1529246"/>
                  <a:ext cx="39687" cy="2462"/>
                </a:xfrm>
                <a:custGeom>
                  <a:rect b="b" l="l" r="r" t="t"/>
                  <a:pathLst>
                    <a:path extrusionOk="0" h="3" w="42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91" name="Google Shape;891;p25"/>
                <p:cNvSpPr/>
                <p:nvPr/>
              </p:nvSpPr>
              <p:spPr>
                <a:xfrm>
                  <a:off x="11329988" y="1552634"/>
                  <a:ext cx="44450" cy="2462"/>
                </a:xfrm>
                <a:custGeom>
                  <a:rect b="b" l="l" r="r" t="t"/>
                  <a:pathLst>
                    <a:path extrusionOk="0" h="3" w="46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92" name="Google Shape;892;p25"/>
                <p:cNvSpPr/>
                <p:nvPr/>
              </p:nvSpPr>
              <p:spPr>
                <a:xfrm>
                  <a:off x="11042650" y="1540325"/>
                  <a:ext cx="60325" cy="6155"/>
                </a:xfrm>
                <a:custGeom>
                  <a:rect b="b" l="l" r="r" t="t"/>
                  <a:pathLst>
                    <a:path extrusionOk="0" h="7" w="6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93" name="Google Shape;893;p25"/>
                <p:cNvSpPr/>
                <p:nvPr/>
              </p:nvSpPr>
              <p:spPr>
                <a:xfrm>
                  <a:off x="11106150" y="1542787"/>
                  <a:ext cx="28575" cy="1231"/>
                </a:xfrm>
                <a:custGeom>
                  <a:rect b="b" l="l" r="r" t="t"/>
                  <a:pathLst>
                    <a:path extrusionOk="0" h="2" w="31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94" name="Google Shape;894;p25"/>
                <p:cNvSpPr/>
                <p:nvPr/>
              </p:nvSpPr>
              <p:spPr>
                <a:xfrm>
                  <a:off x="10679113" y="1525554"/>
                  <a:ext cx="103187" cy="9847"/>
                </a:xfrm>
                <a:custGeom>
                  <a:rect b="b" l="l" r="r" t="t"/>
                  <a:pathLst>
                    <a:path extrusionOk="0" h="12" w="109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95" name="Google Shape;895;p25"/>
                <p:cNvSpPr/>
                <p:nvPr/>
              </p:nvSpPr>
              <p:spPr>
                <a:xfrm>
                  <a:off x="11039475" y="1550172"/>
                  <a:ext cx="26987" cy="4924"/>
                </a:xfrm>
                <a:custGeom>
                  <a:rect b="b" l="l" r="r" t="t"/>
                  <a:pathLst>
                    <a:path extrusionOk="0" h="5" w="27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96" name="Google Shape;896;p25"/>
                <p:cNvSpPr/>
                <p:nvPr/>
              </p:nvSpPr>
              <p:spPr>
                <a:xfrm>
                  <a:off x="10841038" y="1548941"/>
                  <a:ext cx="58737" cy="2462"/>
                </a:xfrm>
                <a:custGeom>
                  <a:rect b="b" l="l" r="r" t="t"/>
                  <a:pathLst>
                    <a:path extrusionOk="0" h="3" w="61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97" name="Google Shape;897;p25"/>
                <p:cNvSpPr/>
                <p:nvPr/>
              </p:nvSpPr>
              <p:spPr>
                <a:xfrm>
                  <a:off x="10899775" y="1550172"/>
                  <a:ext cx="36512" cy="1231"/>
                </a:xfrm>
                <a:custGeom>
                  <a:rect b="b" l="l" r="r" t="t"/>
                  <a:pathLst>
                    <a:path extrusionOk="0" h="1" w="38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98" name="Google Shape;898;p25"/>
                <p:cNvSpPr/>
                <p:nvPr/>
              </p:nvSpPr>
              <p:spPr>
                <a:xfrm>
                  <a:off x="10958513" y="1555096"/>
                  <a:ext cx="46037" cy="0"/>
                </a:xfrm>
                <a:custGeom>
                  <a:rect b="b" l="l" r="r" t="t"/>
                  <a:pathLst>
                    <a:path extrusionOk="0" h="1" w="47">
                      <a:moveTo>
                        <a:pt x="47" y="0"/>
                      </a:moveTo>
                      <a:lnTo>
                        <a:pt x="47" y="0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99" name="Google Shape;899;p25"/>
                <p:cNvSpPr/>
                <p:nvPr/>
              </p:nvSpPr>
              <p:spPr>
                <a:xfrm>
                  <a:off x="10304463" y="1548941"/>
                  <a:ext cx="61912" cy="3693"/>
                </a:xfrm>
                <a:custGeom>
                  <a:rect b="b" l="l" r="r" t="t"/>
                  <a:pathLst>
                    <a:path extrusionOk="0" h="4" w="65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00" name="Google Shape;900;p25"/>
                <p:cNvSpPr/>
                <p:nvPr/>
              </p:nvSpPr>
              <p:spPr>
                <a:xfrm>
                  <a:off x="10483850" y="1557558"/>
                  <a:ext cx="23812" cy="6155"/>
                </a:xfrm>
                <a:custGeom>
                  <a:rect b="b" l="l" r="r" t="t"/>
                  <a:pathLst>
                    <a:path extrusionOk="0" h="7" w="25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01" name="Google Shape;901;p25"/>
                <p:cNvSpPr/>
                <p:nvPr/>
              </p:nvSpPr>
              <p:spPr>
                <a:xfrm>
                  <a:off x="10291763" y="1563712"/>
                  <a:ext cx="117475" cy="2462"/>
                </a:xfrm>
                <a:custGeom>
                  <a:rect b="b" l="l" r="r" t="t"/>
                  <a:pathLst>
                    <a:path extrusionOk="0" h="4" w="123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02" name="Google Shape;902;p25"/>
                <p:cNvSpPr/>
                <p:nvPr/>
              </p:nvSpPr>
              <p:spPr>
                <a:xfrm>
                  <a:off x="9621838" y="1546479"/>
                  <a:ext cx="11112" cy="8617"/>
                </a:xfrm>
                <a:custGeom>
                  <a:rect b="b" l="l" r="r" t="t"/>
                  <a:pathLst>
                    <a:path extrusionOk="0" h="10" w="13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03" name="Google Shape;903;p25"/>
                <p:cNvSpPr/>
                <p:nvPr/>
              </p:nvSpPr>
              <p:spPr>
                <a:xfrm>
                  <a:off x="8951913" y="1568636"/>
                  <a:ext cx="96837" cy="8617"/>
                </a:xfrm>
                <a:custGeom>
                  <a:rect b="b" l="l" r="r" t="t"/>
                  <a:pathLst>
                    <a:path extrusionOk="0" h="10" w="101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04" name="Google Shape;904;p25"/>
                <p:cNvSpPr/>
                <p:nvPr/>
              </p:nvSpPr>
              <p:spPr>
                <a:xfrm>
                  <a:off x="9005888" y="1566174"/>
                  <a:ext cx="17462" cy="2462"/>
                </a:xfrm>
                <a:custGeom>
                  <a:rect b="b" l="l" r="r" t="t"/>
                  <a:pathLst>
                    <a:path extrusionOk="0" h="2" w="19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05" name="Google Shape;905;p25"/>
                <p:cNvSpPr/>
                <p:nvPr/>
              </p:nvSpPr>
              <p:spPr>
                <a:xfrm>
                  <a:off x="1587500" y="1516937"/>
                  <a:ext cx="38100" cy="3693"/>
                </a:xfrm>
                <a:custGeom>
                  <a:rect b="b" l="l" r="r" t="t"/>
                  <a:pathLst>
                    <a:path extrusionOk="0" h="4" w="39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06" name="Google Shape;906;p25"/>
                <p:cNvSpPr/>
                <p:nvPr/>
              </p:nvSpPr>
              <p:spPr>
                <a:xfrm>
                  <a:off x="1522413" y="1519399"/>
                  <a:ext cx="30162" cy="4924"/>
                </a:xfrm>
                <a:custGeom>
                  <a:rect b="b" l="l" r="r" t="t"/>
                  <a:pathLst>
                    <a:path extrusionOk="0" h="6" w="32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07" name="Google Shape;907;p25"/>
                <p:cNvSpPr/>
                <p:nvPr/>
              </p:nvSpPr>
              <p:spPr>
                <a:xfrm>
                  <a:off x="6650038" y="1573559"/>
                  <a:ext cx="33337" cy="3693"/>
                </a:xfrm>
                <a:custGeom>
                  <a:rect b="b" l="l" r="r" t="t"/>
                  <a:pathLst>
                    <a:path extrusionOk="0" h="4" w="3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08" name="Google Shape;908;p25"/>
                <p:cNvSpPr/>
                <p:nvPr/>
              </p:nvSpPr>
              <p:spPr>
                <a:xfrm>
                  <a:off x="6162675" y="1566174"/>
                  <a:ext cx="15875" cy="4924"/>
                </a:xfrm>
                <a:custGeom>
                  <a:rect b="b" l="l" r="r" t="t"/>
                  <a:pathLst>
                    <a:path extrusionOk="0" h="6" w="17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09" name="Google Shape;909;p25"/>
                <p:cNvSpPr/>
                <p:nvPr/>
              </p:nvSpPr>
              <p:spPr>
                <a:xfrm>
                  <a:off x="5738813" y="1571097"/>
                  <a:ext cx="60325" cy="6155"/>
                </a:xfrm>
                <a:custGeom>
                  <a:rect b="b" l="l" r="r" t="t"/>
                  <a:pathLst>
                    <a:path extrusionOk="0" h="8" w="63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</p:grpSp>
      <p:sp>
        <p:nvSpPr>
          <p:cNvPr id="910" name="Google Shape;910;p25"/>
          <p:cNvSpPr txBox="1"/>
          <p:nvPr>
            <p:ph idx="11" type="ftr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1" name="Google Shape;911;p25"/>
          <p:cNvSpPr txBox="1"/>
          <p:nvPr>
            <p:ph idx="10" type="dt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2" name="Google Shape;912;p25"/>
          <p:cNvSpPr txBox="1"/>
          <p:nvPr>
            <p:ph idx="12" type="sldNum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26"/>
          <p:cNvSpPr txBox="1"/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  <a:defRPr b="0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An empty placeholder to add an image. Click on the placeholder and select the image that you wish to add." id="915" name="Google Shape;915;p26"/>
          <p:cNvSpPr/>
          <p:nvPr>
            <p:ph idx="2" type="pic"/>
          </p:nvPr>
        </p:nvSpPr>
        <p:spPr>
          <a:xfrm>
            <a:off x="1745838" y="1884311"/>
            <a:ext cx="5669280" cy="4041648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grpSp>
        <p:nvGrpSpPr>
          <p:cNvPr descr="Box graphic" id="916" name="Google Shape;916;p26"/>
          <p:cNvGrpSpPr/>
          <p:nvPr/>
        </p:nvGrpSpPr>
        <p:grpSpPr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917" name="Google Shape;917;p26"/>
            <p:cNvGrpSpPr/>
            <p:nvPr/>
          </p:nvGrpSpPr>
          <p:grpSpPr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918" name="Google Shape;918;p26"/>
              <p:cNvGrpSpPr/>
              <p:nvPr/>
            </p:nvGrpSpPr>
            <p:grpSpPr>
              <a:xfrm flipH="1">
                <a:off x="3310555" y="737968"/>
                <a:ext cx="5294376" cy="54864"/>
                <a:chOff x="1522413" y="1514475"/>
                <a:chExt cx="10569575" cy="64008"/>
              </a:xfrm>
            </p:grpSpPr>
            <p:sp>
              <p:nvSpPr>
                <p:cNvPr id="919" name="Google Shape;919;p26"/>
                <p:cNvSpPr/>
                <p:nvPr/>
              </p:nvSpPr>
              <p:spPr>
                <a:xfrm>
                  <a:off x="12028488" y="1525554"/>
                  <a:ext cx="63500" cy="4924"/>
                </a:xfrm>
                <a:custGeom>
                  <a:rect b="b" l="l" r="r" t="t"/>
                  <a:pathLst>
                    <a:path extrusionOk="0" h="6" w="67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20" name="Google Shape;920;p26"/>
                <p:cNvSpPr/>
                <p:nvPr/>
              </p:nvSpPr>
              <p:spPr>
                <a:xfrm>
                  <a:off x="12022138" y="1532939"/>
                  <a:ext cx="19050" cy="1231"/>
                </a:xfrm>
                <a:custGeom>
                  <a:rect b="b" l="l" r="r" t="t"/>
                  <a:pathLst>
                    <a:path extrusionOk="0" h="2" w="2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21" name="Google Shape;921;p26"/>
                <p:cNvSpPr/>
                <p:nvPr/>
              </p:nvSpPr>
              <p:spPr>
                <a:xfrm>
                  <a:off x="12041188" y="1531708"/>
                  <a:ext cx="39687" cy="6155"/>
                </a:xfrm>
                <a:custGeom>
                  <a:rect b="b" l="l" r="r" t="t"/>
                  <a:pathLst>
                    <a:path extrusionOk="0" h="6" w="41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22" name="Google Shape;922;p26"/>
                <p:cNvSpPr/>
                <p:nvPr/>
              </p:nvSpPr>
              <p:spPr>
                <a:xfrm>
                  <a:off x="11831638" y="1526784"/>
                  <a:ext cx="42862" cy="4924"/>
                </a:xfrm>
                <a:custGeom>
                  <a:rect b="b" l="l" r="r" t="t"/>
                  <a:pathLst>
                    <a:path extrusionOk="0" h="6" w="45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23" name="Google Shape;923;p26"/>
                <p:cNvSpPr/>
                <p:nvPr/>
              </p:nvSpPr>
              <p:spPr>
                <a:xfrm>
                  <a:off x="11809413" y="1531708"/>
                  <a:ext cx="41275" cy="2462"/>
                </a:xfrm>
                <a:custGeom>
                  <a:rect b="b" l="l" r="r" t="t"/>
                  <a:pathLst>
                    <a:path extrusionOk="0" h="3" w="44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24" name="Google Shape;924;p26"/>
                <p:cNvSpPr/>
                <p:nvPr/>
              </p:nvSpPr>
              <p:spPr>
                <a:xfrm>
                  <a:off x="12003088" y="1537863"/>
                  <a:ext cx="77787" cy="3693"/>
                </a:xfrm>
                <a:custGeom>
                  <a:rect b="b" l="l" r="r" t="t"/>
                  <a:pathLst>
                    <a:path extrusionOk="0" h="5" w="82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25" name="Google Shape;925;p26"/>
                <p:cNvSpPr/>
                <p:nvPr/>
              </p:nvSpPr>
              <p:spPr>
                <a:xfrm>
                  <a:off x="11664950" y="1523092"/>
                  <a:ext cx="39687" cy="4924"/>
                </a:xfrm>
                <a:custGeom>
                  <a:rect b="b" l="l" r="r" t="t"/>
                  <a:pathLst>
                    <a:path extrusionOk="0" h="5" w="42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26" name="Google Shape;926;p26"/>
                <p:cNvSpPr/>
                <p:nvPr/>
              </p:nvSpPr>
              <p:spPr>
                <a:xfrm>
                  <a:off x="11506200" y="1521861"/>
                  <a:ext cx="92075" cy="4924"/>
                </a:xfrm>
                <a:custGeom>
                  <a:rect b="b" l="l" r="r" t="t"/>
                  <a:pathLst>
                    <a:path extrusionOk="0" h="6" w="98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27" name="Google Shape;927;p26"/>
                <p:cNvSpPr/>
                <p:nvPr/>
              </p:nvSpPr>
              <p:spPr>
                <a:xfrm>
                  <a:off x="11471275" y="1525554"/>
                  <a:ext cx="34925" cy="3693"/>
                </a:xfrm>
                <a:custGeom>
                  <a:rect b="b" l="l" r="r" t="t"/>
                  <a:pathLst>
                    <a:path extrusionOk="0" h="3" w="36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28" name="Google Shape;928;p26"/>
                <p:cNvSpPr/>
                <p:nvPr/>
              </p:nvSpPr>
              <p:spPr>
                <a:xfrm>
                  <a:off x="11710988" y="1529246"/>
                  <a:ext cx="30162" cy="4924"/>
                </a:xfrm>
                <a:custGeom>
                  <a:rect b="b" l="l" r="r" t="t"/>
                  <a:pathLst>
                    <a:path extrusionOk="0" h="5" w="32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29" name="Google Shape;929;p26"/>
                <p:cNvSpPr/>
                <p:nvPr/>
              </p:nvSpPr>
              <p:spPr>
                <a:xfrm>
                  <a:off x="11691938" y="1532939"/>
                  <a:ext cx="34925" cy="1231"/>
                </a:xfrm>
                <a:custGeom>
                  <a:rect b="b" l="l" r="r" t="t"/>
                  <a:pathLst>
                    <a:path extrusionOk="0" h="1" w="36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30" name="Google Shape;930;p26"/>
                <p:cNvSpPr/>
                <p:nvPr/>
              </p:nvSpPr>
              <p:spPr>
                <a:xfrm>
                  <a:off x="11741150" y="1534170"/>
                  <a:ext cx="4762" cy="0"/>
                </a:xfrm>
                <a:custGeom>
                  <a:rect b="b" l="l" r="r" t="t"/>
                  <a:pathLst>
                    <a:path extrusionOk="0" h="120000"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31" name="Google Shape;931;p26"/>
                <p:cNvSpPr/>
                <p:nvPr/>
              </p:nvSpPr>
              <p:spPr>
                <a:xfrm>
                  <a:off x="11841163" y="1537863"/>
                  <a:ext cx="71437" cy="8617"/>
                </a:xfrm>
                <a:custGeom>
                  <a:rect b="b" l="l" r="r" t="t"/>
                  <a:pathLst>
                    <a:path extrusionOk="0" h="9" w="75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32" name="Google Shape;932;p26"/>
                <p:cNvSpPr/>
                <p:nvPr/>
              </p:nvSpPr>
              <p:spPr>
                <a:xfrm>
                  <a:off x="11764963" y="1535401"/>
                  <a:ext cx="44450" cy="3693"/>
                </a:xfrm>
                <a:custGeom>
                  <a:rect b="b" l="l" r="r" t="t"/>
                  <a:pathLst>
                    <a:path extrusionOk="0" h="4" w="47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33" name="Google Shape;933;p26"/>
                <p:cNvSpPr/>
                <p:nvPr/>
              </p:nvSpPr>
              <p:spPr>
                <a:xfrm>
                  <a:off x="11744325" y="1537863"/>
                  <a:ext cx="20637" cy="2462"/>
                </a:xfrm>
                <a:custGeom>
                  <a:rect b="b" l="l" r="r" t="t"/>
                  <a:pathLst>
                    <a:path extrusionOk="0" h="2" w="2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34" name="Google Shape;934;p26"/>
                <p:cNvSpPr/>
                <p:nvPr/>
              </p:nvSpPr>
              <p:spPr>
                <a:xfrm>
                  <a:off x="11482388" y="1531708"/>
                  <a:ext cx="85725" cy="3693"/>
                </a:xfrm>
                <a:custGeom>
                  <a:rect b="b" l="l" r="r" t="t"/>
                  <a:pathLst>
                    <a:path extrusionOk="0" h="4" w="90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35" name="Google Shape;935;p26"/>
                <p:cNvSpPr/>
                <p:nvPr/>
              </p:nvSpPr>
              <p:spPr>
                <a:xfrm>
                  <a:off x="11626850" y="1532939"/>
                  <a:ext cx="4762" cy="1231"/>
                </a:xfrm>
                <a:custGeom>
                  <a:rect b="b" l="l" r="r" t="t"/>
                  <a:pathLst>
                    <a:path extrusionOk="0" h="1"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36" name="Google Shape;936;p26"/>
                <p:cNvSpPr/>
                <p:nvPr/>
              </p:nvSpPr>
              <p:spPr>
                <a:xfrm>
                  <a:off x="11261725" y="1534170"/>
                  <a:ext cx="4762" cy="0"/>
                </a:xfrm>
                <a:custGeom>
                  <a:rect b="b" l="l" r="r" t="t"/>
                  <a:pathLst>
                    <a:path extrusionOk="0" h="1" w="5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0"/>
                      </a:lnTo>
                      <a:cubicBezTo>
                        <a:pt x="4" y="0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37" name="Google Shape;937;p26"/>
                <p:cNvSpPr/>
                <p:nvPr/>
              </p:nvSpPr>
              <p:spPr>
                <a:xfrm>
                  <a:off x="11553825" y="1534170"/>
                  <a:ext cx="44450" cy="2462"/>
                </a:xfrm>
                <a:custGeom>
                  <a:rect b="b" l="l" r="r" t="t"/>
                  <a:pathLst>
                    <a:path extrusionOk="0" h="2" w="47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38" name="Google Shape;938;p26"/>
                <p:cNvSpPr/>
                <p:nvPr/>
              </p:nvSpPr>
              <p:spPr>
                <a:xfrm>
                  <a:off x="11409363" y="1529246"/>
                  <a:ext cx="31750" cy="2462"/>
                </a:xfrm>
                <a:custGeom>
                  <a:rect b="b" l="l" r="r" t="t"/>
                  <a:pathLst>
                    <a:path extrusionOk="0" h="3" w="3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39" name="Google Shape;939;p26"/>
                <p:cNvSpPr/>
                <p:nvPr/>
              </p:nvSpPr>
              <p:spPr>
                <a:xfrm>
                  <a:off x="11618913" y="1531708"/>
                  <a:ext cx="6350" cy="0"/>
                </a:xfrm>
                <a:custGeom>
                  <a:rect b="b" l="l" r="r" t="t"/>
                  <a:pathLst>
                    <a:path extrusionOk="0" h="1" w="6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6" y="0"/>
                      </a:lnTo>
                      <a:cubicBezTo>
                        <a:pt x="0" y="0"/>
                        <a:pt x="0" y="0"/>
                        <a:pt x="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40" name="Google Shape;940;p26"/>
                <p:cNvSpPr/>
                <p:nvPr/>
              </p:nvSpPr>
              <p:spPr>
                <a:xfrm>
                  <a:off x="11598275" y="1531708"/>
                  <a:ext cx="28575" cy="2462"/>
                </a:xfrm>
                <a:custGeom>
                  <a:rect b="b" l="l" r="r" t="t"/>
                  <a:pathLst>
                    <a:path extrusionOk="0" h="3" w="31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41" name="Google Shape;941;p26"/>
                <p:cNvSpPr/>
                <p:nvPr/>
              </p:nvSpPr>
              <p:spPr>
                <a:xfrm>
                  <a:off x="11137900" y="1534170"/>
                  <a:ext cx="188912" cy="23388"/>
                </a:xfrm>
                <a:custGeom>
                  <a:rect b="b" l="l" r="r" t="t"/>
                  <a:pathLst>
                    <a:path extrusionOk="0" h="27" w="198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42" name="Google Shape;942;p26"/>
                <p:cNvSpPr/>
                <p:nvPr/>
              </p:nvSpPr>
              <p:spPr>
                <a:xfrm>
                  <a:off x="11266488" y="1529246"/>
                  <a:ext cx="95250" cy="4924"/>
                </a:xfrm>
                <a:custGeom>
                  <a:rect b="b" l="l" r="r" t="t"/>
                  <a:pathLst>
                    <a:path extrusionOk="0" h="6" w="100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43" name="Google Shape;943;p26"/>
                <p:cNvSpPr/>
                <p:nvPr/>
              </p:nvSpPr>
              <p:spPr>
                <a:xfrm>
                  <a:off x="11361738" y="1531708"/>
                  <a:ext cx="134937" cy="12309"/>
                </a:xfrm>
                <a:custGeom>
                  <a:rect b="b" l="l" r="r" t="t"/>
                  <a:pathLst>
                    <a:path extrusionOk="0" h="14" w="142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44" name="Google Shape;944;p26"/>
                <p:cNvSpPr/>
                <p:nvPr/>
              </p:nvSpPr>
              <p:spPr>
                <a:xfrm>
                  <a:off x="11834813" y="1552634"/>
                  <a:ext cx="9525" cy="1231"/>
                </a:xfrm>
                <a:custGeom>
                  <a:rect b="b" l="l" r="r" t="t"/>
                  <a:pathLst>
                    <a:path extrusionOk="0" h="1" w="1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45" name="Google Shape;945;p26"/>
                <p:cNvSpPr/>
                <p:nvPr/>
              </p:nvSpPr>
              <p:spPr>
                <a:xfrm>
                  <a:off x="11764963" y="1542787"/>
                  <a:ext cx="117475" cy="9847"/>
                </a:xfrm>
                <a:custGeom>
                  <a:rect b="b" l="l" r="r" t="t"/>
                  <a:pathLst>
                    <a:path extrusionOk="0" h="12" w="12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46" name="Google Shape;946;p26"/>
                <p:cNvSpPr/>
                <p:nvPr/>
              </p:nvSpPr>
              <p:spPr>
                <a:xfrm>
                  <a:off x="11555413" y="1544017"/>
                  <a:ext cx="69850" cy="4924"/>
                </a:xfrm>
                <a:custGeom>
                  <a:rect b="b" l="l" r="r" t="t"/>
                  <a:pathLst>
                    <a:path extrusionOk="0" h="6" w="74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47" name="Google Shape;947;p26"/>
                <p:cNvSpPr/>
                <p:nvPr/>
              </p:nvSpPr>
              <p:spPr>
                <a:xfrm>
                  <a:off x="11223625" y="1528016"/>
                  <a:ext cx="38100" cy="6155"/>
                </a:xfrm>
                <a:custGeom>
                  <a:rect b="b" l="l" r="r" t="t"/>
                  <a:pathLst>
                    <a:path extrusionOk="0" h="7" w="40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48" name="Google Shape;948;p26"/>
                <p:cNvSpPr/>
                <p:nvPr/>
              </p:nvSpPr>
              <p:spPr>
                <a:xfrm>
                  <a:off x="11145838" y="1529246"/>
                  <a:ext cx="22225" cy="2462"/>
                </a:xfrm>
                <a:custGeom>
                  <a:rect b="b" l="l" r="r" t="t"/>
                  <a:pathLst>
                    <a:path extrusionOk="0" h="4" w="2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49" name="Google Shape;949;p26"/>
                <p:cNvSpPr/>
                <p:nvPr/>
              </p:nvSpPr>
              <p:spPr>
                <a:xfrm>
                  <a:off x="6197600" y="1566174"/>
                  <a:ext cx="20637" cy="1231"/>
                </a:xfrm>
                <a:custGeom>
                  <a:rect b="b" l="l" r="r" t="t"/>
                  <a:pathLst>
                    <a:path extrusionOk="0" h="1" w="2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50" name="Google Shape;950;p26"/>
                <p:cNvSpPr/>
                <p:nvPr/>
              </p:nvSpPr>
              <p:spPr>
                <a:xfrm>
                  <a:off x="6356350" y="1564943"/>
                  <a:ext cx="9525" cy="1231"/>
                </a:xfrm>
                <a:custGeom>
                  <a:rect b="b" l="l" r="r" t="t"/>
                  <a:pathLst>
                    <a:path extrusionOk="0" h="2" w="10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51" name="Google Shape;951;p26"/>
                <p:cNvSpPr/>
                <p:nvPr/>
              </p:nvSpPr>
              <p:spPr>
                <a:xfrm>
                  <a:off x="8950325" y="1521861"/>
                  <a:ext cx="61912" cy="7386"/>
                </a:xfrm>
                <a:custGeom>
                  <a:rect b="b" l="l" r="r" t="t"/>
                  <a:pathLst>
                    <a:path extrusionOk="0" h="9" w="65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52" name="Google Shape;952;p26"/>
                <p:cNvSpPr/>
                <p:nvPr/>
              </p:nvSpPr>
              <p:spPr>
                <a:xfrm>
                  <a:off x="7537450" y="1546479"/>
                  <a:ext cx="28575" cy="3693"/>
                </a:xfrm>
                <a:custGeom>
                  <a:rect b="b" l="l" r="r" t="t"/>
                  <a:pathLst>
                    <a:path extrusionOk="0" h="4" w="29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53" name="Google Shape;953;p26"/>
                <p:cNvSpPr/>
                <p:nvPr/>
              </p:nvSpPr>
              <p:spPr>
                <a:xfrm>
                  <a:off x="7478713" y="1562481"/>
                  <a:ext cx="38100" cy="2462"/>
                </a:xfrm>
                <a:custGeom>
                  <a:rect b="b" l="l" r="r" t="t"/>
                  <a:pathLst>
                    <a:path extrusionOk="0" h="3" w="40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54" name="Google Shape;954;p26"/>
                <p:cNvSpPr/>
                <p:nvPr/>
              </p:nvSpPr>
              <p:spPr>
                <a:xfrm>
                  <a:off x="5410200" y="1568636"/>
                  <a:ext cx="36512" cy="3693"/>
                </a:xfrm>
                <a:custGeom>
                  <a:rect b="b" l="l" r="r" t="t"/>
                  <a:pathLst>
                    <a:path extrusionOk="0" h="5" w="38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55" name="Google Shape;955;p26"/>
                <p:cNvSpPr/>
                <p:nvPr/>
              </p:nvSpPr>
              <p:spPr>
                <a:xfrm>
                  <a:off x="10206038" y="1530477"/>
                  <a:ext cx="61912" cy="4924"/>
                </a:xfrm>
                <a:custGeom>
                  <a:rect b="b" l="l" r="r" t="t"/>
                  <a:pathLst>
                    <a:path extrusionOk="0" h="6" w="65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56" name="Google Shape;956;p26"/>
                <p:cNvSpPr/>
                <p:nvPr/>
              </p:nvSpPr>
              <p:spPr>
                <a:xfrm>
                  <a:off x="6257925" y="1525554"/>
                  <a:ext cx="19050" cy="2462"/>
                </a:xfrm>
                <a:custGeom>
                  <a:rect b="b" l="l" r="r" t="t"/>
                  <a:pathLst>
                    <a:path extrusionOk="0" h="2" w="21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57" name="Google Shape;957;p26"/>
                <p:cNvSpPr/>
                <p:nvPr/>
              </p:nvSpPr>
              <p:spPr>
                <a:xfrm>
                  <a:off x="10134600" y="1528016"/>
                  <a:ext cx="71437" cy="3693"/>
                </a:xfrm>
                <a:custGeom>
                  <a:rect b="b" l="l" r="r" t="t"/>
                  <a:pathLst>
                    <a:path extrusionOk="0" h="4" w="75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58" name="Google Shape;958;p26"/>
                <p:cNvSpPr/>
                <p:nvPr/>
              </p:nvSpPr>
              <p:spPr>
                <a:xfrm>
                  <a:off x="2582863" y="1560020"/>
                  <a:ext cx="7937" cy="1231"/>
                </a:xfrm>
                <a:custGeom>
                  <a:rect b="b" l="l" r="r" t="t"/>
                  <a:pathLst>
                    <a:path extrusionOk="0" h="1" w="8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59" name="Google Shape;959;p26"/>
                <p:cNvSpPr/>
                <p:nvPr/>
              </p:nvSpPr>
              <p:spPr>
                <a:xfrm>
                  <a:off x="1762125" y="1521861"/>
                  <a:ext cx="34925" cy="1231"/>
                </a:xfrm>
                <a:custGeom>
                  <a:rect b="b" l="l" r="r" t="t"/>
                  <a:pathLst>
                    <a:path extrusionOk="0" h="1" w="36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60" name="Google Shape;960;p26"/>
                <p:cNvSpPr/>
                <p:nvPr/>
              </p:nvSpPr>
              <p:spPr>
                <a:xfrm>
                  <a:off x="10812463" y="1529246"/>
                  <a:ext cx="19050" cy="1231"/>
                </a:xfrm>
                <a:custGeom>
                  <a:rect b="b" l="l" r="r" t="t"/>
                  <a:pathLst>
                    <a:path extrusionOk="0" h="1" w="2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61" name="Google Shape;961;p26"/>
                <p:cNvSpPr/>
                <p:nvPr/>
              </p:nvSpPr>
              <p:spPr>
                <a:xfrm>
                  <a:off x="10896600" y="1545248"/>
                  <a:ext cx="7937" cy="2462"/>
                </a:xfrm>
                <a:custGeom>
                  <a:rect b="b" l="l" r="r" t="t"/>
                  <a:pathLst>
                    <a:path extrusionOk="0" h="3" w="8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62" name="Google Shape;962;p26"/>
                <p:cNvSpPr/>
                <p:nvPr/>
              </p:nvSpPr>
              <p:spPr>
                <a:xfrm>
                  <a:off x="9947275" y="1553865"/>
                  <a:ext cx="4762" cy="1231"/>
                </a:xfrm>
                <a:custGeom>
                  <a:rect b="b" l="l" r="r" t="t"/>
                  <a:pathLst>
                    <a:path extrusionOk="0" h="1" w="5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63" name="Google Shape;963;p26"/>
                <p:cNvSpPr/>
                <p:nvPr/>
              </p:nvSpPr>
              <p:spPr>
                <a:xfrm>
                  <a:off x="10817225" y="1531708"/>
                  <a:ext cx="23812" cy="0"/>
                </a:xfrm>
                <a:custGeom>
                  <a:rect b="b" l="l" r="r" t="t"/>
                  <a:pathLst>
                    <a:path extrusionOk="0" h="1" w="25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64" name="Google Shape;964;p26"/>
                <p:cNvSpPr/>
                <p:nvPr/>
              </p:nvSpPr>
              <p:spPr>
                <a:xfrm>
                  <a:off x="10836275" y="1529246"/>
                  <a:ext cx="19050" cy="1231"/>
                </a:xfrm>
                <a:custGeom>
                  <a:rect b="b" l="l" r="r" t="t"/>
                  <a:pathLst>
                    <a:path extrusionOk="0" h="1" w="20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65" name="Google Shape;965;p26"/>
                <p:cNvSpPr/>
                <p:nvPr/>
              </p:nvSpPr>
              <p:spPr>
                <a:xfrm>
                  <a:off x="10787063" y="1530477"/>
                  <a:ext cx="30162" cy="1231"/>
                </a:xfrm>
                <a:custGeom>
                  <a:rect b="b" l="l" r="r" t="t"/>
                  <a:pathLst>
                    <a:path extrusionOk="0" h="1" w="3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66" name="Google Shape;966;p26"/>
                <p:cNvSpPr/>
                <p:nvPr/>
              </p:nvSpPr>
              <p:spPr>
                <a:xfrm>
                  <a:off x="4092575" y="1552634"/>
                  <a:ext cx="20637" cy="2462"/>
                </a:xfrm>
                <a:custGeom>
                  <a:rect b="b" l="l" r="r" t="t"/>
                  <a:pathLst>
                    <a:path extrusionOk="0" h="2" w="23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67" name="Google Shape;967;p26"/>
                <p:cNvSpPr/>
                <p:nvPr/>
              </p:nvSpPr>
              <p:spPr>
                <a:xfrm>
                  <a:off x="8528050" y="1567405"/>
                  <a:ext cx="3175" cy="1231"/>
                </a:xfrm>
                <a:custGeom>
                  <a:rect b="b" l="l" r="r" t="t"/>
                  <a:pathLst>
                    <a:path extrusionOk="0" h="1" w="3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68" name="Google Shape;968;p26"/>
                <p:cNvSpPr/>
                <p:nvPr/>
              </p:nvSpPr>
              <p:spPr>
                <a:xfrm>
                  <a:off x="8461375" y="1556326"/>
                  <a:ext cx="66675" cy="14771"/>
                </a:xfrm>
                <a:custGeom>
                  <a:rect b="b" l="l" r="r" t="t"/>
                  <a:pathLst>
                    <a:path extrusionOk="0" h="17" w="69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69" name="Google Shape;969;p26"/>
                <p:cNvSpPr/>
                <p:nvPr/>
              </p:nvSpPr>
              <p:spPr>
                <a:xfrm>
                  <a:off x="1562100" y="1514475"/>
                  <a:ext cx="9563100" cy="64008"/>
                </a:xfrm>
                <a:custGeom>
                  <a:rect b="b" l="l" r="r" t="t"/>
                  <a:pathLst>
                    <a:path extrusionOk="0" h="75" w="10030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70" name="Google Shape;970;p26"/>
                <p:cNvSpPr/>
                <p:nvPr/>
              </p:nvSpPr>
              <p:spPr>
                <a:xfrm>
                  <a:off x="7508875" y="1560020"/>
                  <a:ext cx="11112" cy="3693"/>
                </a:xfrm>
                <a:custGeom>
                  <a:rect b="b" l="l" r="r" t="t"/>
                  <a:pathLst>
                    <a:path extrusionOk="0" h="3" w="12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71" name="Google Shape;971;p26"/>
                <p:cNvSpPr/>
                <p:nvPr/>
              </p:nvSpPr>
              <p:spPr>
                <a:xfrm>
                  <a:off x="5434013" y="1567405"/>
                  <a:ext cx="4762" cy="1231"/>
                </a:xfrm>
                <a:custGeom>
                  <a:rect b="b" l="l" r="r" t="t"/>
                  <a:pathLst>
                    <a:path extrusionOk="0" h="1" w="5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72" name="Google Shape;972;p26"/>
                <p:cNvSpPr/>
                <p:nvPr/>
              </p:nvSpPr>
              <p:spPr>
                <a:xfrm>
                  <a:off x="9672638" y="1567405"/>
                  <a:ext cx="25400" cy="2462"/>
                </a:xfrm>
                <a:custGeom>
                  <a:rect b="b" l="l" r="r" t="t"/>
                  <a:pathLst>
                    <a:path extrusionOk="0" h="3" w="27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73" name="Google Shape;973;p26"/>
                <p:cNvSpPr/>
                <p:nvPr/>
              </p:nvSpPr>
              <p:spPr>
                <a:xfrm>
                  <a:off x="10966450" y="1529246"/>
                  <a:ext cx="39687" cy="2462"/>
                </a:xfrm>
                <a:custGeom>
                  <a:rect b="b" l="l" r="r" t="t"/>
                  <a:pathLst>
                    <a:path extrusionOk="0" h="3" w="42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74" name="Google Shape;974;p26"/>
                <p:cNvSpPr/>
                <p:nvPr/>
              </p:nvSpPr>
              <p:spPr>
                <a:xfrm>
                  <a:off x="11329988" y="1552634"/>
                  <a:ext cx="44450" cy="2462"/>
                </a:xfrm>
                <a:custGeom>
                  <a:rect b="b" l="l" r="r" t="t"/>
                  <a:pathLst>
                    <a:path extrusionOk="0" h="3" w="46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75" name="Google Shape;975;p26"/>
                <p:cNvSpPr/>
                <p:nvPr/>
              </p:nvSpPr>
              <p:spPr>
                <a:xfrm>
                  <a:off x="11042650" y="1540325"/>
                  <a:ext cx="60325" cy="6155"/>
                </a:xfrm>
                <a:custGeom>
                  <a:rect b="b" l="l" r="r" t="t"/>
                  <a:pathLst>
                    <a:path extrusionOk="0" h="7" w="6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76" name="Google Shape;976;p26"/>
                <p:cNvSpPr/>
                <p:nvPr/>
              </p:nvSpPr>
              <p:spPr>
                <a:xfrm>
                  <a:off x="11106150" y="1542787"/>
                  <a:ext cx="28575" cy="1231"/>
                </a:xfrm>
                <a:custGeom>
                  <a:rect b="b" l="l" r="r" t="t"/>
                  <a:pathLst>
                    <a:path extrusionOk="0" h="2" w="31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77" name="Google Shape;977;p26"/>
                <p:cNvSpPr/>
                <p:nvPr/>
              </p:nvSpPr>
              <p:spPr>
                <a:xfrm>
                  <a:off x="10679113" y="1525554"/>
                  <a:ext cx="103187" cy="9847"/>
                </a:xfrm>
                <a:custGeom>
                  <a:rect b="b" l="l" r="r" t="t"/>
                  <a:pathLst>
                    <a:path extrusionOk="0" h="12" w="109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78" name="Google Shape;978;p26"/>
                <p:cNvSpPr/>
                <p:nvPr/>
              </p:nvSpPr>
              <p:spPr>
                <a:xfrm>
                  <a:off x="11039475" y="1550172"/>
                  <a:ext cx="26987" cy="4924"/>
                </a:xfrm>
                <a:custGeom>
                  <a:rect b="b" l="l" r="r" t="t"/>
                  <a:pathLst>
                    <a:path extrusionOk="0" h="5" w="27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79" name="Google Shape;979;p26"/>
                <p:cNvSpPr/>
                <p:nvPr/>
              </p:nvSpPr>
              <p:spPr>
                <a:xfrm>
                  <a:off x="10841038" y="1548941"/>
                  <a:ext cx="58737" cy="2462"/>
                </a:xfrm>
                <a:custGeom>
                  <a:rect b="b" l="l" r="r" t="t"/>
                  <a:pathLst>
                    <a:path extrusionOk="0" h="3" w="61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80" name="Google Shape;980;p26"/>
                <p:cNvSpPr/>
                <p:nvPr/>
              </p:nvSpPr>
              <p:spPr>
                <a:xfrm>
                  <a:off x="10899775" y="1550172"/>
                  <a:ext cx="36512" cy="1231"/>
                </a:xfrm>
                <a:custGeom>
                  <a:rect b="b" l="l" r="r" t="t"/>
                  <a:pathLst>
                    <a:path extrusionOk="0" h="1" w="38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81" name="Google Shape;981;p26"/>
                <p:cNvSpPr/>
                <p:nvPr/>
              </p:nvSpPr>
              <p:spPr>
                <a:xfrm>
                  <a:off x="10958513" y="1555096"/>
                  <a:ext cx="46037" cy="0"/>
                </a:xfrm>
                <a:custGeom>
                  <a:rect b="b" l="l" r="r" t="t"/>
                  <a:pathLst>
                    <a:path extrusionOk="0" h="1" w="47">
                      <a:moveTo>
                        <a:pt x="47" y="0"/>
                      </a:moveTo>
                      <a:lnTo>
                        <a:pt x="47" y="0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82" name="Google Shape;982;p26"/>
                <p:cNvSpPr/>
                <p:nvPr/>
              </p:nvSpPr>
              <p:spPr>
                <a:xfrm>
                  <a:off x="10304463" y="1548941"/>
                  <a:ext cx="61912" cy="3693"/>
                </a:xfrm>
                <a:custGeom>
                  <a:rect b="b" l="l" r="r" t="t"/>
                  <a:pathLst>
                    <a:path extrusionOk="0" h="4" w="65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83" name="Google Shape;983;p26"/>
                <p:cNvSpPr/>
                <p:nvPr/>
              </p:nvSpPr>
              <p:spPr>
                <a:xfrm>
                  <a:off x="10483850" y="1557558"/>
                  <a:ext cx="23812" cy="6155"/>
                </a:xfrm>
                <a:custGeom>
                  <a:rect b="b" l="l" r="r" t="t"/>
                  <a:pathLst>
                    <a:path extrusionOk="0" h="7" w="25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84" name="Google Shape;984;p26"/>
                <p:cNvSpPr/>
                <p:nvPr/>
              </p:nvSpPr>
              <p:spPr>
                <a:xfrm>
                  <a:off x="10291763" y="1563712"/>
                  <a:ext cx="117475" cy="2462"/>
                </a:xfrm>
                <a:custGeom>
                  <a:rect b="b" l="l" r="r" t="t"/>
                  <a:pathLst>
                    <a:path extrusionOk="0" h="4" w="123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85" name="Google Shape;985;p26"/>
                <p:cNvSpPr/>
                <p:nvPr/>
              </p:nvSpPr>
              <p:spPr>
                <a:xfrm>
                  <a:off x="9621838" y="1546479"/>
                  <a:ext cx="11112" cy="8617"/>
                </a:xfrm>
                <a:custGeom>
                  <a:rect b="b" l="l" r="r" t="t"/>
                  <a:pathLst>
                    <a:path extrusionOk="0" h="10" w="13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86" name="Google Shape;986;p26"/>
                <p:cNvSpPr/>
                <p:nvPr/>
              </p:nvSpPr>
              <p:spPr>
                <a:xfrm>
                  <a:off x="8951913" y="1568636"/>
                  <a:ext cx="96837" cy="8617"/>
                </a:xfrm>
                <a:custGeom>
                  <a:rect b="b" l="l" r="r" t="t"/>
                  <a:pathLst>
                    <a:path extrusionOk="0" h="10" w="101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87" name="Google Shape;987;p26"/>
                <p:cNvSpPr/>
                <p:nvPr/>
              </p:nvSpPr>
              <p:spPr>
                <a:xfrm>
                  <a:off x="9005888" y="1566174"/>
                  <a:ext cx="17462" cy="2462"/>
                </a:xfrm>
                <a:custGeom>
                  <a:rect b="b" l="l" r="r" t="t"/>
                  <a:pathLst>
                    <a:path extrusionOk="0" h="2" w="19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88" name="Google Shape;988;p26"/>
                <p:cNvSpPr/>
                <p:nvPr/>
              </p:nvSpPr>
              <p:spPr>
                <a:xfrm>
                  <a:off x="1587500" y="1516937"/>
                  <a:ext cx="38100" cy="3693"/>
                </a:xfrm>
                <a:custGeom>
                  <a:rect b="b" l="l" r="r" t="t"/>
                  <a:pathLst>
                    <a:path extrusionOk="0" h="4" w="39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89" name="Google Shape;989;p26"/>
                <p:cNvSpPr/>
                <p:nvPr/>
              </p:nvSpPr>
              <p:spPr>
                <a:xfrm>
                  <a:off x="1522413" y="1519399"/>
                  <a:ext cx="30162" cy="4924"/>
                </a:xfrm>
                <a:custGeom>
                  <a:rect b="b" l="l" r="r" t="t"/>
                  <a:pathLst>
                    <a:path extrusionOk="0" h="6" w="32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90" name="Google Shape;990;p26"/>
                <p:cNvSpPr/>
                <p:nvPr/>
              </p:nvSpPr>
              <p:spPr>
                <a:xfrm>
                  <a:off x="6650038" y="1573559"/>
                  <a:ext cx="33337" cy="3693"/>
                </a:xfrm>
                <a:custGeom>
                  <a:rect b="b" l="l" r="r" t="t"/>
                  <a:pathLst>
                    <a:path extrusionOk="0" h="4" w="3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91" name="Google Shape;991;p26"/>
                <p:cNvSpPr/>
                <p:nvPr/>
              </p:nvSpPr>
              <p:spPr>
                <a:xfrm>
                  <a:off x="6162675" y="1566174"/>
                  <a:ext cx="15875" cy="4924"/>
                </a:xfrm>
                <a:custGeom>
                  <a:rect b="b" l="l" r="r" t="t"/>
                  <a:pathLst>
                    <a:path extrusionOk="0" h="6" w="17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92" name="Google Shape;992;p26"/>
                <p:cNvSpPr/>
                <p:nvPr/>
              </p:nvSpPr>
              <p:spPr>
                <a:xfrm>
                  <a:off x="5738813" y="1571097"/>
                  <a:ext cx="60325" cy="6155"/>
                </a:xfrm>
                <a:custGeom>
                  <a:rect b="b" l="l" r="r" t="t"/>
                  <a:pathLst>
                    <a:path extrusionOk="0" h="8" w="63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grpSp>
            <p:nvGrpSpPr>
              <p:cNvPr id="993" name="Google Shape;993;p26"/>
              <p:cNvGrpSpPr/>
              <p:nvPr/>
            </p:nvGrpSpPr>
            <p:grpSpPr>
              <a:xfrm flipH="1" rot="-5400000">
                <a:off x="6492229" y="2755658"/>
                <a:ext cx="4114800" cy="36576"/>
                <a:chOff x="1522413" y="1514475"/>
                <a:chExt cx="10569575" cy="64008"/>
              </a:xfrm>
            </p:grpSpPr>
            <p:sp>
              <p:nvSpPr>
                <p:cNvPr id="994" name="Google Shape;994;p26"/>
                <p:cNvSpPr/>
                <p:nvPr/>
              </p:nvSpPr>
              <p:spPr>
                <a:xfrm>
                  <a:off x="12028488" y="1525554"/>
                  <a:ext cx="63500" cy="4924"/>
                </a:xfrm>
                <a:custGeom>
                  <a:rect b="b" l="l" r="r" t="t"/>
                  <a:pathLst>
                    <a:path extrusionOk="0" h="6" w="67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95" name="Google Shape;995;p26"/>
                <p:cNvSpPr/>
                <p:nvPr/>
              </p:nvSpPr>
              <p:spPr>
                <a:xfrm>
                  <a:off x="12022138" y="1532939"/>
                  <a:ext cx="19050" cy="1231"/>
                </a:xfrm>
                <a:custGeom>
                  <a:rect b="b" l="l" r="r" t="t"/>
                  <a:pathLst>
                    <a:path extrusionOk="0" h="2" w="2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96" name="Google Shape;996;p26"/>
                <p:cNvSpPr/>
                <p:nvPr/>
              </p:nvSpPr>
              <p:spPr>
                <a:xfrm>
                  <a:off x="12041188" y="1531708"/>
                  <a:ext cx="39687" cy="6155"/>
                </a:xfrm>
                <a:custGeom>
                  <a:rect b="b" l="l" r="r" t="t"/>
                  <a:pathLst>
                    <a:path extrusionOk="0" h="6" w="41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97" name="Google Shape;997;p26"/>
                <p:cNvSpPr/>
                <p:nvPr/>
              </p:nvSpPr>
              <p:spPr>
                <a:xfrm>
                  <a:off x="11831638" y="1526784"/>
                  <a:ext cx="42862" cy="4924"/>
                </a:xfrm>
                <a:custGeom>
                  <a:rect b="b" l="l" r="r" t="t"/>
                  <a:pathLst>
                    <a:path extrusionOk="0" h="6" w="45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98" name="Google Shape;998;p26"/>
                <p:cNvSpPr/>
                <p:nvPr/>
              </p:nvSpPr>
              <p:spPr>
                <a:xfrm>
                  <a:off x="11809413" y="1531708"/>
                  <a:ext cx="41275" cy="2462"/>
                </a:xfrm>
                <a:custGeom>
                  <a:rect b="b" l="l" r="r" t="t"/>
                  <a:pathLst>
                    <a:path extrusionOk="0" h="3" w="44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99" name="Google Shape;999;p26"/>
                <p:cNvSpPr/>
                <p:nvPr/>
              </p:nvSpPr>
              <p:spPr>
                <a:xfrm>
                  <a:off x="12003088" y="1537863"/>
                  <a:ext cx="77787" cy="3693"/>
                </a:xfrm>
                <a:custGeom>
                  <a:rect b="b" l="l" r="r" t="t"/>
                  <a:pathLst>
                    <a:path extrusionOk="0" h="5" w="82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00" name="Google Shape;1000;p26"/>
                <p:cNvSpPr/>
                <p:nvPr/>
              </p:nvSpPr>
              <p:spPr>
                <a:xfrm>
                  <a:off x="11664950" y="1523092"/>
                  <a:ext cx="39687" cy="4924"/>
                </a:xfrm>
                <a:custGeom>
                  <a:rect b="b" l="l" r="r" t="t"/>
                  <a:pathLst>
                    <a:path extrusionOk="0" h="5" w="42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01" name="Google Shape;1001;p26"/>
                <p:cNvSpPr/>
                <p:nvPr/>
              </p:nvSpPr>
              <p:spPr>
                <a:xfrm>
                  <a:off x="11506200" y="1521861"/>
                  <a:ext cx="92075" cy="4924"/>
                </a:xfrm>
                <a:custGeom>
                  <a:rect b="b" l="l" r="r" t="t"/>
                  <a:pathLst>
                    <a:path extrusionOk="0" h="6" w="98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02" name="Google Shape;1002;p26"/>
                <p:cNvSpPr/>
                <p:nvPr/>
              </p:nvSpPr>
              <p:spPr>
                <a:xfrm>
                  <a:off x="11471275" y="1525554"/>
                  <a:ext cx="34925" cy="3693"/>
                </a:xfrm>
                <a:custGeom>
                  <a:rect b="b" l="l" r="r" t="t"/>
                  <a:pathLst>
                    <a:path extrusionOk="0" h="3" w="36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03" name="Google Shape;1003;p26"/>
                <p:cNvSpPr/>
                <p:nvPr/>
              </p:nvSpPr>
              <p:spPr>
                <a:xfrm>
                  <a:off x="11710988" y="1529246"/>
                  <a:ext cx="30162" cy="4924"/>
                </a:xfrm>
                <a:custGeom>
                  <a:rect b="b" l="l" r="r" t="t"/>
                  <a:pathLst>
                    <a:path extrusionOk="0" h="5" w="32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04" name="Google Shape;1004;p26"/>
                <p:cNvSpPr/>
                <p:nvPr/>
              </p:nvSpPr>
              <p:spPr>
                <a:xfrm>
                  <a:off x="11691938" y="1532939"/>
                  <a:ext cx="34925" cy="1231"/>
                </a:xfrm>
                <a:custGeom>
                  <a:rect b="b" l="l" r="r" t="t"/>
                  <a:pathLst>
                    <a:path extrusionOk="0" h="1" w="36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05" name="Google Shape;1005;p26"/>
                <p:cNvSpPr/>
                <p:nvPr/>
              </p:nvSpPr>
              <p:spPr>
                <a:xfrm>
                  <a:off x="11741150" y="1534170"/>
                  <a:ext cx="4762" cy="0"/>
                </a:xfrm>
                <a:custGeom>
                  <a:rect b="b" l="l" r="r" t="t"/>
                  <a:pathLst>
                    <a:path extrusionOk="0" h="120000"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06" name="Google Shape;1006;p26"/>
                <p:cNvSpPr/>
                <p:nvPr/>
              </p:nvSpPr>
              <p:spPr>
                <a:xfrm>
                  <a:off x="11841163" y="1537863"/>
                  <a:ext cx="71437" cy="8617"/>
                </a:xfrm>
                <a:custGeom>
                  <a:rect b="b" l="l" r="r" t="t"/>
                  <a:pathLst>
                    <a:path extrusionOk="0" h="9" w="75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07" name="Google Shape;1007;p26"/>
                <p:cNvSpPr/>
                <p:nvPr/>
              </p:nvSpPr>
              <p:spPr>
                <a:xfrm>
                  <a:off x="11764963" y="1535401"/>
                  <a:ext cx="44450" cy="3693"/>
                </a:xfrm>
                <a:custGeom>
                  <a:rect b="b" l="l" r="r" t="t"/>
                  <a:pathLst>
                    <a:path extrusionOk="0" h="4" w="47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08" name="Google Shape;1008;p26"/>
                <p:cNvSpPr/>
                <p:nvPr/>
              </p:nvSpPr>
              <p:spPr>
                <a:xfrm>
                  <a:off x="11744325" y="1537863"/>
                  <a:ext cx="20637" cy="2462"/>
                </a:xfrm>
                <a:custGeom>
                  <a:rect b="b" l="l" r="r" t="t"/>
                  <a:pathLst>
                    <a:path extrusionOk="0" h="2" w="2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09" name="Google Shape;1009;p26"/>
                <p:cNvSpPr/>
                <p:nvPr/>
              </p:nvSpPr>
              <p:spPr>
                <a:xfrm>
                  <a:off x="11482388" y="1531708"/>
                  <a:ext cx="85725" cy="3693"/>
                </a:xfrm>
                <a:custGeom>
                  <a:rect b="b" l="l" r="r" t="t"/>
                  <a:pathLst>
                    <a:path extrusionOk="0" h="4" w="90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10" name="Google Shape;1010;p26"/>
                <p:cNvSpPr/>
                <p:nvPr/>
              </p:nvSpPr>
              <p:spPr>
                <a:xfrm>
                  <a:off x="11626850" y="1532939"/>
                  <a:ext cx="4762" cy="1231"/>
                </a:xfrm>
                <a:custGeom>
                  <a:rect b="b" l="l" r="r" t="t"/>
                  <a:pathLst>
                    <a:path extrusionOk="0" h="1"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11" name="Google Shape;1011;p26"/>
                <p:cNvSpPr/>
                <p:nvPr/>
              </p:nvSpPr>
              <p:spPr>
                <a:xfrm>
                  <a:off x="11261725" y="1534170"/>
                  <a:ext cx="4762" cy="0"/>
                </a:xfrm>
                <a:custGeom>
                  <a:rect b="b" l="l" r="r" t="t"/>
                  <a:pathLst>
                    <a:path extrusionOk="0" h="1" w="5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0"/>
                      </a:lnTo>
                      <a:cubicBezTo>
                        <a:pt x="4" y="0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12" name="Google Shape;1012;p26"/>
                <p:cNvSpPr/>
                <p:nvPr/>
              </p:nvSpPr>
              <p:spPr>
                <a:xfrm>
                  <a:off x="11553825" y="1534170"/>
                  <a:ext cx="44450" cy="2462"/>
                </a:xfrm>
                <a:custGeom>
                  <a:rect b="b" l="l" r="r" t="t"/>
                  <a:pathLst>
                    <a:path extrusionOk="0" h="2" w="47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13" name="Google Shape;1013;p26"/>
                <p:cNvSpPr/>
                <p:nvPr/>
              </p:nvSpPr>
              <p:spPr>
                <a:xfrm>
                  <a:off x="11409363" y="1529246"/>
                  <a:ext cx="31750" cy="2462"/>
                </a:xfrm>
                <a:custGeom>
                  <a:rect b="b" l="l" r="r" t="t"/>
                  <a:pathLst>
                    <a:path extrusionOk="0" h="3" w="3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14" name="Google Shape;1014;p26"/>
                <p:cNvSpPr/>
                <p:nvPr/>
              </p:nvSpPr>
              <p:spPr>
                <a:xfrm>
                  <a:off x="11618913" y="1531708"/>
                  <a:ext cx="6350" cy="0"/>
                </a:xfrm>
                <a:custGeom>
                  <a:rect b="b" l="l" r="r" t="t"/>
                  <a:pathLst>
                    <a:path extrusionOk="0" h="1" w="6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6" y="0"/>
                      </a:lnTo>
                      <a:cubicBezTo>
                        <a:pt x="0" y="0"/>
                        <a:pt x="0" y="0"/>
                        <a:pt x="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15" name="Google Shape;1015;p26"/>
                <p:cNvSpPr/>
                <p:nvPr/>
              </p:nvSpPr>
              <p:spPr>
                <a:xfrm>
                  <a:off x="11598275" y="1531708"/>
                  <a:ext cx="28575" cy="2462"/>
                </a:xfrm>
                <a:custGeom>
                  <a:rect b="b" l="l" r="r" t="t"/>
                  <a:pathLst>
                    <a:path extrusionOk="0" h="3" w="31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16" name="Google Shape;1016;p26"/>
                <p:cNvSpPr/>
                <p:nvPr/>
              </p:nvSpPr>
              <p:spPr>
                <a:xfrm>
                  <a:off x="11137900" y="1534170"/>
                  <a:ext cx="188912" cy="23388"/>
                </a:xfrm>
                <a:custGeom>
                  <a:rect b="b" l="l" r="r" t="t"/>
                  <a:pathLst>
                    <a:path extrusionOk="0" h="27" w="198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17" name="Google Shape;1017;p26"/>
                <p:cNvSpPr/>
                <p:nvPr/>
              </p:nvSpPr>
              <p:spPr>
                <a:xfrm>
                  <a:off x="11266488" y="1529246"/>
                  <a:ext cx="95250" cy="4924"/>
                </a:xfrm>
                <a:custGeom>
                  <a:rect b="b" l="l" r="r" t="t"/>
                  <a:pathLst>
                    <a:path extrusionOk="0" h="6" w="100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18" name="Google Shape;1018;p26"/>
                <p:cNvSpPr/>
                <p:nvPr/>
              </p:nvSpPr>
              <p:spPr>
                <a:xfrm>
                  <a:off x="11361738" y="1531708"/>
                  <a:ext cx="134937" cy="12309"/>
                </a:xfrm>
                <a:custGeom>
                  <a:rect b="b" l="l" r="r" t="t"/>
                  <a:pathLst>
                    <a:path extrusionOk="0" h="14" w="142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19" name="Google Shape;1019;p26"/>
                <p:cNvSpPr/>
                <p:nvPr/>
              </p:nvSpPr>
              <p:spPr>
                <a:xfrm>
                  <a:off x="11834813" y="1552634"/>
                  <a:ext cx="9525" cy="1231"/>
                </a:xfrm>
                <a:custGeom>
                  <a:rect b="b" l="l" r="r" t="t"/>
                  <a:pathLst>
                    <a:path extrusionOk="0" h="1" w="1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20" name="Google Shape;1020;p26"/>
                <p:cNvSpPr/>
                <p:nvPr/>
              </p:nvSpPr>
              <p:spPr>
                <a:xfrm>
                  <a:off x="11764963" y="1542787"/>
                  <a:ext cx="117475" cy="9847"/>
                </a:xfrm>
                <a:custGeom>
                  <a:rect b="b" l="l" r="r" t="t"/>
                  <a:pathLst>
                    <a:path extrusionOk="0" h="12" w="12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21" name="Google Shape;1021;p26"/>
                <p:cNvSpPr/>
                <p:nvPr/>
              </p:nvSpPr>
              <p:spPr>
                <a:xfrm>
                  <a:off x="11555413" y="1544017"/>
                  <a:ext cx="69850" cy="4924"/>
                </a:xfrm>
                <a:custGeom>
                  <a:rect b="b" l="l" r="r" t="t"/>
                  <a:pathLst>
                    <a:path extrusionOk="0" h="6" w="74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22" name="Google Shape;1022;p26"/>
                <p:cNvSpPr/>
                <p:nvPr/>
              </p:nvSpPr>
              <p:spPr>
                <a:xfrm>
                  <a:off x="11223625" y="1528016"/>
                  <a:ext cx="38100" cy="6155"/>
                </a:xfrm>
                <a:custGeom>
                  <a:rect b="b" l="l" r="r" t="t"/>
                  <a:pathLst>
                    <a:path extrusionOk="0" h="7" w="40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23" name="Google Shape;1023;p26"/>
                <p:cNvSpPr/>
                <p:nvPr/>
              </p:nvSpPr>
              <p:spPr>
                <a:xfrm>
                  <a:off x="11145838" y="1529246"/>
                  <a:ext cx="22225" cy="2462"/>
                </a:xfrm>
                <a:custGeom>
                  <a:rect b="b" l="l" r="r" t="t"/>
                  <a:pathLst>
                    <a:path extrusionOk="0" h="4" w="2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24" name="Google Shape;1024;p26"/>
                <p:cNvSpPr/>
                <p:nvPr/>
              </p:nvSpPr>
              <p:spPr>
                <a:xfrm>
                  <a:off x="6197600" y="1566174"/>
                  <a:ext cx="20637" cy="1231"/>
                </a:xfrm>
                <a:custGeom>
                  <a:rect b="b" l="l" r="r" t="t"/>
                  <a:pathLst>
                    <a:path extrusionOk="0" h="1" w="2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25" name="Google Shape;1025;p26"/>
                <p:cNvSpPr/>
                <p:nvPr/>
              </p:nvSpPr>
              <p:spPr>
                <a:xfrm>
                  <a:off x="6356350" y="1564943"/>
                  <a:ext cx="9525" cy="1231"/>
                </a:xfrm>
                <a:custGeom>
                  <a:rect b="b" l="l" r="r" t="t"/>
                  <a:pathLst>
                    <a:path extrusionOk="0" h="2" w="10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26" name="Google Shape;1026;p26"/>
                <p:cNvSpPr/>
                <p:nvPr/>
              </p:nvSpPr>
              <p:spPr>
                <a:xfrm>
                  <a:off x="8950325" y="1521861"/>
                  <a:ext cx="61912" cy="7386"/>
                </a:xfrm>
                <a:custGeom>
                  <a:rect b="b" l="l" r="r" t="t"/>
                  <a:pathLst>
                    <a:path extrusionOk="0" h="9" w="65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27" name="Google Shape;1027;p26"/>
                <p:cNvSpPr/>
                <p:nvPr/>
              </p:nvSpPr>
              <p:spPr>
                <a:xfrm>
                  <a:off x="7537450" y="1546479"/>
                  <a:ext cx="28575" cy="3693"/>
                </a:xfrm>
                <a:custGeom>
                  <a:rect b="b" l="l" r="r" t="t"/>
                  <a:pathLst>
                    <a:path extrusionOk="0" h="4" w="29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28" name="Google Shape;1028;p26"/>
                <p:cNvSpPr/>
                <p:nvPr/>
              </p:nvSpPr>
              <p:spPr>
                <a:xfrm>
                  <a:off x="7478713" y="1562481"/>
                  <a:ext cx="38100" cy="2462"/>
                </a:xfrm>
                <a:custGeom>
                  <a:rect b="b" l="l" r="r" t="t"/>
                  <a:pathLst>
                    <a:path extrusionOk="0" h="3" w="40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29" name="Google Shape;1029;p26"/>
                <p:cNvSpPr/>
                <p:nvPr/>
              </p:nvSpPr>
              <p:spPr>
                <a:xfrm>
                  <a:off x="5410200" y="1568636"/>
                  <a:ext cx="36512" cy="3693"/>
                </a:xfrm>
                <a:custGeom>
                  <a:rect b="b" l="l" r="r" t="t"/>
                  <a:pathLst>
                    <a:path extrusionOk="0" h="5" w="38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30" name="Google Shape;1030;p26"/>
                <p:cNvSpPr/>
                <p:nvPr/>
              </p:nvSpPr>
              <p:spPr>
                <a:xfrm>
                  <a:off x="10206038" y="1530477"/>
                  <a:ext cx="61912" cy="4924"/>
                </a:xfrm>
                <a:custGeom>
                  <a:rect b="b" l="l" r="r" t="t"/>
                  <a:pathLst>
                    <a:path extrusionOk="0" h="6" w="65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31" name="Google Shape;1031;p26"/>
                <p:cNvSpPr/>
                <p:nvPr/>
              </p:nvSpPr>
              <p:spPr>
                <a:xfrm>
                  <a:off x="6257925" y="1525554"/>
                  <a:ext cx="19050" cy="2462"/>
                </a:xfrm>
                <a:custGeom>
                  <a:rect b="b" l="l" r="r" t="t"/>
                  <a:pathLst>
                    <a:path extrusionOk="0" h="2" w="21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32" name="Google Shape;1032;p26"/>
                <p:cNvSpPr/>
                <p:nvPr/>
              </p:nvSpPr>
              <p:spPr>
                <a:xfrm>
                  <a:off x="10134600" y="1528016"/>
                  <a:ext cx="71437" cy="3693"/>
                </a:xfrm>
                <a:custGeom>
                  <a:rect b="b" l="l" r="r" t="t"/>
                  <a:pathLst>
                    <a:path extrusionOk="0" h="4" w="75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33" name="Google Shape;1033;p26"/>
                <p:cNvSpPr/>
                <p:nvPr/>
              </p:nvSpPr>
              <p:spPr>
                <a:xfrm>
                  <a:off x="2582863" y="1560020"/>
                  <a:ext cx="7937" cy="1231"/>
                </a:xfrm>
                <a:custGeom>
                  <a:rect b="b" l="l" r="r" t="t"/>
                  <a:pathLst>
                    <a:path extrusionOk="0" h="1" w="8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34" name="Google Shape;1034;p26"/>
                <p:cNvSpPr/>
                <p:nvPr/>
              </p:nvSpPr>
              <p:spPr>
                <a:xfrm>
                  <a:off x="1762125" y="1521861"/>
                  <a:ext cx="34925" cy="1231"/>
                </a:xfrm>
                <a:custGeom>
                  <a:rect b="b" l="l" r="r" t="t"/>
                  <a:pathLst>
                    <a:path extrusionOk="0" h="1" w="36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35" name="Google Shape;1035;p26"/>
                <p:cNvSpPr/>
                <p:nvPr/>
              </p:nvSpPr>
              <p:spPr>
                <a:xfrm>
                  <a:off x="10812463" y="1529246"/>
                  <a:ext cx="19050" cy="1231"/>
                </a:xfrm>
                <a:custGeom>
                  <a:rect b="b" l="l" r="r" t="t"/>
                  <a:pathLst>
                    <a:path extrusionOk="0" h="1" w="2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36" name="Google Shape;1036;p26"/>
                <p:cNvSpPr/>
                <p:nvPr/>
              </p:nvSpPr>
              <p:spPr>
                <a:xfrm>
                  <a:off x="10896600" y="1545248"/>
                  <a:ext cx="7937" cy="2462"/>
                </a:xfrm>
                <a:custGeom>
                  <a:rect b="b" l="l" r="r" t="t"/>
                  <a:pathLst>
                    <a:path extrusionOk="0" h="3" w="8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37" name="Google Shape;1037;p26"/>
                <p:cNvSpPr/>
                <p:nvPr/>
              </p:nvSpPr>
              <p:spPr>
                <a:xfrm>
                  <a:off x="9947275" y="1553865"/>
                  <a:ext cx="4762" cy="1231"/>
                </a:xfrm>
                <a:custGeom>
                  <a:rect b="b" l="l" r="r" t="t"/>
                  <a:pathLst>
                    <a:path extrusionOk="0" h="1" w="5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38" name="Google Shape;1038;p26"/>
                <p:cNvSpPr/>
                <p:nvPr/>
              </p:nvSpPr>
              <p:spPr>
                <a:xfrm>
                  <a:off x="10817225" y="1531708"/>
                  <a:ext cx="23812" cy="0"/>
                </a:xfrm>
                <a:custGeom>
                  <a:rect b="b" l="l" r="r" t="t"/>
                  <a:pathLst>
                    <a:path extrusionOk="0" h="1" w="25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39" name="Google Shape;1039;p26"/>
                <p:cNvSpPr/>
                <p:nvPr/>
              </p:nvSpPr>
              <p:spPr>
                <a:xfrm>
                  <a:off x="10836275" y="1529246"/>
                  <a:ext cx="19050" cy="1231"/>
                </a:xfrm>
                <a:custGeom>
                  <a:rect b="b" l="l" r="r" t="t"/>
                  <a:pathLst>
                    <a:path extrusionOk="0" h="1" w="20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40" name="Google Shape;1040;p26"/>
                <p:cNvSpPr/>
                <p:nvPr/>
              </p:nvSpPr>
              <p:spPr>
                <a:xfrm>
                  <a:off x="10787063" y="1530477"/>
                  <a:ext cx="30162" cy="1231"/>
                </a:xfrm>
                <a:custGeom>
                  <a:rect b="b" l="l" r="r" t="t"/>
                  <a:pathLst>
                    <a:path extrusionOk="0" h="1" w="3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41" name="Google Shape;1041;p26"/>
                <p:cNvSpPr/>
                <p:nvPr/>
              </p:nvSpPr>
              <p:spPr>
                <a:xfrm>
                  <a:off x="4092575" y="1552634"/>
                  <a:ext cx="20637" cy="2462"/>
                </a:xfrm>
                <a:custGeom>
                  <a:rect b="b" l="l" r="r" t="t"/>
                  <a:pathLst>
                    <a:path extrusionOk="0" h="2" w="23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42" name="Google Shape;1042;p26"/>
                <p:cNvSpPr/>
                <p:nvPr/>
              </p:nvSpPr>
              <p:spPr>
                <a:xfrm>
                  <a:off x="8528050" y="1567405"/>
                  <a:ext cx="3175" cy="1231"/>
                </a:xfrm>
                <a:custGeom>
                  <a:rect b="b" l="l" r="r" t="t"/>
                  <a:pathLst>
                    <a:path extrusionOk="0" h="1" w="3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43" name="Google Shape;1043;p26"/>
                <p:cNvSpPr/>
                <p:nvPr/>
              </p:nvSpPr>
              <p:spPr>
                <a:xfrm>
                  <a:off x="8461375" y="1556326"/>
                  <a:ext cx="66675" cy="14771"/>
                </a:xfrm>
                <a:custGeom>
                  <a:rect b="b" l="l" r="r" t="t"/>
                  <a:pathLst>
                    <a:path extrusionOk="0" h="17" w="69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44" name="Google Shape;1044;p26"/>
                <p:cNvSpPr/>
                <p:nvPr/>
              </p:nvSpPr>
              <p:spPr>
                <a:xfrm>
                  <a:off x="1562100" y="1514475"/>
                  <a:ext cx="9563100" cy="64008"/>
                </a:xfrm>
                <a:custGeom>
                  <a:rect b="b" l="l" r="r" t="t"/>
                  <a:pathLst>
                    <a:path extrusionOk="0" h="75" w="10030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45" name="Google Shape;1045;p26"/>
                <p:cNvSpPr/>
                <p:nvPr/>
              </p:nvSpPr>
              <p:spPr>
                <a:xfrm>
                  <a:off x="7508875" y="1560020"/>
                  <a:ext cx="11112" cy="3693"/>
                </a:xfrm>
                <a:custGeom>
                  <a:rect b="b" l="l" r="r" t="t"/>
                  <a:pathLst>
                    <a:path extrusionOk="0" h="3" w="12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46" name="Google Shape;1046;p26"/>
                <p:cNvSpPr/>
                <p:nvPr/>
              </p:nvSpPr>
              <p:spPr>
                <a:xfrm>
                  <a:off x="5434013" y="1567405"/>
                  <a:ext cx="4762" cy="1231"/>
                </a:xfrm>
                <a:custGeom>
                  <a:rect b="b" l="l" r="r" t="t"/>
                  <a:pathLst>
                    <a:path extrusionOk="0" h="1" w="5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47" name="Google Shape;1047;p26"/>
                <p:cNvSpPr/>
                <p:nvPr/>
              </p:nvSpPr>
              <p:spPr>
                <a:xfrm>
                  <a:off x="9672638" y="1567405"/>
                  <a:ext cx="25400" cy="2462"/>
                </a:xfrm>
                <a:custGeom>
                  <a:rect b="b" l="l" r="r" t="t"/>
                  <a:pathLst>
                    <a:path extrusionOk="0" h="3" w="27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48" name="Google Shape;1048;p26"/>
                <p:cNvSpPr/>
                <p:nvPr/>
              </p:nvSpPr>
              <p:spPr>
                <a:xfrm>
                  <a:off x="10966450" y="1529246"/>
                  <a:ext cx="39687" cy="2462"/>
                </a:xfrm>
                <a:custGeom>
                  <a:rect b="b" l="l" r="r" t="t"/>
                  <a:pathLst>
                    <a:path extrusionOk="0" h="3" w="42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49" name="Google Shape;1049;p26"/>
                <p:cNvSpPr/>
                <p:nvPr/>
              </p:nvSpPr>
              <p:spPr>
                <a:xfrm>
                  <a:off x="11329988" y="1552634"/>
                  <a:ext cx="44450" cy="2462"/>
                </a:xfrm>
                <a:custGeom>
                  <a:rect b="b" l="l" r="r" t="t"/>
                  <a:pathLst>
                    <a:path extrusionOk="0" h="3" w="46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50" name="Google Shape;1050;p26"/>
                <p:cNvSpPr/>
                <p:nvPr/>
              </p:nvSpPr>
              <p:spPr>
                <a:xfrm>
                  <a:off x="11042650" y="1540325"/>
                  <a:ext cx="60325" cy="6155"/>
                </a:xfrm>
                <a:custGeom>
                  <a:rect b="b" l="l" r="r" t="t"/>
                  <a:pathLst>
                    <a:path extrusionOk="0" h="7" w="6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51" name="Google Shape;1051;p26"/>
                <p:cNvSpPr/>
                <p:nvPr/>
              </p:nvSpPr>
              <p:spPr>
                <a:xfrm>
                  <a:off x="11106150" y="1542787"/>
                  <a:ext cx="28575" cy="1231"/>
                </a:xfrm>
                <a:custGeom>
                  <a:rect b="b" l="l" r="r" t="t"/>
                  <a:pathLst>
                    <a:path extrusionOk="0" h="2" w="31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52" name="Google Shape;1052;p26"/>
                <p:cNvSpPr/>
                <p:nvPr/>
              </p:nvSpPr>
              <p:spPr>
                <a:xfrm>
                  <a:off x="10679113" y="1525554"/>
                  <a:ext cx="103187" cy="9847"/>
                </a:xfrm>
                <a:custGeom>
                  <a:rect b="b" l="l" r="r" t="t"/>
                  <a:pathLst>
                    <a:path extrusionOk="0" h="12" w="109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53" name="Google Shape;1053;p26"/>
                <p:cNvSpPr/>
                <p:nvPr/>
              </p:nvSpPr>
              <p:spPr>
                <a:xfrm>
                  <a:off x="11039475" y="1550172"/>
                  <a:ext cx="26987" cy="4924"/>
                </a:xfrm>
                <a:custGeom>
                  <a:rect b="b" l="l" r="r" t="t"/>
                  <a:pathLst>
                    <a:path extrusionOk="0" h="5" w="27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54" name="Google Shape;1054;p26"/>
                <p:cNvSpPr/>
                <p:nvPr/>
              </p:nvSpPr>
              <p:spPr>
                <a:xfrm>
                  <a:off x="10841038" y="1548941"/>
                  <a:ext cx="58737" cy="2462"/>
                </a:xfrm>
                <a:custGeom>
                  <a:rect b="b" l="l" r="r" t="t"/>
                  <a:pathLst>
                    <a:path extrusionOk="0" h="3" w="61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55" name="Google Shape;1055;p26"/>
                <p:cNvSpPr/>
                <p:nvPr/>
              </p:nvSpPr>
              <p:spPr>
                <a:xfrm>
                  <a:off x="10899775" y="1550172"/>
                  <a:ext cx="36512" cy="1231"/>
                </a:xfrm>
                <a:custGeom>
                  <a:rect b="b" l="l" r="r" t="t"/>
                  <a:pathLst>
                    <a:path extrusionOk="0" h="1" w="38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56" name="Google Shape;1056;p26"/>
                <p:cNvSpPr/>
                <p:nvPr/>
              </p:nvSpPr>
              <p:spPr>
                <a:xfrm>
                  <a:off x="10958513" y="1555096"/>
                  <a:ext cx="46037" cy="0"/>
                </a:xfrm>
                <a:custGeom>
                  <a:rect b="b" l="l" r="r" t="t"/>
                  <a:pathLst>
                    <a:path extrusionOk="0" h="1" w="47">
                      <a:moveTo>
                        <a:pt x="47" y="0"/>
                      </a:moveTo>
                      <a:lnTo>
                        <a:pt x="47" y="0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57" name="Google Shape;1057;p26"/>
                <p:cNvSpPr/>
                <p:nvPr/>
              </p:nvSpPr>
              <p:spPr>
                <a:xfrm>
                  <a:off x="10304463" y="1548941"/>
                  <a:ext cx="61912" cy="3693"/>
                </a:xfrm>
                <a:custGeom>
                  <a:rect b="b" l="l" r="r" t="t"/>
                  <a:pathLst>
                    <a:path extrusionOk="0" h="4" w="65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58" name="Google Shape;1058;p26"/>
                <p:cNvSpPr/>
                <p:nvPr/>
              </p:nvSpPr>
              <p:spPr>
                <a:xfrm>
                  <a:off x="10483850" y="1557558"/>
                  <a:ext cx="23812" cy="6155"/>
                </a:xfrm>
                <a:custGeom>
                  <a:rect b="b" l="l" r="r" t="t"/>
                  <a:pathLst>
                    <a:path extrusionOk="0" h="7" w="25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59" name="Google Shape;1059;p26"/>
                <p:cNvSpPr/>
                <p:nvPr/>
              </p:nvSpPr>
              <p:spPr>
                <a:xfrm>
                  <a:off x="10291763" y="1563712"/>
                  <a:ext cx="117475" cy="2462"/>
                </a:xfrm>
                <a:custGeom>
                  <a:rect b="b" l="l" r="r" t="t"/>
                  <a:pathLst>
                    <a:path extrusionOk="0" h="4" w="123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60" name="Google Shape;1060;p26"/>
                <p:cNvSpPr/>
                <p:nvPr/>
              </p:nvSpPr>
              <p:spPr>
                <a:xfrm>
                  <a:off x="9621838" y="1546479"/>
                  <a:ext cx="11112" cy="8617"/>
                </a:xfrm>
                <a:custGeom>
                  <a:rect b="b" l="l" r="r" t="t"/>
                  <a:pathLst>
                    <a:path extrusionOk="0" h="10" w="13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61" name="Google Shape;1061;p26"/>
                <p:cNvSpPr/>
                <p:nvPr/>
              </p:nvSpPr>
              <p:spPr>
                <a:xfrm>
                  <a:off x="8951913" y="1568636"/>
                  <a:ext cx="96837" cy="8617"/>
                </a:xfrm>
                <a:custGeom>
                  <a:rect b="b" l="l" r="r" t="t"/>
                  <a:pathLst>
                    <a:path extrusionOk="0" h="10" w="101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62" name="Google Shape;1062;p26"/>
                <p:cNvSpPr/>
                <p:nvPr/>
              </p:nvSpPr>
              <p:spPr>
                <a:xfrm>
                  <a:off x="9005888" y="1566174"/>
                  <a:ext cx="17462" cy="2462"/>
                </a:xfrm>
                <a:custGeom>
                  <a:rect b="b" l="l" r="r" t="t"/>
                  <a:pathLst>
                    <a:path extrusionOk="0" h="2" w="19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63" name="Google Shape;1063;p26"/>
                <p:cNvSpPr/>
                <p:nvPr/>
              </p:nvSpPr>
              <p:spPr>
                <a:xfrm>
                  <a:off x="1587500" y="1516937"/>
                  <a:ext cx="38100" cy="3693"/>
                </a:xfrm>
                <a:custGeom>
                  <a:rect b="b" l="l" r="r" t="t"/>
                  <a:pathLst>
                    <a:path extrusionOk="0" h="4" w="39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64" name="Google Shape;1064;p26"/>
                <p:cNvSpPr/>
                <p:nvPr/>
              </p:nvSpPr>
              <p:spPr>
                <a:xfrm>
                  <a:off x="1522413" y="1519399"/>
                  <a:ext cx="30162" cy="4924"/>
                </a:xfrm>
                <a:custGeom>
                  <a:rect b="b" l="l" r="r" t="t"/>
                  <a:pathLst>
                    <a:path extrusionOk="0" h="6" w="32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65" name="Google Shape;1065;p26"/>
                <p:cNvSpPr/>
                <p:nvPr/>
              </p:nvSpPr>
              <p:spPr>
                <a:xfrm>
                  <a:off x="6650038" y="1573559"/>
                  <a:ext cx="33337" cy="3693"/>
                </a:xfrm>
                <a:custGeom>
                  <a:rect b="b" l="l" r="r" t="t"/>
                  <a:pathLst>
                    <a:path extrusionOk="0" h="4" w="3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66" name="Google Shape;1066;p26"/>
                <p:cNvSpPr/>
                <p:nvPr/>
              </p:nvSpPr>
              <p:spPr>
                <a:xfrm>
                  <a:off x="6162675" y="1566174"/>
                  <a:ext cx="15875" cy="4924"/>
                </a:xfrm>
                <a:custGeom>
                  <a:rect b="b" l="l" r="r" t="t"/>
                  <a:pathLst>
                    <a:path extrusionOk="0" h="6" w="17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67" name="Google Shape;1067;p26"/>
                <p:cNvSpPr/>
                <p:nvPr/>
              </p:nvSpPr>
              <p:spPr>
                <a:xfrm>
                  <a:off x="5738813" y="1571097"/>
                  <a:ext cx="60325" cy="6155"/>
                </a:xfrm>
                <a:custGeom>
                  <a:rect b="b" l="l" r="r" t="t"/>
                  <a:pathLst>
                    <a:path extrusionOk="0" h="8" w="63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grpSp>
          <p:nvGrpSpPr>
            <p:cNvPr id="1068" name="Google Shape;1068;p26"/>
            <p:cNvGrpSpPr/>
            <p:nvPr/>
          </p:nvGrpSpPr>
          <p:grpSpPr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1069" name="Google Shape;1069;p26"/>
              <p:cNvGrpSpPr/>
              <p:nvPr/>
            </p:nvGrpSpPr>
            <p:grpSpPr>
              <a:xfrm flipH="1">
                <a:off x="3310555" y="737968"/>
                <a:ext cx="5294376" cy="54864"/>
                <a:chOff x="1522413" y="1514475"/>
                <a:chExt cx="10569575" cy="64008"/>
              </a:xfrm>
            </p:grpSpPr>
            <p:sp>
              <p:nvSpPr>
                <p:cNvPr id="1070" name="Google Shape;1070;p26"/>
                <p:cNvSpPr/>
                <p:nvPr/>
              </p:nvSpPr>
              <p:spPr>
                <a:xfrm>
                  <a:off x="12028488" y="1525554"/>
                  <a:ext cx="63500" cy="4924"/>
                </a:xfrm>
                <a:custGeom>
                  <a:rect b="b" l="l" r="r" t="t"/>
                  <a:pathLst>
                    <a:path extrusionOk="0" h="6" w="67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71" name="Google Shape;1071;p26"/>
                <p:cNvSpPr/>
                <p:nvPr/>
              </p:nvSpPr>
              <p:spPr>
                <a:xfrm>
                  <a:off x="12022138" y="1532939"/>
                  <a:ext cx="19050" cy="1231"/>
                </a:xfrm>
                <a:custGeom>
                  <a:rect b="b" l="l" r="r" t="t"/>
                  <a:pathLst>
                    <a:path extrusionOk="0" h="2" w="2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72" name="Google Shape;1072;p26"/>
                <p:cNvSpPr/>
                <p:nvPr/>
              </p:nvSpPr>
              <p:spPr>
                <a:xfrm>
                  <a:off x="12041188" y="1531708"/>
                  <a:ext cx="39687" cy="6155"/>
                </a:xfrm>
                <a:custGeom>
                  <a:rect b="b" l="l" r="r" t="t"/>
                  <a:pathLst>
                    <a:path extrusionOk="0" h="6" w="41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73" name="Google Shape;1073;p26"/>
                <p:cNvSpPr/>
                <p:nvPr/>
              </p:nvSpPr>
              <p:spPr>
                <a:xfrm>
                  <a:off x="11831638" y="1526784"/>
                  <a:ext cx="42862" cy="4924"/>
                </a:xfrm>
                <a:custGeom>
                  <a:rect b="b" l="l" r="r" t="t"/>
                  <a:pathLst>
                    <a:path extrusionOk="0" h="6" w="45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74" name="Google Shape;1074;p26"/>
                <p:cNvSpPr/>
                <p:nvPr/>
              </p:nvSpPr>
              <p:spPr>
                <a:xfrm>
                  <a:off x="11809413" y="1531708"/>
                  <a:ext cx="41275" cy="2462"/>
                </a:xfrm>
                <a:custGeom>
                  <a:rect b="b" l="l" r="r" t="t"/>
                  <a:pathLst>
                    <a:path extrusionOk="0" h="3" w="44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75" name="Google Shape;1075;p26"/>
                <p:cNvSpPr/>
                <p:nvPr/>
              </p:nvSpPr>
              <p:spPr>
                <a:xfrm>
                  <a:off x="12003088" y="1537863"/>
                  <a:ext cx="77787" cy="3693"/>
                </a:xfrm>
                <a:custGeom>
                  <a:rect b="b" l="l" r="r" t="t"/>
                  <a:pathLst>
                    <a:path extrusionOk="0" h="5" w="82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76" name="Google Shape;1076;p26"/>
                <p:cNvSpPr/>
                <p:nvPr/>
              </p:nvSpPr>
              <p:spPr>
                <a:xfrm>
                  <a:off x="11664950" y="1523092"/>
                  <a:ext cx="39687" cy="4924"/>
                </a:xfrm>
                <a:custGeom>
                  <a:rect b="b" l="l" r="r" t="t"/>
                  <a:pathLst>
                    <a:path extrusionOk="0" h="5" w="42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77" name="Google Shape;1077;p26"/>
                <p:cNvSpPr/>
                <p:nvPr/>
              </p:nvSpPr>
              <p:spPr>
                <a:xfrm>
                  <a:off x="11506200" y="1521861"/>
                  <a:ext cx="92075" cy="4924"/>
                </a:xfrm>
                <a:custGeom>
                  <a:rect b="b" l="l" r="r" t="t"/>
                  <a:pathLst>
                    <a:path extrusionOk="0" h="6" w="98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78" name="Google Shape;1078;p26"/>
                <p:cNvSpPr/>
                <p:nvPr/>
              </p:nvSpPr>
              <p:spPr>
                <a:xfrm>
                  <a:off x="11471275" y="1525554"/>
                  <a:ext cx="34925" cy="3693"/>
                </a:xfrm>
                <a:custGeom>
                  <a:rect b="b" l="l" r="r" t="t"/>
                  <a:pathLst>
                    <a:path extrusionOk="0" h="3" w="36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79" name="Google Shape;1079;p26"/>
                <p:cNvSpPr/>
                <p:nvPr/>
              </p:nvSpPr>
              <p:spPr>
                <a:xfrm>
                  <a:off x="11710988" y="1529246"/>
                  <a:ext cx="30162" cy="4924"/>
                </a:xfrm>
                <a:custGeom>
                  <a:rect b="b" l="l" r="r" t="t"/>
                  <a:pathLst>
                    <a:path extrusionOk="0" h="5" w="32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80" name="Google Shape;1080;p26"/>
                <p:cNvSpPr/>
                <p:nvPr/>
              </p:nvSpPr>
              <p:spPr>
                <a:xfrm>
                  <a:off x="11691938" y="1532939"/>
                  <a:ext cx="34925" cy="1231"/>
                </a:xfrm>
                <a:custGeom>
                  <a:rect b="b" l="l" r="r" t="t"/>
                  <a:pathLst>
                    <a:path extrusionOk="0" h="1" w="36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81" name="Google Shape;1081;p26"/>
                <p:cNvSpPr/>
                <p:nvPr/>
              </p:nvSpPr>
              <p:spPr>
                <a:xfrm>
                  <a:off x="11741150" y="1534170"/>
                  <a:ext cx="4762" cy="0"/>
                </a:xfrm>
                <a:custGeom>
                  <a:rect b="b" l="l" r="r" t="t"/>
                  <a:pathLst>
                    <a:path extrusionOk="0" h="120000"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82" name="Google Shape;1082;p26"/>
                <p:cNvSpPr/>
                <p:nvPr/>
              </p:nvSpPr>
              <p:spPr>
                <a:xfrm>
                  <a:off x="11841163" y="1537863"/>
                  <a:ext cx="71437" cy="8617"/>
                </a:xfrm>
                <a:custGeom>
                  <a:rect b="b" l="l" r="r" t="t"/>
                  <a:pathLst>
                    <a:path extrusionOk="0" h="9" w="75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83" name="Google Shape;1083;p26"/>
                <p:cNvSpPr/>
                <p:nvPr/>
              </p:nvSpPr>
              <p:spPr>
                <a:xfrm>
                  <a:off x="11764963" y="1535401"/>
                  <a:ext cx="44450" cy="3693"/>
                </a:xfrm>
                <a:custGeom>
                  <a:rect b="b" l="l" r="r" t="t"/>
                  <a:pathLst>
                    <a:path extrusionOk="0" h="4" w="47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84" name="Google Shape;1084;p26"/>
                <p:cNvSpPr/>
                <p:nvPr/>
              </p:nvSpPr>
              <p:spPr>
                <a:xfrm>
                  <a:off x="11744325" y="1537863"/>
                  <a:ext cx="20637" cy="2462"/>
                </a:xfrm>
                <a:custGeom>
                  <a:rect b="b" l="l" r="r" t="t"/>
                  <a:pathLst>
                    <a:path extrusionOk="0" h="2" w="2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85" name="Google Shape;1085;p26"/>
                <p:cNvSpPr/>
                <p:nvPr/>
              </p:nvSpPr>
              <p:spPr>
                <a:xfrm>
                  <a:off x="11482388" y="1531708"/>
                  <a:ext cx="85725" cy="3693"/>
                </a:xfrm>
                <a:custGeom>
                  <a:rect b="b" l="l" r="r" t="t"/>
                  <a:pathLst>
                    <a:path extrusionOk="0" h="4" w="90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86" name="Google Shape;1086;p26"/>
                <p:cNvSpPr/>
                <p:nvPr/>
              </p:nvSpPr>
              <p:spPr>
                <a:xfrm>
                  <a:off x="11626850" y="1532939"/>
                  <a:ext cx="4762" cy="1231"/>
                </a:xfrm>
                <a:custGeom>
                  <a:rect b="b" l="l" r="r" t="t"/>
                  <a:pathLst>
                    <a:path extrusionOk="0" h="1"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87" name="Google Shape;1087;p26"/>
                <p:cNvSpPr/>
                <p:nvPr/>
              </p:nvSpPr>
              <p:spPr>
                <a:xfrm>
                  <a:off x="11261725" y="1534170"/>
                  <a:ext cx="4762" cy="0"/>
                </a:xfrm>
                <a:custGeom>
                  <a:rect b="b" l="l" r="r" t="t"/>
                  <a:pathLst>
                    <a:path extrusionOk="0" h="1" w="5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0"/>
                      </a:lnTo>
                      <a:cubicBezTo>
                        <a:pt x="4" y="0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88" name="Google Shape;1088;p26"/>
                <p:cNvSpPr/>
                <p:nvPr/>
              </p:nvSpPr>
              <p:spPr>
                <a:xfrm>
                  <a:off x="11553825" y="1534170"/>
                  <a:ext cx="44450" cy="2462"/>
                </a:xfrm>
                <a:custGeom>
                  <a:rect b="b" l="l" r="r" t="t"/>
                  <a:pathLst>
                    <a:path extrusionOk="0" h="2" w="47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89" name="Google Shape;1089;p26"/>
                <p:cNvSpPr/>
                <p:nvPr/>
              </p:nvSpPr>
              <p:spPr>
                <a:xfrm>
                  <a:off x="11409363" y="1529246"/>
                  <a:ext cx="31750" cy="2462"/>
                </a:xfrm>
                <a:custGeom>
                  <a:rect b="b" l="l" r="r" t="t"/>
                  <a:pathLst>
                    <a:path extrusionOk="0" h="3" w="3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90" name="Google Shape;1090;p26"/>
                <p:cNvSpPr/>
                <p:nvPr/>
              </p:nvSpPr>
              <p:spPr>
                <a:xfrm>
                  <a:off x="11618913" y="1531708"/>
                  <a:ext cx="6350" cy="0"/>
                </a:xfrm>
                <a:custGeom>
                  <a:rect b="b" l="l" r="r" t="t"/>
                  <a:pathLst>
                    <a:path extrusionOk="0" h="1" w="6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6" y="0"/>
                      </a:lnTo>
                      <a:cubicBezTo>
                        <a:pt x="0" y="0"/>
                        <a:pt x="0" y="0"/>
                        <a:pt x="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91" name="Google Shape;1091;p26"/>
                <p:cNvSpPr/>
                <p:nvPr/>
              </p:nvSpPr>
              <p:spPr>
                <a:xfrm>
                  <a:off x="11598275" y="1531708"/>
                  <a:ext cx="28575" cy="2462"/>
                </a:xfrm>
                <a:custGeom>
                  <a:rect b="b" l="l" r="r" t="t"/>
                  <a:pathLst>
                    <a:path extrusionOk="0" h="3" w="31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92" name="Google Shape;1092;p26"/>
                <p:cNvSpPr/>
                <p:nvPr/>
              </p:nvSpPr>
              <p:spPr>
                <a:xfrm>
                  <a:off x="11137900" y="1534170"/>
                  <a:ext cx="188912" cy="23388"/>
                </a:xfrm>
                <a:custGeom>
                  <a:rect b="b" l="l" r="r" t="t"/>
                  <a:pathLst>
                    <a:path extrusionOk="0" h="27" w="198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93" name="Google Shape;1093;p26"/>
                <p:cNvSpPr/>
                <p:nvPr/>
              </p:nvSpPr>
              <p:spPr>
                <a:xfrm>
                  <a:off x="11266488" y="1529246"/>
                  <a:ext cx="95250" cy="4924"/>
                </a:xfrm>
                <a:custGeom>
                  <a:rect b="b" l="l" r="r" t="t"/>
                  <a:pathLst>
                    <a:path extrusionOk="0" h="6" w="100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94" name="Google Shape;1094;p26"/>
                <p:cNvSpPr/>
                <p:nvPr/>
              </p:nvSpPr>
              <p:spPr>
                <a:xfrm>
                  <a:off x="11361738" y="1531708"/>
                  <a:ext cx="134937" cy="12309"/>
                </a:xfrm>
                <a:custGeom>
                  <a:rect b="b" l="l" r="r" t="t"/>
                  <a:pathLst>
                    <a:path extrusionOk="0" h="14" w="142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95" name="Google Shape;1095;p26"/>
                <p:cNvSpPr/>
                <p:nvPr/>
              </p:nvSpPr>
              <p:spPr>
                <a:xfrm>
                  <a:off x="11834813" y="1552634"/>
                  <a:ext cx="9525" cy="1231"/>
                </a:xfrm>
                <a:custGeom>
                  <a:rect b="b" l="l" r="r" t="t"/>
                  <a:pathLst>
                    <a:path extrusionOk="0" h="1" w="1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96" name="Google Shape;1096;p26"/>
                <p:cNvSpPr/>
                <p:nvPr/>
              </p:nvSpPr>
              <p:spPr>
                <a:xfrm>
                  <a:off x="11764963" y="1542787"/>
                  <a:ext cx="117475" cy="9847"/>
                </a:xfrm>
                <a:custGeom>
                  <a:rect b="b" l="l" r="r" t="t"/>
                  <a:pathLst>
                    <a:path extrusionOk="0" h="12" w="12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97" name="Google Shape;1097;p26"/>
                <p:cNvSpPr/>
                <p:nvPr/>
              </p:nvSpPr>
              <p:spPr>
                <a:xfrm>
                  <a:off x="11555413" y="1544017"/>
                  <a:ext cx="69850" cy="4924"/>
                </a:xfrm>
                <a:custGeom>
                  <a:rect b="b" l="l" r="r" t="t"/>
                  <a:pathLst>
                    <a:path extrusionOk="0" h="6" w="74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98" name="Google Shape;1098;p26"/>
                <p:cNvSpPr/>
                <p:nvPr/>
              </p:nvSpPr>
              <p:spPr>
                <a:xfrm>
                  <a:off x="11223625" y="1528016"/>
                  <a:ext cx="38100" cy="6155"/>
                </a:xfrm>
                <a:custGeom>
                  <a:rect b="b" l="l" r="r" t="t"/>
                  <a:pathLst>
                    <a:path extrusionOk="0" h="7" w="40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99" name="Google Shape;1099;p26"/>
                <p:cNvSpPr/>
                <p:nvPr/>
              </p:nvSpPr>
              <p:spPr>
                <a:xfrm>
                  <a:off x="11145838" y="1529246"/>
                  <a:ext cx="22225" cy="2462"/>
                </a:xfrm>
                <a:custGeom>
                  <a:rect b="b" l="l" r="r" t="t"/>
                  <a:pathLst>
                    <a:path extrusionOk="0" h="4" w="2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00" name="Google Shape;1100;p26"/>
                <p:cNvSpPr/>
                <p:nvPr/>
              </p:nvSpPr>
              <p:spPr>
                <a:xfrm>
                  <a:off x="6197600" y="1566174"/>
                  <a:ext cx="20637" cy="1231"/>
                </a:xfrm>
                <a:custGeom>
                  <a:rect b="b" l="l" r="r" t="t"/>
                  <a:pathLst>
                    <a:path extrusionOk="0" h="1" w="2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01" name="Google Shape;1101;p26"/>
                <p:cNvSpPr/>
                <p:nvPr/>
              </p:nvSpPr>
              <p:spPr>
                <a:xfrm>
                  <a:off x="6356350" y="1564943"/>
                  <a:ext cx="9525" cy="1231"/>
                </a:xfrm>
                <a:custGeom>
                  <a:rect b="b" l="l" r="r" t="t"/>
                  <a:pathLst>
                    <a:path extrusionOk="0" h="2" w="10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02" name="Google Shape;1102;p26"/>
                <p:cNvSpPr/>
                <p:nvPr/>
              </p:nvSpPr>
              <p:spPr>
                <a:xfrm>
                  <a:off x="8950325" y="1521861"/>
                  <a:ext cx="61912" cy="7386"/>
                </a:xfrm>
                <a:custGeom>
                  <a:rect b="b" l="l" r="r" t="t"/>
                  <a:pathLst>
                    <a:path extrusionOk="0" h="9" w="65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03" name="Google Shape;1103;p26"/>
                <p:cNvSpPr/>
                <p:nvPr/>
              </p:nvSpPr>
              <p:spPr>
                <a:xfrm>
                  <a:off x="7537450" y="1546479"/>
                  <a:ext cx="28575" cy="3693"/>
                </a:xfrm>
                <a:custGeom>
                  <a:rect b="b" l="l" r="r" t="t"/>
                  <a:pathLst>
                    <a:path extrusionOk="0" h="4" w="29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04" name="Google Shape;1104;p26"/>
                <p:cNvSpPr/>
                <p:nvPr/>
              </p:nvSpPr>
              <p:spPr>
                <a:xfrm>
                  <a:off x="7478713" y="1562481"/>
                  <a:ext cx="38100" cy="2462"/>
                </a:xfrm>
                <a:custGeom>
                  <a:rect b="b" l="l" r="r" t="t"/>
                  <a:pathLst>
                    <a:path extrusionOk="0" h="3" w="40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05" name="Google Shape;1105;p26"/>
                <p:cNvSpPr/>
                <p:nvPr/>
              </p:nvSpPr>
              <p:spPr>
                <a:xfrm>
                  <a:off x="5410200" y="1568636"/>
                  <a:ext cx="36512" cy="3693"/>
                </a:xfrm>
                <a:custGeom>
                  <a:rect b="b" l="l" r="r" t="t"/>
                  <a:pathLst>
                    <a:path extrusionOk="0" h="5" w="38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06" name="Google Shape;1106;p26"/>
                <p:cNvSpPr/>
                <p:nvPr/>
              </p:nvSpPr>
              <p:spPr>
                <a:xfrm>
                  <a:off x="10206038" y="1530477"/>
                  <a:ext cx="61912" cy="4924"/>
                </a:xfrm>
                <a:custGeom>
                  <a:rect b="b" l="l" r="r" t="t"/>
                  <a:pathLst>
                    <a:path extrusionOk="0" h="6" w="65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07" name="Google Shape;1107;p26"/>
                <p:cNvSpPr/>
                <p:nvPr/>
              </p:nvSpPr>
              <p:spPr>
                <a:xfrm>
                  <a:off x="6257925" y="1525554"/>
                  <a:ext cx="19050" cy="2462"/>
                </a:xfrm>
                <a:custGeom>
                  <a:rect b="b" l="l" r="r" t="t"/>
                  <a:pathLst>
                    <a:path extrusionOk="0" h="2" w="21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08" name="Google Shape;1108;p26"/>
                <p:cNvSpPr/>
                <p:nvPr/>
              </p:nvSpPr>
              <p:spPr>
                <a:xfrm>
                  <a:off x="10134600" y="1528016"/>
                  <a:ext cx="71437" cy="3693"/>
                </a:xfrm>
                <a:custGeom>
                  <a:rect b="b" l="l" r="r" t="t"/>
                  <a:pathLst>
                    <a:path extrusionOk="0" h="4" w="75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09" name="Google Shape;1109;p26"/>
                <p:cNvSpPr/>
                <p:nvPr/>
              </p:nvSpPr>
              <p:spPr>
                <a:xfrm>
                  <a:off x="2582863" y="1560020"/>
                  <a:ext cx="7937" cy="1231"/>
                </a:xfrm>
                <a:custGeom>
                  <a:rect b="b" l="l" r="r" t="t"/>
                  <a:pathLst>
                    <a:path extrusionOk="0" h="1" w="8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10" name="Google Shape;1110;p26"/>
                <p:cNvSpPr/>
                <p:nvPr/>
              </p:nvSpPr>
              <p:spPr>
                <a:xfrm>
                  <a:off x="1762125" y="1521861"/>
                  <a:ext cx="34925" cy="1231"/>
                </a:xfrm>
                <a:custGeom>
                  <a:rect b="b" l="l" r="r" t="t"/>
                  <a:pathLst>
                    <a:path extrusionOk="0" h="1" w="36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11" name="Google Shape;1111;p26"/>
                <p:cNvSpPr/>
                <p:nvPr/>
              </p:nvSpPr>
              <p:spPr>
                <a:xfrm>
                  <a:off x="10812463" y="1529246"/>
                  <a:ext cx="19050" cy="1231"/>
                </a:xfrm>
                <a:custGeom>
                  <a:rect b="b" l="l" r="r" t="t"/>
                  <a:pathLst>
                    <a:path extrusionOk="0" h="1" w="2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12" name="Google Shape;1112;p26"/>
                <p:cNvSpPr/>
                <p:nvPr/>
              </p:nvSpPr>
              <p:spPr>
                <a:xfrm>
                  <a:off x="10896600" y="1545248"/>
                  <a:ext cx="7937" cy="2462"/>
                </a:xfrm>
                <a:custGeom>
                  <a:rect b="b" l="l" r="r" t="t"/>
                  <a:pathLst>
                    <a:path extrusionOk="0" h="3" w="8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13" name="Google Shape;1113;p26"/>
                <p:cNvSpPr/>
                <p:nvPr/>
              </p:nvSpPr>
              <p:spPr>
                <a:xfrm>
                  <a:off x="9947275" y="1553865"/>
                  <a:ext cx="4762" cy="1231"/>
                </a:xfrm>
                <a:custGeom>
                  <a:rect b="b" l="l" r="r" t="t"/>
                  <a:pathLst>
                    <a:path extrusionOk="0" h="1" w="5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14" name="Google Shape;1114;p26"/>
                <p:cNvSpPr/>
                <p:nvPr/>
              </p:nvSpPr>
              <p:spPr>
                <a:xfrm>
                  <a:off x="10817225" y="1531708"/>
                  <a:ext cx="23812" cy="0"/>
                </a:xfrm>
                <a:custGeom>
                  <a:rect b="b" l="l" r="r" t="t"/>
                  <a:pathLst>
                    <a:path extrusionOk="0" h="1" w="25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15" name="Google Shape;1115;p26"/>
                <p:cNvSpPr/>
                <p:nvPr/>
              </p:nvSpPr>
              <p:spPr>
                <a:xfrm>
                  <a:off x="10836275" y="1529246"/>
                  <a:ext cx="19050" cy="1231"/>
                </a:xfrm>
                <a:custGeom>
                  <a:rect b="b" l="l" r="r" t="t"/>
                  <a:pathLst>
                    <a:path extrusionOk="0" h="1" w="20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16" name="Google Shape;1116;p26"/>
                <p:cNvSpPr/>
                <p:nvPr/>
              </p:nvSpPr>
              <p:spPr>
                <a:xfrm>
                  <a:off x="10787063" y="1530477"/>
                  <a:ext cx="30162" cy="1231"/>
                </a:xfrm>
                <a:custGeom>
                  <a:rect b="b" l="l" r="r" t="t"/>
                  <a:pathLst>
                    <a:path extrusionOk="0" h="1" w="3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17" name="Google Shape;1117;p26"/>
                <p:cNvSpPr/>
                <p:nvPr/>
              </p:nvSpPr>
              <p:spPr>
                <a:xfrm>
                  <a:off x="4092575" y="1552634"/>
                  <a:ext cx="20637" cy="2462"/>
                </a:xfrm>
                <a:custGeom>
                  <a:rect b="b" l="l" r="r" t="t"/>
                  <a:pathLst>
                    <a:path extrusionOk="0" h="2" w="23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18" name="Google Shape;1118;p26"/>
                <p:cNvSpPr/>
                <p:nvPr/>
              </p:nvSpPr>
              <p:spPr>
                <a:xfrm>
                  <a:off x="8528050" y="1567405"/>
                  <a:ext cx="3175" cy="1231"/>
                </a:xfrm>
                <a:custGeom>
                  <a:rect b="b" l="l" r="r" t="t"/>
                  <a:pathLst>
                    <a:path extrusionOk="0" h="1" w="3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19" name="Google Shape;1119;p26"/>
                <p:cNvSpPr/>
                <p:nvPr/>
              </p:nvSpPr>
              <p:spPr>
                <a:xfrm>
                  <a:off x="8461375" y="1556326"/>
                  <a:ext cx="66675" cy="14771"/>
                </a:xfrm>
                <a:custGeom>
                  <a:rect b="b" l="l" r="r" t="t"/>
                  <a:pathLst>
                    <a:path extrusionOk="0" h="17" w="69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20" name="Google Shape;1120;p26"/>
                <p:cNvSpPr/>
                <p:nvPr/>
              </p:nvSpPr>
              <p:spPr>
                <a:xfrm>
                  <a:off x="1562100" y="1514475"/>
                  <a:ext cx="9563100" cy="64008"/>
                </a:xfrm>
                <a:custGeom>
                  <a:rect b="b" l="l" r="r" t="t"/>
                  <a:pathLst>
                    <a:path extrusionOk="0" h="75" w="10030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21" name="Google Shape;1121;p26"/>
                <p:cNvSpPr/>
                <p:nvPr/>
              </p:nvSpPr>
              <p:spPr>
                <a:xfrm>
                  <a:off x="7508875" y="1560020"/>
                  <a:ext cx="11112" cy="3693"/>
                </a:xfrm>
                <a:custGeom>
                  <a:rect b="b" l="l" r="r" t="t"/>
                  <a:pathLst>
                    <a:path extrusionOk="0" h="3" w="12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22" name="Google Shape;1122;p26"/>
                <p:cNvSpPr/>
                <p:nvPr/>
              </p:nvSpPr>
              <p:spPr>
                <a:xfrm>
                  <a:off x="5434013" y="1567405"/>
                  <a:ext cx="4762" cy="1231"/>
                </a:xfrm>
                <a:custGeom>
                  <a:rect b="b" l="l" r="r" t="t"/>
                  <a:pathLst>
                    <a:path extrusionOk="0" h="1" w="5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23" name="Google Shape;1123;p26"/>
                <p:cNvSpPr/>
                <p:nvPr/>
              </p:nvSpPr>
              <p:spPr>
                <a:xfrm>
                  <a:off x="9672638" y="1567405"/>
                  <a:ext cx="25400" cy="2462"/>
                </a:xfrm>
                <a:custGeom>
                  <a:rect b="b" l="l" r="r" t="t"/>
                  <a:pathLst>
                    <a:path extrusionOk="0" h="3" w="27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24" name="Google Shape;1124;p26"/>
                <p:cNvSpPr/>
                <p:nvPr/>
              </p:nvSpPr>
              <p:spPr>
                <a:xfrm>
                  <a:off x="10966450" y="1529246"/>
                  <a:ext cx="39687" cy="2462"/>
                </a:xfrm>
                <a:custGeom>
                  <a:rect b="b" l="l" r="r" t="t"/>
                  <a:pathLst>
                    <a:path extrusionOk="0" h="3" w="42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25" name="Google Shape;1125;p26"/>
                <p:cNvSpPr/>
                <p:nvPr/>
              </p:nvSpPr>
              <p:spPr>
                <a:xfrm>
                  <a:off x="11329988" y="1552634"/>
                  <a:ext cx="44450" cy="2462"/>
                </a:xfrm>
                <a:custGeom>
                  <a:rect b="b" l="l" r="r" t="t"/>
                  <a:pathLst>
                    <a:path extrusionOk="0" h="3" w="46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26" name="Google Shape;1126;p26"/>
                <p:cNvSpPr/>
                <p:nvPr/>
              </p:nvSpPr>
              <p:spPr>
                <a:xfrm>
                  <a:off x="11042650" y="1540325"/>
                  <a:ext cx="60325" cy="6155"/>
                </a:xfrm>
                <a:custGeom>
                  <a:rect b="b" l="l" r="r" t="t"/>
                  <a:pathLst>
                    <a:path extrusionOk="0" h="7" w="6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27" name="Google Shape;1127;p26"/>
                <p:cNvSpPr/>
                <p:nvPr/>
              </p:nvSpPr>
              <p:spPr>
                <a:xfrm>
                  <a:off x="11106150" y="1542787"/>
                  <a:ext cx="28575" cy="1231"/>
                </a:xfrm>
                <a:custGeom>
                  <a:rect b="b" l="l" r="r" t="t"/>
                  <a:pathLst>
                    <a:path extrusionOk="0" h="2" w="31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28" name="Google Shape;1128;p26"/>
                <p:cNvSpPr/>
                <p:nvPr/>
              </p:nvSpPr>
              <p:spPr>
                <a:xfrm>
                  <a:off x="10679113" y="1525554"/>
                  <a:ext cx="103187" cy="9847"/>
                </a:xfrm>
                <a:custGeom>
                  <a:rect b="b" l="l" r="r" t="t"/>
                  <a:pathLst>
                    <a:path extrusionOk="0" h="12" w="109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29" name="Google Shape;1129;p26"/>
                <p:cNvSpPr/>
                <p:nvPr/>
              </p:nvSpPr>
              <p:spPr>
                <a:xfrm>
                  <a:off x="11039475" y="1550172"/>
                  <a:ext cx="26987" cy="4924"/>
                </a:xfrm>
                <a:custGeom>
                  <a:rect b="b" l="l" r="r" t="t"/>
                  <a:pathLst>
                    <a:path extrusionOk="0" h="5" w="27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30" name="Google Shape;1130;p26"/>
                <p:cNvSpPr/>
                <p:nvPr/>
              </p:nvSpPr>
              <p:spPr>
                <a:xfrm>
                  <a:off x="10841038" y="1548941"/>
                  <a:ext cx="58737" cy="2462"/>
                </a:xfrm>
                <a:custGeom>
                  <a:rect b="b" l="l" r="r" t="t"/>
                  <a:pathLst>
                    <a:path extrusionOk="0" h="3" w="61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31" name="Google Shape;1131;p26"/>
                <p:cNvSpPr/>
                <p:nvPr/>
              </p:nvSpPr>
              <p:spPr>
                <a:xfrm>
                  <a:off x="10899775" y="1550172"/>
                  <a:ext cx="36512" cy="1231"/>
                </a:xfrm>
                <a:custGeom>
                  <a:rect b="b" l="l" r="r" t="t"/>
                  <a:pathLst>
                    <a:path extrusionOk="0" h="1" w="38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32" name="Google Shape;1132;p26"/>
                <p:cNvSpPr/>
                <p:nvPr/>
              </p:nvSpPr>
              <p:spPr>
                <a:xfrm>
                  <a:off x="10958513" y="1555096"/>
                  <a:ext cx="46037" cy="0"/>
                </a:xfrm>
                <a:custGeom>
                  <a:rect b="b" l="l" r="r" t="t"/>
                  <a:pathLst>
                    <a:path extrusionOk="0" h="1" w="47">
                      <a:moveTo>
                        <a:pt x="47" y="0"/>
                      </a:moveTo>
                      <a:lnTo>
                        <a:pt x="47" y="0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33" name="Google Shape;1133;p26"/>
                <p:cNvSpPr/>
                <p:nvPr/>
              </p:nvSpPr>
              <p:spPr>
                <a:xfrm>
                  <a:off x="10304463" y="1548941"/>
                  <a:ext cx="61912" cy="3693"/>
                </a:xfrm>
                <a:custGeom>
                  <a:rect b="b" l="l" r="r" t="t"/>
                  <a:pathLst>
                    <a:path extrusionOk="0" h="4" w="65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34" name="Google Shape;1134;p26"/>
                <p:cNvSpPr/>
                <p:nvPr/>
              </p:nvSpPr>
              <p:spPr>
                <a:xfrm>
                  <a:off x="10483850" y="1557558"/>
                  <a:ext cx="23812" cy="6155"/>
                </a:xfrm>
                <a:custGeom>
                  <a:rect b="b" l="l" r="r" t="t"/>
                  <a:pathLst>
                    <a:path extrusionOk="0" h="7" w="25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35" name="Google Shape;1135;p26"/>
                <p:cNvSpPr/>
                <p:nvPr/>
              </p:nvSpPr>
              <p:spPr>
                <a:xfrm>
                  <a:off x="10291763" y="1563712"/>
                  <a:ext cx="117475" cy="2462"/>
                </a:xfrm>
                <a:custGeom>
                  <a:rect b="b" l="l" r="r" t="t"/>
                  <a:pathLst>
                    <a:path extrusionOk="0" h="4" w="123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36" name="Google Shape;1136;p26"/>
                <p:cNvSpPr/>
                <p:nvPr/>
              </p:nvSpPr>
              <p:spPr>
                <a:xfrm>
                  <a:off x="9621838" y="1546479"/>
                  <a:ext cx="11112" cy="8617"/>
                </a:xfrm>
                <a:custGeom>
                  <a:rect b="b" l="l" r="r" t="t"/>
                  <a:pathLst>
                    <a:path extrusionOk="0" h="10" w="13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37" name="Google Shape;1137;p26"/>
                <p:cNvSpPr/>
                <p:nvPr/>
              </p:nvSpPr>
              <p:spPr>
                <a:xfrm>
                  <a:off x="8951913" y="1568636"/>
                  <a:ext cx="96837" cy="8617"/>
                </a:xfrm>
                <a:custGeom>
                  <a:rect b="b" l="l" r="r" t="t"/>
                  <a:pathLst>
                    <a:path extrusionOk="0" h="10" w="101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38" name="Google Shape;1138;p26"/>
                <p:cNvSpPr/>
                <p:nvPr/>
              </p:nvSpPr>
              <p:spPr>
                <a:xfrm>
                  <a:off x="9005888" y="1566174"/>
                  <a:ext cx="17462" cy="2462"/>
                </a:xfrm>
                <a:custGeom>
                  <a:rect b="b" l="l" r="r" t="t"/>
                  <a:pathLst>
                    <a:path extrusionOk="0" h="2" w="19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39" name="Google Shape;1139;p26"/>
                <p:cNvSpPr/>
                <p:nvPr/>
              </p:nvSpPr>
              <p:spPr>
                <a:xfrm>
                  <a:off x="1587500" y="1516937"/>
                  <a:ext cx="38100" cy="3693"/>
                </a:xfrm>
                <a:custGeom>
                  <a:rect b="b" l="l" r="r" t="t"/>
                  <a:pathLst>
                    <a:path extrusionOk="0" h="4" w="39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40" name="Google Shape;1140;p26"/>
                <p:cNvSpPr/>
                <p:nvPr/>
              </p:nvSpPr>
              <p:spPr>
                <a:xfrm>
                  <a:off x="1522413" y="1519399"/>
                  <a:ext cx="30162" cy="4924"/>
                </a:xfrm>
                <a:custGeom>
                  <a:rect b="b" l="l" r="r" t="t"/>
                  <a:pathLst>
                    <a:path extrusionOk="0" h="6" w="32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41" name="Google Shape;1141;p26"/>
                <p:cNvSpPr/>
                <p:nvPr/>
              </p:nvSpPr>
              <p:spPr>
                <a:xfrm>
                  <a:off x="6650038" y="1573559"/>
                  <a:ext cx="33337" cy="3693"/>
                </a:xfrm>
                <a:custGeom>
                  <a:rect b="b" l="l" r="r" t="t"/>
                  <a:pathLst>
                    <a:path extrusionOk="0" h="4" w="3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42" name="Google Shape;1142;p26"/>
                <p:cNvSpPr/>
                <p:nvPr/>
              </p:nvSpPr>
              <p:spPr>
                <a:xfrm>
                  <a:off x="6162675" y="1566174"/>
                  <a:ext cx="15875" cy="4924"/>
                </a:xfrm>
                <a:custGeom>
                  <a:rect b="b" l="l" r="r" t="t"/>
                  <a:pathLst>
                    <a:path extrusionOk="0" h="6" w="17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43" name="Google Shape;1143;p26"/>
                <p:cNvSpPr/>
                <p:nvPr/>
              </p:nvSpPr>
              <p:spPr>
                <a:xfrm>
                  <a:off x="5738813" y="1571097"/>
                  <a:ext cx="60325" cy="6155"/>
                </a:xfrm>
                <a:custGeom>
                  <a:rect b="b" l="l" r="r" t="t"/>
                  <a:pathLst>
                    <a:path extrusionOk="0" h="8" w="63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grpSp>
            <p:nvGrpSpPr>
              <p:cNvPr id="1144" name="Google Shape;1144;p26"/>
              <p:cNvGrpSpPr/>
              <p:nvPr/>
            </p:nvGrpSpPr>
            <p:grpSpPr>
              <a:xfrm flipH="1" rot="-5400000">
                <a:off x="6492229" y="2755658"/>
                <a:ext cx="4114800" cy="36576"/>
                <a:chOff x="1522413" y="1514475"/>
                <a:chExt cx="10569575" cy="64008"/>
              </a:xfrm>
            </p:grpSpPr>
            <p:sp>
              <p:nvSpPr>
                <p:cNvPr id="1145" name="Google Shape;1145;p26"/>
                <p:cNvSpPr/>
                <p:nvPr/>
              </p:nvSpPr>
              <p:spPr>
                <a:xfrm>
                  <a:off x="12028488" y="1525554"/>
                  <a:ext cx="63500" cy="4924"/>
                </a:xfrm>
                <a:custGeom>
                  <a:rect b="b" l="l" r="r" t="t"/>
                  <a:pathLst>
                    <a:path extrusionOk="0" h="6" w="67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46" name="Google Shape;1146;p26"/>
                <p:cNvSpPr/>
                <p:nvPr/>
              </p:nvSpPr>
              <p:spPr>
                <a:xfrm>
                  <a:off x="12022138" y="1532939"/>
                  <a:ext cx="19050" cy="1231"/>
                </a:xfrm>
                <a:custGeom>
                  <a:rect b="b" l="l" r="r" t="t"/>
                  <a:pathLst>
                    <a:path extrusionOk="0" h="2" w="2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47" name="Google Shape;1147;p26"/>
                <p:cNvSpPr/>
                <p:nvPr/>
              </p:nvSpPr>
              <p:spPr>
                <a:xfrm>
                  <a:off x="12041188" y="1531708"/>
                  <a:ext cx="39687" cy="6155"/>
                </a:xfrm>
                <a:custGeom>
                  <a:rect b="b" l="l" r="r" t="t"/>
                  <a:pathLst>
                    <a:path extrusionOk="0" h="6" w="41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48" name="Google Shape;1148;p26"/>
                <p:cNvSpPr/>
                <p:nvPr/>
              </p:nvSpPr>
              <p:spPr>
                <a:xfrm>
                  <a:off x="11831638" y="1526784"/>
                  <a:ext cx="42862" cy="4924"/>
                </a:xfrm>
                <a:custGeom>
                  <a:rect b="b" l="l" r="r" t="t"/>
                  <a:pathLst>
                    <a:path extrusionOk="0" h="6" w="45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49" name="Google Shape;1149;p26"/>
                <p:cNvSpPr/>
                <p:nvPr/>
              </p:nvSpPr>
              <p:spPr>
                <a:xfrm>
                  <a:off x="11809413" y="1531708"/>
                  <a:ext cx="41275" cy="2462"/>
                </a:xfrm>
                <a:custGeom>
                  <a:rect b="b" l="l" r="r" t="t"/>
                  <a:pathLst>
                    <a:path extrusionOk="0" h="3" w="44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50" name="Google Shape;1150;p26"/>
                <p:cNvSpPr/>
                <p:nvPr/>
              </p:nvSpPr>
              <p:spPr>
                <a:xfrm>
                  <a:off x="12003088" y="1537863"/>
                  <a:ext cx="77787" cy="3693"/>
                </a:xfrm>
                <a:custGeom>
                  <a:rect b="b" l="l" r="r" t="t"/>
                  <a:pathLst>
                    <a:path extrusionOk="0" h="5" w="82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51" name="Google Shape;1151;p26"/>
                <p:cNvSpPr/>
                <p:nvPr/>
              </p:nvSpPr>
              <p:spPr>
                <a:xfrm>
                  <a:off x="11664950" y="1523092"/>
                  <a:ext cx="39687" cy="4924"/>
                </a:xfrm>
                <a:custGeom>
                  <a:rect b="b" l="l" r="r" t="t"/>
                  <a:pathLst>
                    <a:path extrusionOk="0" h="5" w="42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52" name="Google Shape;1152;p26"/>
                <p:cNvSpPr/>
                <p:nvPr/>
              </p:nvSpPr>
              <p:spPr>
                <a:xfrm>
                  <a:off x="11506200" y="1521861"/>
                  <a:ext cx="92075" cy="4924"/>
                </a:xfrm>
                <a:custGeom>
                  <a:rect b="b" l="l" r="r" t="t"/>
                  <a:pathLst>
                    <a:path extrusionOk="0" h="6" w="98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53" name="Google Shape;1153;p26"/>
                <p:cNvSpPr/>
                <p:nvPr/>
              </p:nvSpPr>
              <p:spPr>
                <a:xfrm>
                  <a:off x="11471275" y="1525554"/>
                  <a:ext cx="34925" cy="3693"/>
                </a:xfrm>
                <a:custGeom>
                  <a:rect b="b" l="l" r="r" t="t"/>
                  <a:pathLst>
                    <a:path extrusionOk="0" h="3" w="36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54" name="Google Shape;1154;p26"/>
                <p:cNvSpPr/>
                <p:nvPr/>
              </p:nvSpPr>
              <p:spPr>
                <a:xfrm>
                  <a:off x="11710988" y="1529246"/>
                  <a:ext cx="30162" cy="4924"/>
                </a:xfrm>
                <a:custGeom>
                  <a:rect b="b" l="l" r="r" t="t"/>
                  <a:pathLst>
                    <a:path extrusionOk="0" h="5" w="32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55" name="Google Shape;1155;p26"/>
                <p:cNvSpPr/>
                <p:nvPr/>
              </p:nvSpPr>
              <p:spPr>
                <a:xfrm>
                  <a:off x="11691938" y="1532939"/>
                  <a:ext cx="34925" cy="1231"/>
                </a:xfrm>
                <a:custGeom>
                  <a:rect b="b" l="l" r="r" t="t"/>
                  <a:pathLst>
                    <a:path extrusionOk="0" h="1" w="36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56" name="Google Shape;1156;p26"/>
                <p:cNvSpPr/>
                <p:nvPr/>
              </p:nvSpPr>
              <p:spPr>
                <a:xfrm>
                  <a:off x="11741150" y="1534170"/>
                  <a:ext cx="4762" cy="0"/>
                </a:xfrm>
                <a:custGeom>
                  <a:rect b="b" l="l" r="r" t="t"/>
                  <a:pathLst>
                    <a:path extrusionOk="0" h="120000"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57" name="Google Shape;1157;p26"/>
                <p:cNvSpPr/>
                <p:nvPr/>
              </p:nvSpPr>
              <p:spPr>
                <a:xfrm>
                  <a:off x="11841163" y="1537863"/>
                  <a:ext cx="71437" cy="8617"/>
                </a:xfrm>
                <a:custGeom>
                  <a:rect b="b" l="l" r="r" t="t"/>
                  <a:pathLst>
                    <a:path extrusionOk="0" h="9" w="75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58" name="Google Shape;1158;p26"/>
                <p:cNvSpPr/>
                <p:nvPr/>
              </p:nvSpPr>
              <p:spPr>
                <a:xfrm>
                  <a:off x="11764963" y="1535401"/>
                  <a:ext cx="44450" cy="3693"/>
                </a:xfrm>
                <a:custGeom>
                  <a:rect b="b" l="l" r="r" t="t"/>
                  <a:pathLst>
                    <a:path extrusionOk="0" h="4" w="47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59" name="Google Shape;1159;p26"/>
                <p:cNvSpPr/>
                <p:nvPr/>
              </p:nvSpPr>
              <p:spPr>
                <a:xfrm>
                  <a:off x="11744325" y="1537863"/>
                  <a:ext cx="20637" cy="2462"/>
                </a:xfrm>
                <a:custGeom>
                  <a:rect b="b" l="l" r="r" t="t"/>
                  <a:pathLst>
                    <a:path extrusionOk="0" h="2" w="2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60" name="Google Shape;1160;p26"/>
                <p:cNvSpPr/>
                <p:nvPr/>
              </p:nvSpPr>
              <p:spPr>
                <a:xfrm>
                  <a:off x="11482388" y="1531708"/>
                  <a:ext cx="85725" cy="3693"/>
                </a:xfrm>
                <a:custGeom>
                  <a:rect b="b" l="l" r="r" t="t"/>
                  <a:pathLst>
                    <a:path extrusionOk="0" h="4" w="90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61" name="Google Shape;1161;p26"/>
                <p:cNvSpPr/>
                <p:nvPr/>
              </p:nvSpPr>
              <p:spPr>
                <a:xfrm>
                  <a:off x="11626850" y="1532939"/>
                  <a:ext cx="4762" cy="1231"/>
                </a:xfrm>
                <a:custGeom>
                  <a:rect b="b" l="l" r="r" t="t"/>
                  <a:pathLst>
                    <a:path extrusionOk="0" h="1"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62" name="Google Shape;1162;p26"/>
                <p:cNvSpPr/>
                <p:nvPr/>
              </p:nvSpPr>
              <p:spPr>
                <a:xfrm>
                  <a:off x="11261725" y="1534170"/>
                  <a:ext cx="4762" cy="0"/>
                </a:xfrm>
                <a:custGeom>
                  <a:rect b="b" l="l" r="r" t="t"/>
                  <a:pathLst>
                    <a:path extrusionOk="0" h="1" w="5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0"/>
                      </a:lnTo>
                      <a:cubicBezTo>
                        <a:pt x="4" y="0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63" name="Google Shape;1163;p26"/>
                <p:cNvSpPr/>
                <p:nvPr/>
              </p:nvSpPr>
              <p:spPr>
                <a:xfrm>
                  <a:off x="11553825" y="1534170"/>
                  <a:ext cx="44450" cy="2462"/>
                </a:xfrm>
                <a:custGeom>
                  <a:rect b="b" l="l" r="r" t="t"/>
                  <a:pathLst>
                    <a:path extrusionOk="0" h="2" w="47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64" name="Google Shape;1164;p26"/>
                <p:cNvSpPr/>
                <p:nvPr/>
              </p:nvSpPr>
              <p:spPr>
                <a:xfrm>
                  <a:off x="11409363" y="1529246"/>
                  <a:ext cx="31750" cy="2462"/>
                </a:xfrm>
                <a:custGeom>
                  <a:rect b="b" l="l" r="r" t="t"/>
                  <a:pathLst>
                    <a:path extrusionOk="0" h="3" w="3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65" name="Google Shape;1165;p26"/>
                <p:cNvSpPr/>
                <p:nvPr/>
              </p:nvSpPr>
              <p:spPr>
                <a:xfrm>
                  <a:off x="11618913" y="1531708"/>
                  <a:ext cx="6350" cy="0"/>
                </a:xfrm>
                <a:custGeom>
                  <a:rect b="b" l="l" r="r" t="t"/>
                  <a:pathLst>
                    <a:path extrusionOk="0" h="1" w="6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6" y="0"/>
                      </a:lnTo>
                      <a:cubicBezTo>
                        <a:pt x="0" y="0"/>
                        <a:pt x="0" y="0"/>
                        <a:pt x="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66" name="Google Shape;1166;p26"/>
                <p:cNvSpPr/>
                <p:nvPr/>
              </p:nvSpPr>
              <p:spPr>
                <a:xfrm>
                  <a:off x="11598275" y="1531708"/>
                  <a:ext cx="28575" cy="2462"/>
                </a:xfrm>
                <a:custGeom>
                  <a:rect b="b" l="l" r="r" t="t"/>
                  <a:pathLst>
                    <a:path extrusionOk="0" h="3" w="31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67" name="Google Shape;1167;p26"/>
                <p:cNvSpPr/>
                <p:nvPr/>
              </p:nvSpPr>
              <p:spPr>
                <a:xfrm>
                  <a:off x="11137900" y="1534170"/>
                  <a:ext cx="188912" cy="23388"/>
                </a:xfrm>
                <a:custGeom>
                  <a:rect b="b" l="l" r="r" t="t"/>
                  <a:pathLst>
                    <a:path extrusionOk="0" h="27" w="198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68" name="Google Shape;1168;p26"/>
                <p:cNvSpPr/>
                <p:nvPr/>
              </p:nvSpPr>
              <p:spPr>
                <a:xfrm>
                  <a:off x="11266488" y="1529246"/>
                  <a:ext cx="95250" cy="4924"/>
                </a:xfrm>
                <a:custGeom>
                  <a:rect b="b" l="l" r="r" t="t"/>
                  <a:pathLst>
                    <a:path extrusionOk="0" h="6" w="100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69" name="Google Shape;1169;p26"/>
                <p:cNvSpPr/>
                <p:nvPr/>
              </p:nvSpPr>
              <p:spPr>
                <a:xfrm>
                  <a:off x="11361738" y="1531708"/>
                  <a:ext cx="134937" cy="12309"/>
                </a:xfrm>
                <a:custGeom>
                  <a:rect b="b" l="l" r="r" t="t"/>
                  <a:pathLst>
                    <a:path extrusionOk="0" h="14" w="142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70" name="Google Shape;1170;p26"/>
                <p:cNvSpPr/>
                <p:nvPr/>
              </p:nvSpPr>
              <p:spPr>
                <a:xfrm>
                  <a:off x="11834813" y="1552634"/>
                  <a:ext cx="9525" cy="1231"/>
                </a:xfrm>
                <a:custGeom>
                  <a:rect b="b" l="l" r="r" t="t"/>
                  <a:pathLst>
                    <a:path extrusionOk="0" h="1" w="1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71" name="Google Shape;1171;p26"/>
                <p:cNvSpPr/>
                <p:nvPr/>
              </p:nvSpPr>
              <p:spPr>
                <a:xfrm>
                  <a:off x="11764963" y="1542787"/>
                  <a:ext cx="117475" cy="9847"/>
                </a:xfrm>
                <a:custGeom>
                  <a:rect b="b" l="l" r="r" t="t"/>
                  <a:pathLst>
                    <a:path extrusionOk="0" h="12" w="12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72" name="Google Shape;1172;p26"/>
                <p:cNvSpPr/>
                <p:nvPr/>
              </p:nvSpPr>
              <p:spPr>
                <a:xfrm>
                  <a:off x="11555413" y="1544017"/>
                  <a:ext cx="69850" cy="4924"/>
                </a:xfrm>
                <a:custGeom>
                  <a:rect b="b" l="l" r="r" t="t"/>
                  <a:pathLst>
                    <a:path extrusionOk="0" h="6" w="74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73" name="Google Shape;1173;p26"/>
                <p:cNvSpPr/>
                <p:nvPr/>
              </p:nvSpPr>
              <p:spPr>
                <a:xfrm>
                  <a:off x="11223625" y="1528016"/>
                  <a:ext cx="38100" cy="6155"/>
                </a:xfrm>
                <a:custGeom>
                  <a:rect b="b" l="l" r="r" t="t"/>
                  <a:pathLst>
                    <a:path extrusionOk="0" h="7" w="40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74" name="Google Shape;1174;p26"/>
                <p:cNvSpPr/>
                <p:nvPr/>
              </p:nvSpPr>
              <p:spPr>
                <a:xfrm>
                  <a:off x="11145838" y="1529246"/>
                  <a:ext cx="22225" cy="2462"/>
                </a:xfrm>
                <a:custGeom>
                  <a:rect b="b" l="l" r="r" t="t"/>
                  <a:pathLst>
                    <a:path extrusionOk="0" h="4" w="2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75" name="Google Shape;1175;p26"/>
                <p:cNvSpPr/>
                <p:nvPr/>
              </p:nvSpPr>
              <p:spPr>
                <a:xfrm>
                  <a:off x="6197600" y="1566174"/>
                  <a:ext cx="20637" cy="1231"/>
                </a:xfrm>
                <a:custGeom>
                  <a:rect b="b" l="l" r="r" t="t"/>
                  <a:pathLst>
                    <a:path extrusionOk="0" h="1" w="2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76" name="Google Shape;1176;p26"/>
                <p:cNvSpPr/>
                <p:nvPr/>
              </p:nvSpPr>
              <p:spPr>
                <a:xfrm>
                  <a:off x="6356350" y="1564943"/>
                  <a:ext cx="9525" cy="1231"/>
                </a:xfrm>
                <a:custGeom>
                  <a:rect b="b" l="l" r="r" t="t"/>
                  <a:pathLst>
                    <a:path extrusionOk="0" h="2" w="10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77" name="Google Shape;1177;p26"/>
                <p:cNvSpPr/>
                <p:nvPr/>
              </p:nvSpPr>
              <p:spPr>
                <a:xfrm>
                  <a:off x="8950325" y="1521861"/>
                  <a:ext cx="61912" cy="7386"/>
                </a:xfrm>
                <a:custGeom>
                  <a:rect b="b" l="l" r="r" t="t"/>
                  <a:pathLst>
                    <a:path extrusionOk="0" h="9" w="65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78" name="Google Shape;1178;p26"/>
                <p:cNvSpPr/>
                <p:nvPr/>
              </p:nvSpPr>
              <p:spPr>
                <a:xfrm>
                  <a:off x="7537450" y="1546479"/>
                  <a:ext cx="28575" cy="3693"/>
                </a:xfrm>
                <a:custGeom>
                  <a:rect b="b" l="l" r="r" t="t"/>
                  <a:pathLst>
                    <a:path extrusionOk="0" h="4" w="29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79" name="Google Shape;1179;p26"/>
                <p:cNvSpPr/>
                <p:nvPr/>
              </p:nvSpPr>
              <p:spPr>
                <a:xfrm>
                  <a:off x="7478713" y="1562481"/>
                  <a:ext cx="38100" cy="2462"/>
                </a:xfrm>
                <a:custGeom>
                  <a:rect b="b" l="l" r="r" t="t"/>
                  <a:pathLst>
                    <a:path extrusionOk="0" h="3" w="40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80" name="Google Shape;1180;p26"/>
                <p:cNvSpPr/>
                <p:nvPr/>
              </p:nvSpPr>
              <p:spPr>
                <a:xfrm>
                  <a:off x="5410200" y="1568636"/>
                  <a:ext cx="36512" cy="3693"/>
                </a:xfrm>
                <a:custGeom>
                  <a:rect b="b" l="l" r="r" t="t"/>
                  <a:pathLst>
                    <a:path extrusionOk="0" h="5" w="38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81" name="Google Shape;1181;p26"/>
                <p:cNvSpPr/>
                <p:nvPr/>
              </p:nvSpPr>
              <p:spPr>
                <a:xfrm>
                  <a:off x="10206038" y="1530477"/>
                  <a:ext cx="61912" cy="4924"/>
                </a:xfrm>
                <a:custGeom>
                  <a:rect b="b" l="l" r="r" t="t"/>
                  <a:pathLst>
                    <a:path extrusionOk="0" h="6" w="65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82" name="Google Shape;1182;p26"/>
                <p:cNvSpPr/>
                <p:nvPr/>
              </p:nvSpPr>
              <p:spPr>
                <a:xfrm>
                  <a:off x="6257925" y="1525554"/>
                  <a:ext cx="19050" cy="2462"/>
                </a:xfrm>
                <a:custGeom>
                  <a:rect b="b" l="l" r="r" t="t"/>
                  <a:pathLst>
                    <a:path extrusionOk="0" h="2" w="21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83" name="Google Shape;1183;p26"/>
                <p:cNvSpPr/>
                <p:nvPr/>
              </p:nvSpPr>
              <p:spPr>
                <a:xfrm>
                  <a:off x="10134600" y="1528016"/>
                  <a:ext cx="71437" cy="3693"/>
                </a:xfrm>
                <a:custGeom>
                  <a:rect b="b" l="l" r="r" t="t"/>
                  <a:pathLst>
                    <a:path extrusionOk="0" h="4" w="75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84" name="Google Shape;1184;p26"/>
                <p:cNvSpPr/>
                <p:nvPr/>
              </p:nvSpPr>
              <p:spPr>
                <a:xfrm>
                  <a:off x="2582863" y="1560020"/>
                  <a:ext cx="7937" cy="1231"/>
                </a:xfrm>
                <a:custGeom>
                  <a:rect b="b" l="l" r="r" t="t"/>
                  <a:pathLst>
                    <a:path extrusionOk="0" h="1" w="8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85" name="Google Shape;1185;p26"/>
                <p:cNvSpPr/>
                <p:nvPr/>
              </p:nvSpPr>
              <p:spPr>
                <a:xfrm>
                  <a:off x="1762125" y="1521861"/>
                  <a:ext cx="34925" cy="1231"/>
                </a:xfrm>
                <a:custGeom>
                  <a:rect b="b" l="l" r="r" t="t"/>
                  <a:pathLst>
                    <a:path extrusionOk="0" h="1" w="36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86" name="Google Shape;1186;p26"/>
                <p:cNvSpPr/>
                <p:nvPr/>
              </p:nvSpPr>
              <p:spPr>
                <a:xfrm>
                  <a:off x="10812463" y="1529246"/>
                  <a:ext cx="19050" cy="1231"/>
                </a:xfrm>
                <a:custGeom>
                  <a:rect b="b" l="l" r="r" t="t"/>
                  <a:pathLst>
                    <a:path extrusionOk="0" h="1" w="2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87" name="Google Shape;1187;p26"/>
                <p:cNvSpPr/>
                <p:nvPr/>
              </p:nvSpPr>
              <p:spPr>
                <a:xfrm>
                  <a:off x="10896600" y="1545248"/>
                  <a:ext cx="7937" cy="2462"/>
                </a:xfrm>
                <a:custGeom>
                  <a:rect b="b" l="l" r="r" t="t"/>
                  <a:pathLst>
                    <a:path extrusionOk="0" h="3" w="8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88" name="Google Shape;1188;p26"/>
                <p:cNvSpPr/>
                <p:nvPr/>
              </p:nvSpPr>
              <p:spPr>
                <a:xfrm>
                  <a:off x="9947275" y="1553865"/>
                  <a:ext cx="4762" cy="1231"/>
                </a:xfrm>
                <a:custGeom>
                  <a:rect b="b" l="l" r="r" t="t"/>
                  <a:pathLst>
                    <a:path extrusionOk="0" h="1" w="5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89" name="Google Shape;1189;p26"/>
                <p:cNvSpPr/>
                <p:nvPr/>
              </p:nvSpPr>
              <p:spPr>
                <a:xfrm>
                  <a:off x="10817225" y="1531708"/>
                  <a:ext cx="23812" cy="0"/>
                </a:xfrm>
                <a:custGeom>
                  <a:rect b="b" l="l" r="r" t="t"/>
                  <a:pathLst>
                    <a:path extrusionOk="0" h="1" w="25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90" name="Google Shape;1190;p26"/>
                <p:cNvSpPr/>
                <p:nvPr/>
              </p:nvSpPr>
              <p:spPr>
                <a:xfrm>
                  <a:off x="10836275" y="1529246"/>
                  <a:ext cx="19050" cy="1231"/>
                </a:xfrm>
                <a:custGeom>
                  <a:rect b="b" l="l" r="r" t="t"/>
                  <a:pathLst>
                    <a:path extrusionOk="0" h="1" w="20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91" name="Google Shape;1191;p26"/>
                <p:cNvSpPr/>
                <p:nvPr/>
              </p:nvSpPr>
              <p:spPr>
                <a:xfrm>
                  <a:off x="10787063" y="1530477"/>
                  <a:ext cx="30162" cy="1231"/>
                </a:xfrm>
                <a:custGeom>
                  <a:rect b="b" l="l" r="r" t="t"/>
                  <a:pathLst>
                    <a:path extrusionOk="0" h="1" w="3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92" name="Google Shape;1192;p26"/>
                <p:cNvSpPr/>
                <p:nvPr/>
              </p:nvSpPr>
              <p:spPr>
                <a:xfrm>
                  <a:off x="4092575" y="1552634"/>
                  <a:ext cx="20637" cy="2462"/>
                </a:xfrm>
                <a:custGeom>
                  <a:rect b="b" l="l" r="r" t="t"/>
                  <a:pathLst>
                    <a:path extrusionOk="0" h="2" w="23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93" name="Google Shape;1193;p26"/>
                <p:cNvSpPr/>
                <p:nvPr/>
              </p:nvSpPr>
              <p:spPr>
                <a:xfrm>
                  <a:off x="8528050" y="1567405"/>
                  <a:ext cx="3175" cy="1231"/>
                </a:xfrm>
                <a:custGeom>
                  <a:rect b="b" l="l" r="r" t="t"/>
                  <a:pathLst>
                    <a:path extrusionOk="0" h="1" w="3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94" name="Google Shape;1194;p26"/>
                <p:cNvSpPr/>
                <p:nvPr/>
              </p:nvSpPr>
              <p:spPr>
                <a:xfrm>
                  <a:off x="8461375" y="1556326"/>
                  <a:ext cx="66675" cy="14771"/>
                </a:xfrm>
                <a:custGeom>
                  <a:rect b="b" l="l" r="r" t="t"/>
                  <a:pathLst>
                    <a:path extrusionOk="0" h="17" w="69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95" name="Google Shape;1195;p26"/>
                <p:cNvSpPr/>
                <p:nvPr/>
              </p:nvSpPr>
              <p:spPr>
                <a:xfrm>
                  <a:off x="1562100" y="1514475"/>
                  <a:ext cx="9563100" cy="64008"/>
                </a:xfrm>
                <a:custGeom>
                  <a:rect b="b" l="l" r="r" t="t"/>
                  <a:pathLst>
                    <a:path extrusionOk="0" h="75" w="10030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96" name="Google Shape;1196;p26"/>
                <p:cNvSpPr/>
                <p:nvPr/>
              </p:nvSpPr>
              <p:spPr>
                <a:xfrm>
                  <a:off x="7508875" y="1560020"/>
                  <a:ext cx="11112" cy="3693"/>
                </a:xfrm>
                <a:custGeom>
                  <a:rect b="b" l="l" r="r" t="t"/>
                  <a:pathLst>
                    <a:path extrusionOk="0" h="3" w="12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97" name="Google Shape;1197;p26"/>
                <p:cNvSpPr/>
                <p:nvPr/>
              </p:nvSpPr>
              <p:spPr>
                <a:xfrm>
                  <a:off x="5434013" y="1567405"/>
                  <a:ext cx="4762" cy="1231"/>
                </a:xfrm>
                <a:custGeom>
                  <a:rect b="b" l="l" r="r" t="t"/>
                  <a:pathLst>
                    <a:path extrusionOk="0" h="1" w="5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98" name="Google Shape;1198;p26"/>
                <p:cNvSpPr/>
                <p:nvPr/>
              </p:nvSpPr>
              <p:spPr>
                <a:xfrm>
                  <a:off x="9672638" y="1567405"/>
                  <a:ext cx="25400" cy="2462"/>
                </a:xfrm>
                <a:custGeom>
                  <a:rect b="b" l="l" r="r" t="t"/>
                  <a:pathLst>
                    <a:path extrusionOk="0" h="3" w="27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99" name="Google Shape;1199;p26"/>
                <p:cNvSpPr/>
                <p:nvPr/>
              </p:nvSpPr>
              <p:spPr>
                <a:xfrm>
                  <a:off x="10966450" y="1529246"/>
                  <a:ext cx="39687" cy="2462"/>
                </a:xfrm>
                <a:custGeom>
                  <a:rect b="b" l="l" r="r" t="t"/>
                  <a:pathLst>
                    <a:path extrusionOk="0" h="3" w="42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00" name="Google Shape;1200;p26"/>
                <p:cNvSpPr/>
                <p:nvPr/>
              </p:nvSpPr>
              <p:spPr>
                <a:xfrm>
                  <a:off x="11329988" y="1552634"/>
                  <a:ext cx="44450" cy="2462"/>
                </a:xfrm>
                <a:custGeom>
                  <a:rect b="b" l="l" r="r" t="t"/>
                  <a:pathLst>
                    <a:path extrusionOk="0" h="3" w="46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01" name="Google Shape;1201;p26"/>
                <p:cNvSpPr/>
                <p:nvPr/>
              </p:nvSpPr>
              <p:spPr>
                <a:xfrm>
                  <a:off x="11042650" y="1540325"/>
                  <a:ext cx="60325" cy="6155"/>
                </a:xfrm>
                <a:custGeom>
                  <a:rect b="b" l="l" r="r" t="t"/>
                  <a:pathLst>
                    <a:path extrusionOk="0" h="7" w="6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02" name="Google Shape;1202;p26"/>
                <p:cNvSpPr/>
                <p:nvPr/>
              </p:nvSpPr>
              <p:spPr>
                <a:xfrm>
                  <a:off x="11106150" y="1542787"/>
                  <a:ext cx="28575" cy="1231"/>
                </a:xfrm>
                <a:custGeom>
                  <a:rect b="b" l="l" r="r" t="t"/>
                  <a:pathLst>
                    <a:path extrusionOk="0" h="2" w="31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03" name="Google Shape;1203;p26"/>
                <p:cNvSpPr/>
                <p:nvPr/>
              </p:nvSpPr>
              <p:spPr>
                <a:xfrm>
                  <a:off x="10679113" y="1525554"/>
                  <a:ext cx="103187" cy="9847"/>
                </a:xfrm>
                <a:custGeom>
                  <a:rect b="b" l="l" r="r" t="t"/>
                  <a:pathLst>
                    <a:path extrusionOk="0" h="12" w="109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04" name="Google Shape;1204;p26"/>
                <p:cNvSpPr/>
                <p:nvPr/>
              </p:nvSpPr>
              <p:spPr>
                <a:xfrm>
                  <a:off x="11039475" y="1550172"/>
                  <a:ext cx="26987" cy="4924"/>
                </a:xfrm>
                <a:custGeom>
                  <a:rect b="b" l="l" r="r" t="t"/>
                  <a:pathLst>
                    <a:path extrusionOk="0" h="5" w="27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05" name="Google Shape;1205;p26"/>
                <p:cNvSpPr/>
                <p:nvPr/>
              </p:nvSpPr>
              <p:spPr>
                <a:xfrm>
                  <a:off x="10841038" y="1548941"/>
                  <a:ext cx="58737" cy="2462"/>
                </a:xfrm>
                <a:custGeom>
                  <a:rect b="b" l="l" r="r" t="t"/>
                  <a:pathLst>
                    <a:path extrusionOk="0" h="3" w="61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06" name="Google Shape;1206;p26"/>
                <p:cNvSpPr/>
                <p:nvPr/>
              </p:nvSpPr>
              <p:spPr>
                <a:xfrm>
                  <a:off x="10899775" y="1550172"/>
                  <a:ext cx="36512" cy="1231"/>
                </a:xfrm>
                <a:custGeom>
                  <a:rect b="b" l="l" r="r" t="t"/>
                  <a:pathLst>
                    <a:path extrusionOk="0" h="1" w="38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07" name="Google Shape;1207;p26"/>
                <p:cNvSpPr/>
                <p:nvPr/>
              </p:nvSpPr>
              <p:spPr>
                <a:xfrm>
                  <a:off x="10958513" y="1555096"/>
                  <a:ext cx="46037" cy="0"/>
                </a:xfrm>
                <a:custGeom>
                  <a:rect b="b" l="l" r="r" t="t"/>
                  <a:pathLst>
                    <a:path extrusionOk="0" h="1" w="47">
                      <a:moveTo>
                        <a:pt x="47" y="0"/>
                      </a:moveTo>
                      <a:lnTo>
                        <a:pt x="47" y="0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08" name="Google Shape;1208;p26"/>
                <p:cNvSpPr/>
                <p:nvPr/>
              </p:nvSpPr>
              <p:spPr>
                <a:xfrm>
                  <a:off x="10304463" y="1548941"/>
                  <a:ext cx="61912" cy="3693"/>
                </a:xfrm>
                <a:custGeom>
                  <a:rect b="b" l="l" r="r" t="t"/>
                  <a:pathLst>
                    <a:path extrusionOk="0" h="4" w="65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09" name="Google Shape;1209;p26"/>
                <p:cNvSpPr/>
                <p:nvPr/>
              </p:nvSpPr>
              <p:spPr>
                <a:xfrm>
                  <a:off x="10483850" y="1557558"/>
                  <a:ext cx="23812" cy="6155"/>
                </a:xfrm>
                <a:custGeom>
                  <a:rect b="b" l="l" r="r" t="t"/>
                  <a:pathLst>
                    <a:path extrusionOk="0" h="7" w="25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10" name="Google Shape;1210;p26"/>
                <p:cNvSpPr/>
                <p:nvPr/>
              </p:nvSpPr>
              <p:spPr>
                <a:xfrm>
                  <a:off x="10291763" y="1563712"/>
                  <a:ext cx="117475" cy="2462"/>
                </a:xfrm>
                <a:custGeom>
                  <a:rect b="b" l="l" r="r" t="t"/>
                  <a:pathLst>
                    <a:path extrusionOk="0" h="4" w="123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11" name="Google Shape;1211;p26"/>
                <p:cNvSpPr/>
                <p:nvPr/>
              </p:nvSpPr>
              <p:spPr>
                <a:xfrm>
                  <a:off x="9621838" y="1546479"/>
                  <a:ext cx="11112" cy="8617"/>
                </a:xfrm>
                <a:custGeom>
                  <a:rect b="b" l="l" r="r" t="t"/>
                  <a:pathLst>
                    <a:path extrusionOk="0" h="10" w="13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12" name="Google Shape;1212;p26"/>
                <p:cNvSpPr/>
                <p:nvPr/>
              </p:nvSpPr>
              <p:spPr>
                <a:xfrm>
                  <a:off x="8951913" y="1568636"/>
                  <a:ext cx="96837" cy="8617"/>
                </a:xfrm>
                <a:custGeom>
                  <a:rect b="b" l="l" r="r" t="t"/>
                  <a:pathLst>
                    <a:path extrusionOk="0" h="10" w="101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13" name="Google Shape;1213;p26"/>
                <p:cNvSpPr/>
                <p:nvPr/>
              </p:nvSpPr>
              <p:spPr>
                <a:xfrm>
                  <a:off x="9005888" y="1566174"/>
                  <a:ext cx="17462" cy="2462"/>
                </a:xfrm>
                <a:custGeom>
                  <a:rect b="b" l="l" r="r" t="t"/>
                  <a:pathLst>
                    <a:path extrusionOk="0" h="2" w="19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14" name="Google Shape;1214;p26"/>
                <p:cNvSpPr/>
                <p:nvPr/>
              </p:nvSpPr>
              <p:spPr>
                <a:xfrm>
                  <a:off x="1587500" y="1516937"/>
                  <a:ext cx="38100" cy="3693"/>
                </a:xfrm>
                <a:custGeom>
                  <a:rect b="b" l="l" r="r" t="t"/>
                  <a:pathLst>
                    <a:path extrusionOk="0" h="4" w="39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15" name="Google Shape;1215;p26"/>
                <p:cNvSpPr/>
                <p:nvPr/>
              </p:nvSpPr>
              <p:spPr>
                <a:xfrm>
                  <a:off x="1522413" y="1519399"/>
                  <a:ext cx="30162" cy="4924"/>
                </a:xfrm>
                <a:custGeom>
                  <a:rect b="b" l="l" r="r" t="t"/>
                  <a:pathLst>
                    <a:path extrusionOk="0" h="6" w="32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16" name="Google Shape;1216;p26"/>
                <p:cNvSpPr/>
                <p:nvPr/>
              </p:nvSpPr>
              <p:spPr>
                <a:xfrm>
                  <a:off x="6650038" y="1573559"/>
                  <a:ext cx="33337" cy="3693"/>
                </a:xfrm>
                <a:custGeom>
                  <a:rect b="b" l="l" r="r" t="t"/>
                  <a:pathLst>
                    <a:path extrusionOk="0" h="4" w="3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17" name="Google Shape;1217;p26"/>
                <p:cNvSpPr/>
                <p:nvPr/>
              </p:nvSpPr>
              <p:spPr>
                <a:xfrm>
                  <a:off x="6162675" y="1566174"/>
                  <a:ext cx="15875" cy="4924"/>
                </a:xfrm>
                <a:custGeom>
                  <a:rect b="b" l="l" r="r" t="t"/>
                  <a:pathLst>
                    <a:path extrusionOk="0" h="6" w="17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18" name="Google Shape;1218;p26"/>
                <p:cNvSpPr/>
                <p:nvPr/>
              </p:nvSpPr>
              <p:spPr>
                <a:xfrm>
                  <a:off x="5738813" y="1571097"/>
                  <a:ext cx="60325" cy="6155"/>
                </a:xfrm>
                <a:custGeom>
                  <a:rect b="b" l="l" r="r" t="t"/>
                  <a:pathLst>
                    <a:path extrusionOk="0" h="8" w="63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</p:grpSp>
      <p:sp>
        <p:nvSpPr>
          <p:cNvPr id="1219" name="Google Shape;1219;p26"/>
          <p:cNvSpPr txBox="1"/>
          <p:nvPr>
            <p:ph idx="1" type="body"/>
          </p:nvPr>
        </p:nvSpPr>
        <p:spPr>
          <a:xfrm>
            <a:off x="7905959" y="3411748"/>
            <a:ext cx="2743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220" name="Google Shape;1220;p26"/>
          <p:cNvSpPr txBox="1"/>
          <p:nvPr>
            <p:ph idx="11" type="ftr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1" name="Google Shape;1221;p26"/>
          <p:cNvSpPr txBox="1"/>
          <p:nvPr>
            <p:ph idx="10" type="dt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2" name="Google Shape;1222;p26"/>
          <p:cNvSpPr txBox="1"/>
          <p:nvPr>
            <p:ph idx="12" type="sldNum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27"/>
          <p:cNvSpPr txBox="1"/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descr="Line graphic" id="1225" name="Google Shape;1225;p27"/>
          <p:cNvGrpSpPr/>
          <p:nvPr/>
        </p:nvGrpSpPr>
        <p:grpSpPr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226" name="Google Shape;1226;p27"/>
            <p:cNvSpPr/>
            <p:nvPr/>
          </p:nvSpPr>
          <p:spPr>
            <a:xfrm>
              <a:off x="12028488" y="1525554"/>
              <a:ext cx="63500" cy="4924"/>
            </a:xfrm>
            <a:custGeom>
              <a:rect b="b" l="l" r="r" t="t"/>
              <a:pathLst>
                <a:path extrusionOk="0" h="6" w="67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27" name="Google Shape;1227;p27"/>
            <p:cNvSpPr/>
            <p:nvPr/>
          </p:nvSpPr>
          <p:spPr>
            <a:xfrm>
              <a:off x="12022138" y="1532939"/>
              <a:ext cx="19050" cy="1231"/>
            </a:xfrm>
            <a:custGeom>
              <a:rect b="b" l="l" r="r" t="t"/>
              <a:pathLst>
                <a:path extrusionOk="0" h="2" w="20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28" name="Google Shape;1228;p27"/>
            <p:cNvSpPr/>
            <p:nvPr/>
          </p:nvSpPr>
          <p:spPr>
            <a:xfrm>
              <a:off x="12041188" y="1531708"/>
              <a:ext cx="39687" cy="6155"/>
            </a:xfrm>
            <a:custGeom>
              <a:rect b="b" l="l" r="r" t="t"/>
              <a:pathLst>
                <a:path extrusionOk="0" h="6" w="41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29" name="Google Shape;1229;p27"/>
            <p:cNvSpPr/>
            <p:nvPr/>
          </p:nvSpPr>
          <p:spPr>
            <a:xfrm>
              <a:off x="11831638" y="1526784"/>
              <a:ext cx="42862" cy="4924"/>
            </a:xfrm>
            <a:custGeom>
              <a:rect b="b" l="l" r="r" t="t"/>
              <a:pathLst>
                <a:path extrusionOk="0" h="6" w="45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30" name="Google Shape;1230;p27"/>
            <p:cNvSpPr/>
            <p:nvPr/>
          </p:nvSpPr>
          <p:spPr>
            <a:xfrm>
              <a:off x="11809413" y="1531708"/>
              <a:ext cx="41275" cy="2462"/>
            </a:xfrm>
            <a:custGeom>
              <a:rect b="b" l="l" r="r" t="t"/>
              <a:pathLst>
                <a:path extrusionOk="0" h="3" w="44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31" name="Google Shape;1231;p27"/>
            <p:cNvSpPr/>
            <p:nvPr/>
          </p:nvSpPr>
          <p:spPr>
            <a:xfrm>
              <a:off x="12003088" y="1537863"/>
              <a:ext cx="77787" cy="3693"/>
            </a:xfrm>
            <a:custGeom>
              <a:rect b="b" l="l" r="r" t="t"/>
              <a:pathLst>
                <a:path extrusionOk="0" h="5" w="82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32" name="Google Shape;1232;p27"/>
            <p:cNvSpPr/>
            <p:nvPr/>
          </p:nvSpPr>
          <p:spPr>
            <a:xfrm>
              <a:off x="11664950" y="1523092"/>
              <a:ext cx="39687" cy="4924"/>
            </a:xfrm>
            <a:custGeom>
              <a:rect b="b" l="l" r="r" t="t"/>
              <a:pathLst>
                <a:path extrusionOk="0" h="5" w="42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33" name="Google Shape;1233;p27"/>
            <p:cNvSpPr/>
            <p:nvPr/>
          </p:nvSpPr>
          <p:spPr>
            <a:xfrm>
              <a:off x="11506200" y="1521861"/>
              <a:ext cx="92075" cy="4924"/>
            </a:xfrm>
            <a:custGeom>
              <a:rect b="b" l="l" r="r" t="t"/>
              <a:pathLst>
                <a:path extrusionOk="0" h="6" w="98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34" name="Google Shape;1234;p27"/>
            <p:cNvSpPr/>
            <p:nvPr/>
          </p:nvSpPr>
          <p:spPr>
            <a:xfrm>
              <a:off x="11471275" y="1525554"/>
              <a:ext cx="34925" cy="3693"/>
            </a:xfrm>
            <a:custGeom>
              <a:rect b="b" l="l" r="r" t="t"/>
              <a:pathLst>
                <a:path extrusionOk="0" h="3" w="36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35" name="Google Shape;1235;p27"/>
            <p:cNvSpPr/>
            <p:nvPr/>
          </p:nvSpPr>
          <p:spPr>
            <a:xfrm>
              <a:off x="11710988" y="1529246"/>
              <a:ext cx="30162" cy="4924"/>
            </a:xfrm>
            <a:custGeom>
              <a:rect b="b" l="l" r="r" t="t"/>
              <a:pathLst>
                <a:path extrusionOk="0" h="5" w="32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36" name="Google Shape;1236;p27"/>
            <p:cNvSpPr/>
            <p:nvPr/>
          </p:nvSpPr>
          <p:spPr>
            <a:xfrm>
              <a:off x="11691938" y="1532939"/>
              <a:ext cx="34925" cy="1231"/>
            </a:xfrm>
            <a:custGeom>
              <a:rect b="b" l="l" r="r" t="t"/>
              <a:pathLst>
                <a:path extrusionOk="0" h="1" w="36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37" name="Google Shape;1237;p27"/>
            <p:cNvSpPr/>
            <p:nvPr/>
          </p:nvSpPr>
          <p:spPr>
            <a:xfrm>
              <a:off x="11741150" y="1534170"/>
              <a:ext cx="4762" cy="0"/>
            </a:xfrm>
            <a:custGeom>
              <a:rect b="b" l="l" r="r" t="t"/>
              <a:pathLst>
                <a:path extrusionOk="0" h="120000"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38" name="Google Shape;1238;p27"/>
            <p:cNvSpPr/>
            <p:nvPr/>
          </p:nvSpPr>
          <p:spPr>
            <a:xfrm>
              <a:off x="11841163" y="1537863"/>
              <a:ext cx="71437" cy="8617"/>
            </a:xfrm>
            <a:custGeom>
              <a:rect b="b" l="l" r="r" t="t"/>
              <a:pathLst>
                <a:path extrusionOk="0" h="9" w="75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39" name="Google Shape;1239;p27"/>
            <p:cNvSpPr/>
            <p:nvPr/>
          </p:nvSpPr>
          <p:spPr>
            <a:xfrm>
              <a:off x="11764963" y="1535401"/>
              <a:ext cx="44450" cy="3693"/>
            </a:xfrm>
            <a:custGeom>
              <a:rect b="b" l="l" r="r" t="t"/>
              <a:pathLst>
                <a:path extrusionOk="0" h="4" w="47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0" name="Google Shape;1240;p27"/>
            <p:cNvSpPr/>
            <p:nvPr/>
          </p:nvSpPr>
          <p:spPr>
            <a:xfrm>
              <a:off x="11744325" y="1537863"/>
              <a:ext cx="20637" cy="2462"/>
            </a:xfrm>
            <a:custGeom>
              <a:rect b="b" l="l" r="r" t="t"/>
              <a:pathLst>
                <a:path extrusionOk="0" h="2" w="2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1" name="Google Shape;1241;p27"/>
            <p:cNvSpPr/>
            <p:nvPr/>
          </p:nvSpPr>
          <p:spPr>
            <a:xfrm>
              <a:off x="11482388" y="1531708"/>
              <a:ext cx="85725" cy="3693"/>
            </a:xfrm>
            <a:custGeom>
              <a:rect b="b" l="l" r="r" t="t"/>
              <a:pathLst>
                <a:path extrusionOk="0" h="4" w="90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2" name="Google Shape;1242;p27"/>
            <p:cNvSpPr/>
            <p:nvPr/>
          </p:nvSpPr>
          <p:spPr>
            <a:xfrm>
              <a:off x="11626850" y="1532939"/>
              <a:ext cx="4762" cy="1231"/>
            </a:xfrm>
            <a:custGeom>
              <a:rect b="b" l="l" r="r" t="t"/>
              <a:pathLst>
                <a:path extrusionOk="0" h="1" w="5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3" name="Google Shape;1243;p27"/>
            <p:cNvSpPr/>
            <p:nvPr/>
          </p:nvSpPr>
          <p:spPr>
            <a:xfrm>
              <a:off x="11261725" y="1534170"/>
              <a:ext cx="4762" cy="0"/>
            </a:xfrm>
            <a:custGeom>
              <a:rect b="b" l="l" r="r" t="t"/>
              <a:pathLst>
                <a:path extrusionOk="0" h="1" w="5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cubicBezTo>
                    <a:pt x="4" y="0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4" name="Google Shape;1244;p27"/>
            <p:cNvSpPr/>
            <p:nvPr/>
          </p:nvSpPr>
          <p:spPr>
            <a:xfrm>
              <a:off x="11553825" y="1534170"/>
              <a:ext cx="44450" cy="2462"/>
            </a:xfrm>
            <a:custGeom>
              <a:rect b="b" l="l" r="r" t="t"/>
              <a:pathLst>
                <a:path extrusionOk="0" h="2" w="47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5" name="Google Shape;1245;p27"/>
            <p:cNvSpPr/>
            <p:nvPr/>
          </p:nvSpPr>
          <p:spPr>
            <a:xfrm>
              <a:off x="11409363" y="1529246"/>
              <a:ext cx="31750" cy="2462"/>
            </a:xfrm>
            <a:custGeom>
              <a:rect b="b" l="l" r="r" t="t"/>
              <a:pathLst>
                <a:path extrusionOk="0" h="3" w="3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6" name="Google Shape;1246;p27"/>
            <p:cNvSpPr/>
            <p:nvPr/>
          </p:nvSpPr>
          <p:spPr>
            <a:xfrm>
              <a:off x="11618913" y="1531708"/>
              <a:ext cx="6350" cy="0"/>
            </a:xfrm>
            <a:custGeom>
              <a:rect b="b" l="l" r="r" t="t"/>
              <a:pathLst>
                <a:path extrusionOk="0" h="1" w="6">
                  <a:moveTo>
                    <a:pt x="3" y="0"/>
                  </a:moveTo>
                  <a:lnTo>
                    <a:pt x="3" y="0"/>
                  </a:lnTo>
                  <a:lnTo>
                    <a:pt x="6" y="0"/>
                  </a:lnTo>
                  <a:cubicBezTo>
                    <a:pt x="0" y="0"/>
                    <a:pt x="0" y="0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7" name="Google Shape;1247;p27"/>
            <p:cNvSpPr/>
            <p:nvPr/>
          </p:nvSpPr>
          <p:spPr>
            <a:xfrm>
              <a:off x="11598275" y="1531708"/>
              <a:ext cx="28575" cy="2462"/>
            </a:xfrm>
            <a:custGeom>
              <a:rect b="b" l="l" r="r" t="t"/>
              <a:pathLst>
                <a:path extrusionOk="0" h="3" w="31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8" name="Google Shape;1248;p27"/>
            <p:cNvSpPr/>
            <p:nvPr/>
          </p:nvSpPr>
          <p:spPr>
            <a:xfrm>
              <a:off x="11137900" y="1534170"/>
              <a:ext cx="188912" cy="23388"/>
            </a:xfrm>
            <a:custGeom>
              <a:rect b="b" l="l" r="r" t="t"/>
              <a:pathLst>
                <a:path extrusionOk="0" h="27" w="198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9" name="Google Shape;1249;p27"/>
            <p:cNvSpPr/>
            <p:nvPr/>
          </p:nvSpPr>
          <p:spPr>
            <a:xfrm>
              <a:off x="11266488" y="1529246"/>
              <a:ext cx="95250" cy="4924"/>
            </a:xfrm>
            <a:custGeom>
              <a:rect b="b" l="l" r="r" t="t"/>
              <a:pathLst>
                <a:path extrusionOk="0" h="6" w="100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0" name="Google Shape;1250;p27"/>
            <p:cNvSpPr/>
            <p:nvPr/>
          </p:nvSpPr>
          <p:spPr>
            <a:xfrm>
              <a:off x="11361738" y="1531708"/>
              <a:ext cx="134937" cy="12309"/>
            </a:xfrm>
            <a:custGeom>
              <a:rect b="b" l="l" r="r" t="t"/>
              <a:pathLst>
                <a:path extrusionOk="0" h="14" w="142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1" name="Google Shape;1251;p27"/>
            <p:cNvSpPr/>
            <p:nvPr/>
          </p:nvSpPr>
          <p:spPr>
            <a:xfrm>
              <a:off x="11834813" y="1552634"/>
              <a:ext cx="9525" cy="1231"/>
            </a:xfrm>
            <a:custGeom>
              <a:rect b="b" l="l" r="r" t="t"/>
              <a:pathLst>
                <a:path extrusionOk="0" h="1" w="1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2" name="Google Shape;1252;p27"/>
            <p:cNvSpPr/>
            <p:nvPr/>
          </p:nvSpPr>
          <p:spPr>
            <a:xfrm>
              <a:off x="11764963" y="1542787"/>
              <a:ext cx="117475" cy="9847"/>
            </a:xfrm>
            <a:custGeom>
              <a:rect b="b" l="l" r="r" t="t"/>
              <a:pathLst>
                <a:path extrusionOk="0" h="12" w="12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3" name="Google Shape;1253;p27"/>
            <p:cNvSpPr/>
            <p:nvPr/>
          </p:nvSpPr>
          <p:spPr>
            <a:xfrm>
              <a:off x="11555413" y="1544017"/>
              <a:ext cx="69850" cy="4924"/>
            </a:xfrm>
            <a:custGeom>
              <a:rect b="b" l="l" r="r" t="t"/>
              <a:pathLst>
                <a:path extrusionOk="0" h="6" w="74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4" name="Google Shape;1254;p27"/>
            <p:cNvSpPr/>
            <p:nvPr/>
          </p:nvSpPr>
          <p:spPr>
            <a:xfrm>
              <a:off x="11223625" y="1528016"/>
              <a:ext cx="38100" cy="6155"/>
            </a:xfrm>
            <a:custGeom>
              <a:rect b="b" l="l" r="r" t="t"/>
              <a:pathLst>
                <a:path extrusionOk="0" h="7" w="40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5" name="Google Shape;1255;p27"/>
            <p:cNvSpPr/>
            <p:nvPr/>
          </p:nvSpPr>
          <p:spPr>
            <a:xfrm>
              <a:off x="11145838" y="1529246"/>
              <a:ext cx="22225" cy="2462"/>
            </a:xfrm>
            <a:custGeom>
              <a:rect b="b" l="l" r="r" t="t"/>
              <a:pathLst>
                <a:path extrusionOk="0" h="4" w="2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6" name="Google Shape;1256;p27"/>
            <p:cNvSpPr/>
            <p:nvPr/>
          </p:nvSpPr>
          <p:spPr>
            <a:xfrm>
              <a:off x="6197600" y="1566174"/>
              <a:ext cx="20637" cy="1231"/>
            </a:xfrm>
            <a:custGeom>
              <a:rect b="b" l="l" r="r" t="t"/>
              <a:pathLst>
                <a:path extrusionOk="0" h="1" w="2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7" name="Google Shape;1257;p27"/>
            <p:cNvSpPr/>
            <p:nvPr/>
          </p:nvSpPr>
          <p:spPr>
            <a:xfrm>
              <a:off x="6356350" y="1564943"/>
              <a:ext cx="9525" cy="1231"/>
            </a:xfrm>
            <a:custGeom>
              <a:rect b="b" l="l" r="r" t="t"/>
              <a:pathLst>
                <a:path extrusionOk="0" h="2" w="10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8" name="Google Shape;1258;p27"/>
            <p:cNvSpPr/>
            <p:nvPr/>
          </p:nvSpPr>
          <p:spPr>
            <a:xfrm>
              <a:off x="8950325" y="1521861"/>
              <a:ext cx="61912" cy="7386"/>
            </a:xfrm>
            <a:custGeom>
              <a:rect b="b" l="l" r="r" t="t"/>
              <a:pathLst>
                <a:path extrusionOk="0" h="9" w="65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9" name="Google Shape;1259;p27"/>
            <p:cNvSpPr/>
            <p:nvPr/>
          </p:nvSpPr>
          <p:spPr>
            <a:xfrm>
              <a:off x="7537450" y="1546479"/>
              <a:ext cx="28575" cy="3693"/>
            </a:xfrm>
            <a:custGeom>
              <a:rect b="b" l="l" r="r" t="t"/>
              <a:pathLst>
                <a:path extrusionOk="0" h="4" w="29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60" name="Google Shape;1260;p27"/>
            <p:cNvSpPr/>
            <p:nvPr/>
          </p:nvSpPr>
          <p:spPr>
            <a:xfrm>
              <a:off x="7478713" y="1562481"/>
              <a:ext cx="38100" cy="2462"/>
            </a:xfrm>
            <a:custGeom>
              <a:rect b="b" l="l" r="r" t="t"/>
              <a:pathLst>
                <a:path extrusionOk="0" h="3" w="40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61" name="Google Shape;1261;p27"/>
            <p:cNvSpPr/>
            <p:nvPr/>
          </p:nvSpPr>
          <p:spPr>
            <a:xfrm>
              <a:off x="5410200" y="1568636"/>
              <a:ext cx="36512" cy="3693"/>
            </a:xfrm>
            <a:custGeom>
              <a:rect b="b" l="l" r="r" t="t"/>
              <a:pathLst>
                <a:path extrusionOk="0" h="5" w="38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62" name="Google Shape;1262;p27"/>
            <p:cNvSpPr/>
            <p:nvPr/>
          </p:nvSpPr>
          <p:spPr>
            <a:xfrm>
              <a:off x="10206038" y="1530477"/>
              <a:ext cx="61912" cy="4924"/>
            </a:xfrm>
            <a:custGeom>
              <a:rect b="b" l="l" r="r" t="t"/>
              <a:pathLst>
                <a:path extrusionOk="0" h="6" w="65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63" name="Google Shape;1263;p27"/>
            <p:cNvSpPr/>
            <p:nvPr/>
          </p:nvSpPr>
          <p:spPr>
            <a:xfrm>
              <a:off x="6257925" y="1525554"/>
              <a:ext cx="19050" cy="2462"/>
            </a:xfrm>
            <a:custGeom>
              <a:rect b="b" l="l" r="r" t="t"/>
              <a:pathLst>
                <a:path extrusionOk="0" h="2" w="21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64" name="Google Shape;1264;p27"/>
            <p:cNvSpPr/>
            <p:nvPr/>
          </p:nvSpPr>
          <p:spPr>
            <a:xfrm>
              <a:off x="10134600" y="1528016"/>
              <a:ext cx="71437" cy="3693"/>
            </a:xfrm>
            <a:custGeom>
              <a:rect b="b" l="l" r="r" t="t"/>
              <a:pathLst>
                <a:path extrusionOk="0" h="4" w="75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65" name="Google Shape;1265;p27"/>
            <p:cNvSpPr/>
            <p:nvPr/>
          </p:nvSpPr>
          <p:spPr>
            <a:xfrm>
              <a:off x="2582863" y="1560020"/>
              <a:ext cx="7937" cy="1231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66" name="Google Shape;1266;p27"/>
            <p:cNvSpPr/>
            <p:nvPr/>
          </p:nvSpPr>
          <p:spPr>
            <a:xfrm>
              <a:off x="1762125" y="1521861"/>
              <a:ext cx="34925" cy="1231"/>
            </a:xfrm>
            <a:custGeom>
              <a:rect b="b" l="l" r="r" t="t"/>
              <a:pathLst>
                <a:path extrusionOk="0" h="1" w="36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67" name="Google Shape;1267;p27"/>
            <p:cNvSpPr/>
            <p:nvPr/>
          </p:nvSpPr>
          <p:spPr>
            <a:xfrm>
              <a:off x="10812463" y="1529246"/>
              <a:ext cx="19050" cy="1231"/>
            </a:xfrm>
            <a:custGeom>
              <a:rect b="b" l="l" r="r" t="t"/>
              <a:pathLst>
                <a:path extrusionOk="0" h="1" w="20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68" name="Google Shape;1268;p27"/>
            <p:cNvSpPr/>
            <p:nvPr/>
          </p:nvSpPr>
          <p:spPr>
            <a:xfrm>
              <a:off x="10896600" y="1545248"/>
              <a:ext cx="7937" cy="2462"/>
            </a:xfrm>
            <a:custGeom>
              <a:rect b="b" l="l" r="r" t="t"/>
              <a:pathLst>
                <a:path extrusionOk="0" h="3" w="8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69" name="Google Shape;1269;p27"/>
            <p:cNvSpPr/>
            <p:nvPr/>
          </p:nvSpPr>
          <p:spPr>
            <a:xfrm>
              <a:off x="9947275" y="1553865"/>
              <a:ext cx="4762" cy="1231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0" name="Google Shape;1270;p27"/>
            <p:cNvSpPr/>
            <p:nvPr/>
          </p:nvSpPr>
          <p:spPr>
            <a:xfrm>
              <a:off x="10817225" y="1531708"/>
              <a:ext cx="23812" cy="0"/>
            </a:xfrm>
            <a:custGeom>
              <a:rect b="b" l="l" r="r" t="t"/>
              <a:pathLst>
                <a:path extrusionOk="0" h="1" w="25">
                  <a:moveTo>
                    <a:pt x="25" y="0"/>
                  </a:moveTo>
                  <a:lnTo>
                    <a:pt x="25" y="0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1" name="Google Shape;1271;p27"/>
            <p:cNvSpPr/>
            <p:nvPr/>
          </p:nvSpPr>
          <p:spPr>
            <a:xfrm>
              <a:off x="10836275" y="1529246"/>
              <a:ext cx="19050" cy="1231"/>
            </a:xfrm>
            <a:custGeom>
              <a:rect b="b" l="l" r="r" t="t"/>
              <a:pathLst>
                <a:path extrusionOk="0" h="1" w="20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2" name="Google Shape;1272;p27"/>
            <p:cNvSpPr/>
            <p:nvPr/>
          </p:nvSpPr>
          <p:spPr>
            <a:xfrm>
              <a:off x="10787063" y="1530477"/>
              <a:ext cx="30162" cy="1231"/>
            </a:xfrm>
            <a:custGeom>
              <a:rect b="b" l="l" r="r" t="t"/>
              <a:pathLst>
                <a:path extrusionOk="0" h="1" w="3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3" name="Google Shape;1273;p27"/>
            <p:cNvSpPr/>
            <p:nvPr/>
          </p:nvSpPr>
          <p:spPr>
            <a:xfrm>
              <a:off x="4092575" y="1552634"/>
              <a:ext cx="20637" cy="2462"/>
            </a:xfrm>
            <a:custGeom>
              <a:rect b="b" l="l" r="r" t="t"/>
              <a:pathLst>
                <a:path extrusionOk="0" h="2" w="23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4" name="Google Shape;1274;p27"/>
            <p:cNvSpPr/>
            <p:nvPr/>
          </p:nvSpPr>
          <p:spPr>
            <a:xfrm>
              <a:off x="8528050" y="1567405"/>
              <a:ext cx="3175" cy="1231"/>
            </a:xfrm>
            <a:custGeom>
              <a:rect b="b" l="l" r="r" t="t"/>
              <a:pathLst>
                <a:path extrusionOk="0" h="1" w="3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5" name="Google Shape;1275;p27"/>
            <p:cNvSpPr/>
            <p:nvPr/>
          </p:nvSpPr>
          <p:spPr>
            <a:xfrm>
              <a:off x="8461375" y="1556326"/>
              <a:ext cx="66675" cy="14771"/>
            </a:xfrm>
            <a:custGeom>
              <a:rect b="b" l="l" r="r" t="t"/>
              <a:pathLst>
                <a:path extrusionOk="0" h="17" w="69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6" name="Google Shape;1276;p27"/>
            <p:cNvSpPr/>
            <p:nvPr/>
          </p:nvSpPr>
          <p:spPr>
            <a:xfrm>
              <a:off x="1562100" y="1514475"/>
              <a:ext cx="9563100" cy="64008"/>
            </a:xfrm>
            <a:custGeom>
              <a:rect b="b" l="l" r="r" t="t"/>
              <a:pathLst>
                <a:path extrusionOk="0" h="75" w="10030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7" name="Google Shape;1277;p27"/>
            <p:cNvSpPr/>
            <p:nvPr/>
          </p:nvSpPr>
          <p:spPr>
            <a:xfrm>
              <a:off x="7508875" y="1560020"/>
              <a:ext cx="11112" cy="3693"/>
            </a:xfrm>
            <a:custGeom>
              <a:rect b="b" l="l" r="r" t="t"/>
              <a:pathLst>
                <a:path extrusionOk="0" h="3" w="12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8" name="Google Shape;1278;p27"/>
            <p:cNvSpPr/>
            <p:nvPr/>
          </p:nvSpPr>
          <p:spPr>
            <a:xfrm>
              <a:off x="5434013" y="1567405"/>
              <a:ext cx="4762" cy="1231"/>
            </a:xfrm>
            <a:custGeom>
              <a:rect b="b" l="l" r="r" t="t"/>
              <a:pathLst>
                <a:path extrusionOk="0" h="1" w="5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9" name="Google Shape;1279;p27"/>
            <p:cNvSpPr/>
            <p:nvPr/>
          </p:nvSpPr>
          <p:spPr>
            <a:xfrm>
              <a:off x="9672638" y="1567405"/>
              <a:ext cx="25400" cy="2462"/>
            </a:xfrm>
            <a:custGeom>
              <a:rect b="b" l="l" r="r" t="t"/>
              <a:pathLst>
                <a:path extrusionOk="0" h="3" w="27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80" name="Google Shape;1280;p27"/>
            <p:cNvSpPr/>
            <p:nvPr/>
          </p:nvSpPr>
          <p:spPr>
            <a:xfrm>
              <a:off x="10966450" y="1529246"/>
              <a:ext cx="39687" cy="2462"/>
            </a:xfrm>
            <a:custGeom>
              <a:rect b="b" l="l" r="r" t="t"/>
              <a:pathLst>
                <a:path extrusionOk="0" h="3" w="42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81" name="Google Shape;1281;p27"/>
            <p:cNvSpPr/>
            <p:nvPr/>
          </p:nvSpPr>
          <p:spPr>
            <a:xfrm>
              <a:off x="11329988" y="1552634"/>
              <a:ext cx="44450" cy="2462"/>
            </a:xfrm>
            <a:custGeom>
              <a:rect b="b" l="l" r="r" t="t"/>
              <a:pathLst>
                <a:path extrusionOk="0" h="3" w="46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82" name="Google Shape;1282;p27"/>
            <p:cNvSpPr/>
            <p:nvPr/>
          </p:nvSpPr>
          <p:spPr>
            <a:xfrm>
              <a:off x="11042650" y="1540325"/>
              <a:ext cx="60325" cy="6155"/>
            </a:xfrm>
            <a:custGeom>
              <a:rect b="b" l="l" r="r" t="t"/>
              <a:pathLst>
                <a:path extrusionOk="0" h="7" w="63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83" name="Google Shape;1283;p27"/>
            <p:cNvSpPr/>
            <p:nvPr/>
          </p:nvSpPr>
          <p:spPr>
            <a:xfrm>
              <a:off x="11106150" y="1542787"/>
              <a:ext cx="28575" cy="1231"/>
            </a:xfrm>
            <a:custGeom>
              <a:rect b="b" l="l" r="r" t="t"/>
              <a:pathLst>
                <a:path extrusionOk="0" h="2" w="31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84" name="Google Shape;1284;p27"/>
            <p:cNvSpPr/>
            <p:nvPr/>
          </p:nvSpPr>
          <p:spPr>
            <a:xfrm>
              <a:off x="10679113" y="1525554"/>
              <a:ext cx="103187" cy="9847"/>
            </a:xfrm>
            <a:custGeom>
              <a:rect b="b" l="l" r="r" t="t"/>
              <a:pathLst>
                <a:path extrusionOk="0" h="12" w="109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85" name="Google Shape;1285;p27"/>
            <p:cNvSpPr/>
            <p:nvPr/>
          </p:nvSpPr>
          <p:spPr>
            <a:xfrm>
              <a:off x="11039475" y="1550172"/>
              <a:ext cx="26987" cy="4924"/>
            </a:xfrm>
            <a:custGeom>
              <a:rect b="b" l="l" r="r" t="t"/>
              <a:pathLst>
                <a:path extrusionOk="0" h="5" w="27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86" name="Google Shape;1286;p27"/>
            <p:cNvSpPr/>
            <p:nvPr/>
          </p:nvSpPr>
          <p:spPr>
            <a:xfrm>
              <a:off x="10841038" y="1548941"/>
              <a:ext cx="58737" cy="2462"/>
            </a:xfrm>
            <a:custGeom>
              <a:rect b="b" l="l" r="r" t="t"/>
              <a:pathLst>
                <a:path extrusionOk="0" h="3" w="61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87" name="Google Shape;1287;p27"/>
            <p:cNvSpPr/>
            <p:nvPr/>
          </p:nvSpPr>
          <p:spPr>
            <a:xfrm>
              <a:off x="10899775" y="1550172"/>
              <a:ext cx="36512" cy="1231"/>
            </a:xfrm>
            <a:custGeom>
              <a:rect b="b" l="l" r="r" t="t"/>
              <a:pathLst>
                <a:path extrusionOk="0" h="1" w="38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88" name="Google Shape;1288;p27"/>
            <p:cNvSpPr/>
            <p:nvPr/>
          </p:nvSpPr>
          <p:spPr>
            <a:xfrm>
              <a:off x="10958513" y="1555096"/>
              <a:ext cx="46037" cy="0"/>
            </a:xfrm>
            <a:custGeom>
              <a:rect b="b" l="l" r="r" t="t"/>
              <a:pathLst>
                <a:path extrusionOk="0" h="1" w="47">
                  <a:moveTo>
                    <a:pt x="47" y="0"/>
                  </a:moveTo>
                  <a:lnTo>
                    <a:pt x="47" y="0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89" name="Google Shape;1289;p27"/>
            <p:cNvSpPr/>
            <p:nvPr/>
          </p:nvSpPr>
          <p:spPr>
            <a:xfrm>
              <a:off x="10304463" y="1548941"/>
              <a:ext cx="61912" cy="3693"/>
            </a:xfrm>
            <a:custGeom>
              <a:rect b="b" l="l" r="r" t="t"/>
              <a:pathLst>
                <a:path extrusionOk="0" h="4" w="65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90" name="Google Shape;1290;p27"/>
            <p:cNvSpPr/>
            <p:nvPr/>
          </p:nvSpPr>
          <p:spPr>
            <a:xfrm>
              <a:off x="10483850" y="1557558"/>
              <a:ext cx="23812" cy="6155"/>
            </a:xfrm>
            <a:custGeom>
              <a:rect b="b" l="l" r="r" t="t"/>
              <a:pathLst>
                <a:path extrusionOk="0" h="7" w="25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91" name="Google Shape;1291;p27"/>
            <p:cNvSpPr/>
            <p:nvPr/>
          </p:nvSpPr>
          <p:spPr>
            <a:xfrm>
              <a:off x="10291763" y="1563712"/>
              <a:ext cx="117475" cy="2462"/>
            </a:xfrm>
            <a:custGeom>
              <a:rect b="b" l="l" r="r" t="t"/>
              <a:pathLst>
                <a:path extrusionOk="0" h="4" w="123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92" name="Google Shape;1292;p27"/>
            <p:cNvSpPr/>
            <p:nvPr/>
          </p:nvSpPr>
          <p:spPr>
            <a:xfrm>
              <a:off x="9621838" y="1546479"/>
              <a:ext cx="11112" cy="8617"/>
            </a:xfrm>
            <a:custGeom>
              <a:rect b="b" l="l" r="r" t="t"/>
              <a:pathLst>
                <a:path extrusionOk="0" h="10" w="13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93" name="Google Shape;1293;p27"/>
            <p:cNvSpPr/>
            <p:nvPr/>
          </p:nvSpPr>
          <p:spPr>
            <a:xfrm>
              <a:off x="8951913" y="1568636"/>
              <a:ext cx="96837" cy="8617"/>
            </a:xfrm>
            <a:custGeom>
              <a:rect b="b" l="l" r="r" t="t"/>
              <a:pathLst>
                <a:path extrusionOk="0" h="10" w="101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94" name="Google Shape;1294;p27"/>
            <p:cNvSpPr/>
            <p:nvPr/>
          </p:nvSpPr>
          <p:spPr>
            <a:xfrm>
              <a:off x="9005888" y="1566174"/>
              <a:ext cx="17462" cy="2462"/>
            </a:xfrm>
            <a:custGeom>
              <a:rect b="b" l="l" r="r" t="t"/>
              <a:pathLst>
                <a:path extrusionOk="0" h="2" w="19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95" name="Google Shape;1295;p27"/>
            <p:cNvSpPr/>
            <p:nvPr/>
          </p:nvSpPr>
          <p:spPr>
            <a:xfrm>
              <a:off x="1587500" y="1516937"/>
              <a:ext cx="38100" cy="3693"/>
            </a:xfrm>
            <a:custGeom>
              <a:rect b="b" l="l" r="r" t="t"/>
              <a:pathLst>
                <a:path extrusionOk="0" h="4" w="39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96" name="Google Shape;1296;p27"/>
            <p:cNvSpPr/>
            <p:nvPr/>
          </p:nvSpPr>
          <p:spPr>
            <a:xfrm>
              <a:off x="1522413" y="1519399"/>
              <a:ext cx="30162" cy="4924"/>
            </a:xfrm>
            <a:custGeom>
              <a:rect b="b" l="l" r="r" t="t"/>
              <a:pathLst>
                <a:path extrusionOk="0" h="6" w="32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97" name="Google Shape;1297;p27"/>
            <p:cNvSpPr/>
            <p:nvPr/>
          </p:nvSpPr>
          <p:spPr>
            <a:xfrm>
              <a:off x="6650038" y="1573559"/>
              <a:ext cx="33337" cy="3693"/>
            </a:xfrm>
            <a:custGeom>
              <a:rect b="b" l="l" r="r" t="t"/>
              <a:pathLst>
                <a:path extrusionOk="0" h="4" w="3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98" name="Google Shape;1298;p27"/>
            <p:cNvSpPr/>
            <p:nvPr/>
          </p:nvSpPr>
          <p:spPr>
            <a:xfrm>
              <a:off x="6162675" y="1566174"/>
              <a:ext cx="15875" cy="4924"/>
            </a:xfrm>
            <a:custGeom>
              <a:rect b="b" l="l" r="r" t="t"/>
              <a:pathLst>
                <a:path extrusionOk="0" h="6" w="17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99" name="Google Shape;1299;p27"/>
            <p:cNvSpPr/>
            <p:nvPr/>
          </p:nvSpPr>
          <p:spPr>
            <a:xfrm>
              <a:off x="5738813" y="1571097"/>
              <a:ext cx="60325" cy="6155"/>
            </a:xfrm>
            <a:custGeom>
              <a:rect b="b" l="l" r="r" t="t"/>
              <a:pathLst>
                <a:path extrusionOk="0" h="8" w="63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1300" name="Google Shape;1300;p27"/>
          <p:cNvSpPr txBox="1"/>
          <p:nvPr>
            <p:ph idx="1" type="body"/>
          </p:nvPr>
        </p:nvSpPr>
        <p:spPr>
          <a:xfrm rot="5400000">
            <a:off x="3960814" y="-533400"/>
            <a:ext cx="4267200" cy="91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302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/>
            </a:lvl5pPr>
            <a:lvl6pPr indent="-3302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/>
            </a:lvl6pPr>
            <a:lvl7pPr indent="-3302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/>
            </a:lvl7pPr>
            <a:lvl8pPr indent="-3302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/>
            </a:lvl8pPr>
            <a:lvl9pPr indent="-3302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/>
            </a:lvl9pPr>
          </a:lstStyle>
          <a:p/>
        </p:txBody>
      </p:sp>
      <p:sp>
        <p:nvSpPr>
          <p:cNvPr id="1301" name="Google Shape;1301;p27"/>
          <p:cNvSpPr txBox="1"/>
          <p:nvPr>
            <p:ph idx="11" type="ftr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2" name="Google Shape;1302;p27"/>
          <p:cNvSpPr txBox="1"/>
          <p:nvPr>
            <p:ph idx="10" type="dt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3" name="Google Shape;1303;p27"/>
          <p:cNvSpPr txBox="1"/>
          <p:nvPr>
            <p:ph idx="12" type="sldNum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28"/>
          <p:cNvSpPr txBox="1"/>
          <p:nvPr>
            <p:ph type="title"/>
          </p:nvPr>
        </p:nvSpPr>
        <p:spPr>
          <a:xfrm rot="5400000">
            <a:off x="8096539" y="2539713"/>
            <a:ext cx="5901747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descr="Line graphic" id="1306" name="Google Shape;1306;p28"/>
          <p:cNvGrpSpPr/>
          <p:nvPr/>
        </p:nvGrpSpPr>
        <p:grpSpPr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1307" name="Google Shape;1307;p28"/>
            <p:cNvSpPr/>
            <p:nvPr/>
          </p:nvSpPr>
          <p:spPr>
            <a:xfrm>
              <a:off x="12028488" y="1525554"/>
              <a:ext cx="63500" cy="4924"/>
            </a:xfrm>
            <a:custGeom>
              <a:rect b="b" l="l" r="r" t="t"/>
              <a:pathLst>
                <a:path extrusionOk="0" h="6" w="67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08" name="Google Shape;1308;p28"/>
            <p:cNvSpPr/>
            <p:nvPr/>
          </p:nvSpPr>
          <p:spPr>
            <a:xfrm>
              <a:off x="12022138" y="1532939"/>
              <a:ext cx="19050" cy="1231"/>
            </a:xfrm>
            <a:custGeom>
              <a:rect b="b" l="l" r="r" t="t"/>
              <a:pathLst>
                <a:path extrusionOk="0" h="2" w="20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09" name="Google Shape;1309;p28"/>
            <p:cNvSpPr/>
            <p:nvPr/>
          </p:nvSpPr>
          <p:spPr>
            <a:xfrm>
              <a:off x="12041188" y="1531708"/>
              <a:ext cx="39687" cy="6155"/>
            </a:xfrm>
            <a:custGeom>
              <a:rect b="b" l="l" r="r" t="t"/>
              <a:pathLst>
                <a:path extrusionOk="0" h="6" w="41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10" name="Google Shape;1310;p28"/>
            <p:cNvSpPr/>
            <p:nvPr/>
          </p:nvSpPr>
          <p:spPr>
            <a:xfrm>
              <a:off x="11831638" y="1526784"/>
              <a:ext cx="42862" cy="4924"/>
            </a:xfrm>
            <a:custGeom>
              <a:rect b="b" l="l" r="r" t="t"/>
              <a:pathLst>
                <a:path extrusionOk="0" h="6" w="45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11" name="Google Shape;1311;p28"/>
            <p:cNvSpPr/>
            <p:nvPr/>
          </p:nvSpPr>
          <p:spPr>
            <a:xfrm>
              <a:off x="11809413" y="1531708"/>
              <a:ext cx="41275" cy="2462"/>
            </a:xfrm>
            <a:custGeom>
              <a:rect b="b" l="l" r="r" t="t"/>
              <a:pathLst>
                <a:path extrusionOk="0" h="3" w="44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12" name="Google Shape;1312;p28"/>
            <p:cNvSpPr/>
            <p:nvPr/>
          </p:nvSpPr>
          <p:spPr>
            <a:xfrm>
              <a:off x="12003088" y="1537863"/>
              <a:ext cx="77787" cy="3693"/>
            </a:xfrm>
            <a:custGeom>
              <a:rect b="b" l="l" r="r" t="t"/>
              <a:pathLst>
                <a:path extrusionOk="0" h="5" w="82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13" name="Google Shape;1313;p28"/>
            <p:cNvSpPr/>
            <p:nvPr/>
          </p:nvSpPr>
          <p:spPr>
            <a:xfrm>
              <a:off x="11664950" y="1523092"/>
              <a:ext cx="39687" cy="4924"/>
            </a:xfrm>
            <a:custGeom>
              <a:rect b="b" l="l" r="r" t="t"/>
              <a:pathLst>
                <a:path extrusionOk="0" h="5" w="42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14" name="Google Shape;1314;p28"/>
            <p:cNvSpPr/>
            <p:nvPr/>
          </p:nvSpPr>
          <p:spPr>
            <a:xfrm>
              <a:off x="11506200" y="1521861"/>
              <a:ext cx="92075" cy="4924"/>
            </a:xfrm>
            <a:custGeom>
              <a:rect b="b" l="l" r="r" t="t"/>
              <a:pathLst>
                <a:path extrusionOk="0" h="6" w="98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15" name="Google Shape;1315;p28"/>
            <p:cNvSpPr/>
            <p:nvPr/>
          </p:nvSpPr>
          <p:spPr>
            <a:xfrm>
              <a:off x="11471275" y="1525554"/>
              <a:ext cx="34925" cy="3693"/>
            </a:xfrm>
            <a:custGeom>
              <a:rect b="b" l="l" r="r" t="t"/>
              <a:pathLst>
                <a:path extrusionOk="0" h="3" w="36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16" name="Google Shape;1316;p28"/>
            <p:cNvSpPr/>
            <p:nvPr/>
          </p:nvSpPr>
          <p:spPr>
            <a:xfrm>
              <a:off x="11710988" y="1529246"/>
              <a:ext cx="30162" cy="4924"/>
            </a:xfrm>
            <a:custGeom>
              <a:rect b="b" l="l" r="r" t="t"/>
              <a:pathLst>
                <a:path extrusionOk="0" h="5" w="32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17" name="Google Shape;1317;p28"/>
            <p:cNvSpPr/>
            <p:nvPr/>
          </p:nvSpPr>
          <p:spPr>
            <a:xfrm>
              <a:off x="11691938" y="1532939"/>
              <a:ext cx="34925" cy="1231"/>
            </a:xfrm>
            <a:custGeom>
              <a:rect b="b" l="l" r="r" t="t"/>
              <a:pathLst>
                <a:path extrusionOk="0" h="1" w="36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18" name="Google Shape;1318;p28"/>
            <p:cNvSpPr/>
            <p:nvPr/>
          </p:nvSpPr>
          <p:spPr>
            <a:xfrm>
              <a:off x="11741150" y="1534170"/>
              <a:ext cx="4762" cy="0"/>
            </a:xfrm>
            <a:custGeom>
              <a:rect b="b" l="l" r="r" t="t"/>
              <a:pathLst>
                <a:path extrusionOk="0" h="120000"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19" name="Google Shape;1319;p28"/>
            <p:cNvSpPr/>
            <p:nvPr/>
          </p:nvSpPr>
          <p:spPr>
            <a:xfrm>
              <a:off x="11841163" y="1537863"/>
              <a:ext cx="71437" cy="8617"/>
            </a:xfrm>
            <a:custGeom>
              <a:rect b="b" l="l" r="r" t="t"/>
              <a:pathLst>
                <a:path extrusionOk="0" h="9" w="75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20" name="Google Shape;1320;p28"/>
            <p:cNvSpPr/>
            <p:nvPr/>
          </p:nvSpPr>
          <p:spPr>
            <a:xfrm>
              <a:off x="11764963" y="1535401"/>
              <a:ext cx="44450" cy="3693"/>
            </a:xfrm>
            <a:custGeom>
              <a:rect b="b" l="l" r="r" t="t"/>
              <a:pathLst>
                <a:path extrusionOk="0" h="4" w="47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21" name="Google Shape;1321;p28"/>
            <p:cNvSpPr/>
            <p:nvPr/>
          </p:nvSpPr>
          <p:spPr>
            <a:xfrm>
              <a:off x="11744325" y="1537863"/>
              <a:ext cx="20637" cy="2462"/>
            </a:xfrm>
            <a:custGeom>
              <a:rect b="b" l="l" r="r" t="t"/>
              <a:pathLst>
                <a:path extrusionOk="0" h="2" w="2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22" name="Google Shape;1322;p28"/>
            <p:cNvSpPr/>
            <p:nvPr/>
          </p:nvSpPr>
          <p:spPr>
            <a:xfrm>
              <a:off x="11482388" y="1531708"/>
              <a:ext cx="85725" cy="3693"/>
            </a:xfrm>
            <a:custGeom>
              <a:rect b="b" l="l" r="r" t="t"/>
              <a:pathLst>
                <a:path extrusionOk="0" h="4" w="90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23" name="Google Shape;1323;p28"/>
            <p:cNvSpPr/>
            <p:nvPr/>
          </p:nvSpPr>
          <p:spPr>
            <a:xfrm>
              <a:off x="11626850" y="1532939"/>
              <a:ext cx="4762" cy="1231"/>
            </a:xfrm>
            <a:custGeom>
              <a:rect b="b" l="l" r="r" t="t"/>
              <a:pathLst>
                <a:path extrusionOk="0" h="1" w="5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24" name="Google Shape;1324;p28"/>
            <p:cNvSpPr/>
            <p:nvPr/>
          </p:nvSpPr>
          <p:spPr>
            <a:xfrm>
              <a:off x="11261725" y="1534170"/>
              <a:ext cx="4762" cy="0"/>
            </a:xfrm>
            <a:custGeom>
              <a:rect b="b" l="l" r="r" t="t"/>
              <a:pathLst>
                <a:path extrusionOk="0" h="1" w="5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cubicBezTo>
                    <a:pt x="4" y="0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25" name="Google Shape;1325;p28"/>
            <p:cNvSpPr/>
            <p:nvPr/>
          </p:nvSpPr>
          <p:spPr>
            <a:xfrm>
              <a:off x="11553825" y="1534170"/>
              <a:ext cx="44450" cy="2462"/>
            </a:xfrm>
            <a:custGeom>
              <a:rect b="b" l="l" r="r" t="t"/>
              <a:pathLst>
                <a:path extrusionOk="0" h="2" w="47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26" name="Google Shape;1326;p28"/>
            <p:cNvSpPr/>
            <p:nvPr/>
          </p:nvSpPr>
          <p:spPr>
            <a:xfrm>
              <a:off x="11409363" y="1529246"/>
              <a:ext cx="31750" cy="2462"/>
            </a:xfrm>
            <a:custGeom>
              <a:rect b="b" l="l" r="r" t="t"/>
              <a:pathLst>
                <a:path extrusionOk="0" h="3" w="3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27" name="Google Shape;1327;p28"/>
            <p:cNvSpPr/>
            <p:nvPr/>
          </p:nvSpPr>
          <p:spPr>
            <a:xfrm>
              <a:off x="11618913" y="1531708"/>
              <a:ext cx="6350" cy="0"/>
            </a:xfrm>
            <a:custGeom>
              <a:rect b="b" l="l" r="r" t="t"/>
              <a:pathLst>
                <a:path extrusionOk="0" h="1" w="6">
                  <a:moveTo>
                    <a:pt x="3" y="0"/>
                  </a:moveTo>
                  <a:lnTo>
                    <a:pt x="3" y="0"/>
                  </a:lnTo>
                  <a:lnTo>
                    <a:pt x="6" y="0"/>
                  </a:lnTo>
                  <a:cubicBezTo>
                    <a:pt x="0" y="0"/>
                    <a:pt x="0" y="0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28" name="Google Shape;1328;p28"/>
            <p:cNvSpPr/>
            <p:nvPr/>
          </p:nvSpPr>
          <p:spPr>
            <a:xfrm>
              <a:off x="11598275" y="1531708"/>
              <a:ext cx="28575" cy="2462"/>
            </a:xfrm>
            <a:custGeom>
              <a:rect b="b" l="l" r="r" t="t"/>
              <a:pathLst>
                <a:path extrusionOk="0" h="3" w="31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29" name="Google Shape;1329;p28"/>
            <p:cNvSpPr/>
            <p:nvPr/>
          </p:nvSpPr>
          <p:spPr>
            <a:xfrm>
              <a:off x="11137900" y="1534170"/>
              <a:ext cx="188912" cy="23388"/>
            </a:xfrm>
            <a:custGeom>
              <a:rect b="b" l="l" r="r" t="t"/>
              <a:pathLst>
                <a:path extrusionOk="0" h="27" w="198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30" name="Google Shape;1330;p28"/>
            <p:cNvSpPr/>
            <p:nvPr/>
          </p:nvSpPr>
          <p:spPr>
            <a:xfrm>
              <a:off x="11266488" y="1529246"/>
              <a:ext cx="95250" cy="4924"/>
            </a:xfrm>
            <a:custGeom>
              <a:rect b="b" l="l" r="r" t="t"/>
              <a:pathLst>
                <a:path extrusionOk="0" h="6" w="100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31" name="Google Shape;1331;p28"/>
            <p:cNvSpPr/>
            <p:nvPr/>
          </p:nvSpPr>
          <p:spPr>
            <a:xfrm>
              <a:off x="11361738" y="1531708"/>
              <a:ext cx="134937" cy="12309"/>
            </a:xfrm>
            <a:custGeom>
              <a:rect b="b" l="l" r="r" t="t"/>
              <a:pathLst>
                <a:path extrusionOk="0" h="14" w="142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32" name="Google Shape;1332;p28"/>
            <p:cNvSpPr/>
            <p:nvPr/>
          </p:nvSpPr>
          <p:spPr>
            <a:xfrm>
              <a:off x="11834813" y="1552634"/>
              <a:ext cx="9525" cy="1231"/>
            </a:xfrm>
            <a:custGeom>
              <a:rect b="b" l="l" r="r" t="t"/>
              <a:pathLst>
                <a:path extrusionOk="0" h="1" w="1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33" name="Google Shape;1333;p28"/>
            <p:cNvSpPr/>
            <p:nvPr/>
          </p:nvSpPr>
          <p:spPr>
            <a:xfrm>
              <a:off x="11764963" y="1542787"/>
              <a:ext cx="117475" cy="9847"/>
            </a:xfrm>
            <a:custGeom>
              <a:rect b="b" l="l" r="r" t="t"/>
              <a:pathLst>
                <a:path extrusionOk="0" h="12" w="12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34" name="Google Shape;1334;p28"/>
            <p:cNvSpPr/>
            <p:nvPr/>
          </p:nvSpPr>
          <p:spPr>
            <a:xfrm>
              <a:off x="11555413" y="1544017"/>
              <a:ext cx="69850" cy="4924"/>
            </a:xfrm>
            <a:custGeom>
              <a:rect b="b" l="l" r="r" t="t"/>
              <a:pathLst>
                <a:path extrusionOk="0" h="6" w="74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35" name="Google Shape;1335;p28"/>
            <p:cNvSpPr/>
            <p:nvPr/>
          </p:nvSpPr>
          <p:spPr>
            <a:xfrm>
              <a:off x="11223625" y="1528016"/>
              <a:ext cx="38100" cy="6155"/>
            </a:xfrm>
            <a:custGeom>
              <a:rect b="b" l="l" r="r" t="t"/>
              <a:pathLst>
                <a:path extrusionOk="0" h="7" w="40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36" name="Google Shape;1336;p28"/>
            <p:cNvSpPr/>
            <p:nvPr/>
          </p:nvSpPr>
          <p:spPr>
            <a:xfrm>
              <a:off x="11145838" y="1529246"/>
              <a:ext cx="22225" cy="2462"/>
            </a:xfrm>
            <a:custGeom>
              <a:rect b="b" l="l" r="r" t="t"/>
              <a:pathLst>
                <a:path extrusionOk="0" h="4" w="2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37" name="Google Shape;1337;p28"/>
            <p:cNvSpPr/>
            <p:nvPr/>
          </p:nvSpPr>
          <p:spPr>
            <a:xfrm>
              <a:off x="6197600" y="1566174"/>
              <a:ext cx="20637" cy="1231"/>
            </a:xfrm>
            <a:custGeom>
              <a:rect b="b" l="l" r="r" t="t"/>
              <a:pathLst>
                <a:path extrusionOk="0" h="1" w="2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38" name="Google Shape;1338;p28"/>
            <p:cNvSpPr/>
            <p:nvPr/>
          </p:nvSpPr>
          <p:spPr>
            <a:xfrm>
              <a:off x="6356350" y="1564943"/>
              <a:ext cx="9525" cy="1231"/>
            </a:xfrm>
            <a:custGeom>
              <a:rect b="b" l="l" r="r" t="t"/>
              <a:pathLst>
                <a:path extrusionOk="0" h="2" w="10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39" name="Google Shape;1339;p28"/>
            <p:cNvSpPr/>
            <p:nvPr/>
          </p:nvSpPr>
          <p:spPr>
            <a:xfrm>
              <a:off x="8950325" y="1521861"/>
              <a:ext cx="61912" cy="7386"/>
            </a:xfrm>
            <a:custGeom>
              <a:rect b="b" l="l" r="r" t="t"/>
              <a:pathLst>
                <a:path extrusionOk="0" h="9" w="65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0" name="Google Shape;1340;p28"/>
            <p:cNvSpPr/>
            <p:nvPr/>
          </p:nvSpPr>
          <p:spPr>
            <a:xfrm>
              <a:off x="7537450" y="1546479"/>
              <a:ext cx="28575" cy="3693"/>
            </a:xfrm>
            <a:custGeom>
              <a:rect b="b" l="l" r="r" t="t"/>
              <a:pathLst>
                <a:path extrusionOk="0" h="4" w="29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1" name="Google Shape;1341;p28"/>
            <p:cNvSpPr/>
            <p:nvPr/>
          </p:nvSpPr>
          <p:spPr>
            <a:xfrm>
              <a:off x="7478713" y="1562481"/>
              <a:ext cx="38100" cy="2462"/>
            </a:xfrm>
            <a:custGeom>
              <a:rect b="b" l="l" r="r" t="t"/>
              <a:pathLst>
                <a:path extrusionOk="0" h="3" w="40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2" name="Google Shape;1342;p28"/>
            <p:cNvSpPr/>
            <p:nvPr/>
          </p:nvSpPr>
          <p:spPr>
            <a:xfrm>
              <a:off x="5410200" y="1568636"/>
              <a:ext cx="36512" cy="3693"/>
            </a:xfrm>
            <a:custGeom>
              <a:rect b="b" l="l" r="r" t="t"/>
              <a:pathLst>
                <a:path extrusionOk="0" h="5" w="38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3" name="Google Shape;1343;p28"/>
            <p:cNvSpPr/>
            <p:nvPr/>
          </p:nvSpPr>
          <p:spPr>
            <a:xfrm>
              <a:off x="10206038" y="1530477"/>
              <a:ext cx="61912" cy="4924"/>
            </a:xfrm>
            <a:custGeom>
              <a:rect b="b" l="l" r="r" t="t"/>
              <a:pathLst>
                <a:path extrusionOk="0" h="6" w="65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4" name="Google Shape;1344;p28"/>
            <p:cNvSpPr/>
            <p:nvPr/>
          </p:nvSpPr>
          <p:spPr>
            <a:xfrm>
              <a:off x="6257925" y="1525554"/>
              <a:ext cx="19050" cy="2462"/>
            </a:xfrm>
            <a:custGeom>
              <a:rect b="b" l="l" r="r" t="t"/>
              <a:pathLst>
                <a:path extrusionOk="0" h="2" w="21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5" name="Google Shape;1345;p28"/>
            <p:cNvSpPr/>
            <p:nvPr/>
          </p:nvSpPr>
          <p:spPr>
            <a:xfrm>
              <a:off x="10134600" y="1528016"/>
              <a:ext cx="71437" cy="3693"/>
            </a:xfrm>
            <a:custGeom>
              <a:rect b="b" l="l" r="r" t="t"/>
              <a:pathLst>
                <a:path extrusionOk="0" h="4" w="75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6" name="Google Shape;1346;p28"/>
            <p:cNvSpPr/>
            <p:nvPr/>
          </p:nvSpPr>
          <p:spPr>
            <a:xfrm>
              <a:off x="2582863" y="1560020"/>
              <a:ext cx="7937" cy="1231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7" name="Google Shape;1347;p28"/>
            <p:cNvSpPr/>
            <p:nvPr/>
          </p:nvSpPr>
          <p:spPr>
            <a:xfrm>
              <a:off x="1762125" y="1521861"/>
              <a:ext cx="34925" cy="1231"/>
            </a:xfrm>
            <a:custGeom>
              <a:rect b="b" l="l" r="r" t="t"/>
              <a:pathLst>
                <a:path extrusionOk="0" h="1" w="36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8" name="Google Shape;1348;p28"/>
            <p:cNvSpPr/>
            <p:nvPr/>
          </p:nvSpPr>
          <p:spPr>
            <a:xfrm>
              <a:off x="10812463" y="1529246"/>
              <a:ext cx="19050" cy="1231"/>
            </a:xfrm>
            <a:custGeom>
              <a:rect b="b" l="l" r="r" t="t"/>
              <a:pathLst>
                <a:path extrusionOk="0" h="1" w="20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9" name="Google Shape;1349;p28"/>
            <p:cNvSpPr/>
            <p:nvPr/>
          </p:nvSpPr>
          <p:spPr>
            <a:xfrm>
              <a:off x="10896600" y="1545248"/>
              <a:ext cx="7937" cy="2462"/>
            </a:xfrm>
            <a:custGeom>
              <a:rect b="b" l="l" r="r" t="t"/>
              <a:pathLst>
                <a:path extrusionOk="0" h="3" w="8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0" name="Google Shape;1350;p28"/>
            <p:cNvSpPr/>
            <p:nvPr/>
          </p:nvSpPr>
          <p:spPr>
            <a:xfrm>
              <a:off x="9947275" y="1553865"/>
              <a:ext cx="4762" cy="1231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1" name="Google Shape;1351;p28"/>
            <p:cNvSpPr/>
            <p:nvPr/>
          </p:nvSpPr>
          <p:spPr>
            <a:xfrm>
              <a:off x="10817225" y="1531708"/>
              <a:ext cx="23812" cy="0"/>
            </a:xfrm>
            <a:custGeom>
              <a:rect b="b" l="l" r="r" t="t"/>
              <a:pathLst>
                <a:path extrusionOk="0" h="1" w="25">
                  <a:moveTo>
                    <a:pt x="25" y="0"/>
                  </a:moveTo>
                  <a:lnTo>
                    <a:pt x="25" y="0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2" name="Google Shape;1352;p28"/>
            <p:cNvSpPr/>
            <p:nvPr/>
          </p:nvSpPr>
          <p:spPr>
            <a:xfrm>
              <a:off x="10836275" y="1529246"/>
              <a:ext cx="19050" cy="1231"/>
            </a:xfrm>
            <a:custGeom>
              <a:rect b="b" l="l" r="r" t="t"/>
              <a:pathLst>
                <a:path extrusionOk="0" h="1" w="20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3" name="Google Shape;1353;p28"/>
            <p:cNvSpPr/>
            <p:nvPr/>
          </p:nvSpPr>
          <p:spPr>
            <a:xfrm>
              <a:off x="10787063" y="1530477"/>
              <a:ext cx="30162" cy="1231"/>
            </a:xfrm>
            <a:custGeom>
              <a:rect b="b" l="l" r="r" t="t"/>
              <a:pathLst>
                <a:path extrusionOk="0" h="1" w="3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4" name="Google Shape;1354;p28"/>
            <p:cNvSpPr/>
            <p:nvPr/>
          </p:nvSpPr>
          <p:spPr>
            <a:xfrm>
              <a:off x="4092575" y="1552634"/>
              <a:ext cx="20637" cy="2462"/>
            </a:xfrm>
            <a:custGeom>
              <a:rect b="b" l="l" r="r" t="t"/>
              <a:pathLst>
                <a:path extrusionOk="0" h="2" w="23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5" name="Google Shape;1355;p28"/>
            <p:cNvSpPr/>
            <p:nvPr/>
          </p:nvSpPr>
          <p:spPr>
            <a:xfrm>
              <a:off x="8528050" y="1567405"/>
              <a:ext cx="3175" cy="1231"/>
            </a:xfrm>
            <a:custGeom>
              <a:rect b="b" l="l" r="r" t="t"/>
              <a:pathLst>
                <a:path extrusionOk="0" h="1" w="3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6" name="Google Shape;1356;p28"/>
            <p:cNvSpPr/>
            <p:nvPr/>
          </p:nvSpPr>
          <p:spPr>
            <a:xfrm>
              <a:off x="8461375" y="1556326"/>
              <a:ext cx="66675" cy="14771"/>
            </a:xfrm>
            <a:custGeom>
              <a:rect b="b" l="l" r="r" t="t"/>
              <a:pathLst>
                <a:path extrusionOk="0" h="17" w="69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7" name="Google Shape;1357;p28"/>
            <p:cNvSpPr/>
            <p:nvPr/>
          </p:nvSpPr>
          <p:spPr>
            <a:xfrm>
              <a:off x="1562100" y="1514475"/>
              <a:ext cx="9563100" cy="64008"/>
            </a:xfrm>
            <a:custGeom>
              <a:rect b="b" l="l" r="r" t="t"/>
              <a:pathLst>
                <a:path extrusionOk="0" h="75" w="10030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8" name="Google Shape;1358;p28"/>
            <p:cNvSpPr/>
            <p:nvPr/>
          </p:nvSpPr>
          <p:spPr>
            <a:xfrm>
              <a:off x="7508875" y="1560020"/>
              <a:ext cx="11112" cy="3693"/>
            </a:xfrm>
            <a:custGeom>
              <a:rect b="b" l="l" r="r" t="t"/>
              <a:pathLst>
                <a:path extrusionOk="0" h="3" w="12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9" name="Google Shape;1359;p28"/>
            <p:cNvSpPr/>
            <p:nvPr/>
          </p:nvSpPr>
          <p:spPr>
            <a:xfrm>
              <a:off x="5434013" y="1567405"/>
              <a:ext cx="4762" cy="1231"/>
            </a:xfrm>
            <a:custGeom>
              <a:rect b="b" l="l" r="r" t="t"/>
              <a:pathLst>
                <a:path extrusionOk="0" h="1" w="5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60" name="Google Shape;1360;p28"/>
            <p:cNvSpPr/>
            <p:nvPr/>
          </p:nvSpPr>
          <p:spPr>
            <a:xfrm>
              <a:off x="9672638" y="1567405"/>
              <a:ext cx="25400" cy="2462"/>
            </a:xfrm>
            <a:custGeom>
              <a:rect b="b" l="l" r="r" t="t"/>
              <a:pathLst>
                <a:path extrusionOk="0" h="3" w="27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61" name="Google Shape;1361;p28"/>
            <p:cNvSpPr/>
            <p:nvPr/>
          </p:nvSpPr>
          <p:spPr>
            <a:xfrm>
              <a:off x="10966450" y="1529246"/>
              <a:ext cx="39687" cy="2462"/>
            </a:xfrm>
            <a:custGeom>
              <a:rect b="b" l="l" r="r" t="t"/>
              <a:pathLst>
                <a:path extrusionOk="0" h="3" w="42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62" name="Google Shape;1362;p28"/>
            <p:cNvSpPr/>
            <p:nvPr/>
          </p:nvSpPr>
          <p:spPr>
            <a:xfrm>
              <a:off x="11329988" y="1552634"/>
              <a:ext cx="44450" cy="2462"/>
            </a:xfrm>
            <a:custGeom>
              <a:rect b="b" l="l" r="r" t="t"/>
              <a:pathLst>
                <a:path extrusionOk="0" h="3" w="46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63" name="Google Shape;1363;p28"/>
            <p:cNvSpPr/>
            <p:nvPr/>
          </p:nvSpPr>
          <p:spPr>
            <a:xfrm>
              <a:off x="11042650" y="1540325"/>
              <a:ext cx="60325" cy="6155"/>
            </a:xfrm>
            <a:custGeom>
              <a:rect b="b" l="l" r="r" t="t"/>
              <a:pathLst>
                <a:path extrusionOk="0" h="7" w="63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64" name="Google Shape;1364;p28"/>
            <p:cNvSpPr/>
            <p:nvPr/>
          </p:nvSpPr>
          <p:spPr>
            <a:xfrm>
              <a:off x="11106150" y="1542787"/>
              <a:ext cx="28575" cy="1231"/>
            </a:xfrm>
            <a:custGeom>
              <a:rect b="b" l="l" r="r" t="t"/>
              <a:pathLst>
                <a:path extrusionOk="0" h="2" w="31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65" name="Google Shape;1365;p28"/>
            <p:cNvSpPr/>
            <p:nvPr/>
          </p:nvSpPr>
          <p:spPr>
            <a:xfrm>
              <a:off x="10679113" y="1525554"/>
              <a:ext cx="103187" cy="9847"/>
            </a:xfrm>
            <a:custGeom>
              <a:rect b="b" l="l" r="r" t="t"/>
              <a:pathLst>
                <a:path extrusionOk="0" h="12" w="109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66" name="Google Shape;1366;p28"/>
            <p:cNvSpPr/>
            <p:nvPr/>
          </p:nvSpPr>
          <p:spPr>
            <a:xfrm>
              <a:off x="11039475" y="1550172"/>
              <a:ext cx="26987" cy="4924"/>
            </a:xfrm>
            <a:custGeom>
              <a:rect b="b" l="l" r="r" t="t"/>
              <a:pathLst>
                <a:path extrusionOk="0" h="5" w="27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67" name="Google Shape;1367;p28"/>
            <p:cNvSpPr/>
            <p:nvPr/>
          </p:nvSpPr>
          <p:spPr>
            <a:xfrm>
              <a:off x="10841038" y="1548941"/>
              <a:ext cx="58737" cy="2462"/>
            </a:xfrm>
            <a:custGeom>
              <a:rect b="b" l="l" r="r" t="t"/>
              <a:pathLst>
                <a:path extrusionOk="0" h="3" w="61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68" name="Google Shape;1368;p28"/>
            <p:cNvSpPr/>
            <p:nvPr/>
          </p:nvSpPr>
          <p:spPr>
            <a:xfrm>
              <a:off x="10899775" y="1550172"/>
              <a:ext cx="36512" cy="1231"/>
            </a:xfrm>
            <a:custGeom>
              <a:rect b="b" l="l" r="r" t="t"/>
              <a:pathLst>
                <a:path extrusionOk="0" h="1" w="38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69" name="Google Shape;1369;p28"/>
            <p:cNvSpPr/>
            <p:nvPr/>
          </p:nvSpPr>
          <p:spPr>
            <a:xfrm>
              <a:off x="10958513" y="1555096"/>
              <a:ext cx="46037" cy="0"/>
            </a:xfrm>
            <a:custGeom>
              <a:rect b="b" l="l" r="r" t="t"/>
              <a:pathLst>
                <a:path extrusionOk="0" h="1" w="47">
                  <a:moveTo>
                    <a:pt x="47" y="0"/>
                  </a:moveTo>
                  <a:lnTo>
                    <a:pt x="47" y="0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0" name="Google Shape;1370;p28"/>
            <p:cNvSpPr/>
            <p:nvPr/>
          </p:nvSpPr>
          <p:spPr>
            <a:xfrm>
              <a:off x="10304463" y="1548941"/>
              <a:ext cx="61912" cy="3693"/>
            </a:xfrm>
            <a:custGeom>
              <a:rect b="b" l="l" r="r" t="t"/>
              <a:pathLst>
                <a:path extrusionOk="0" h="4" w="65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1" name="Google Shape;1371;p28"/>
            <p:cNvSpPr/>
            <p:nvPr/>
          </p:nvSpPr>
          <p:spPr>
            <a:xfrm>
              <a:off x="10483850" y="1557558"/>
              <a:ext cx="23812" cy="6155"/>
            </a:xfrm>
            <a:custGeom>
              <a:rect b="b" l="l" r="r" t="t"/>
              <a:pathLst>
                <a:path extrusionOk="0" h="7" w="25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2" name="Google Shape;1372;p28"/>
            <p:cNvSpPr/>
            <p:nvPr/>
          </p:nvSpPr>
          <p:spPr>
            <a:xfrm>
              <a:off x="10291763" y="1563712"/>
              <a:ext cx="117475" cy="2462"/>
            </a:xfrm>
            <a:custGeom>
              <a:rect b="b" l="l" r="r" t="t"/>
              <a:pathLst>
                <a:path extrusionOk="0" h="4" w="123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3" name="Google Shape;1373;p28"/>
            <p:cNvSpPr/>
            <p:nvPr/>
          </p:nvSpPr>
          <p:spPr>
            <a:xfrm>
              <a:off x="9621838" y="1546479"/>
              <a:ext cx="11112" cy="8617"/>
            </a:xfrm>
            <a:custGeom>
              <a:rect b="b" l="l" r="r" t="t"/>
              <a:pathLst>
                <a:path extrusionOk="0" h="10" w="13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4" name="Google Shape;1374;p28"/>
            <p:cNvSpPr/>
            <p:nvPr/>
          </p:nvSpPr>
          <p:spPr>
            <a:xfrm>
              <a:off x="8951913" y="1568636"/>
              <a:ext cx="96837" cy="8617"/>
            </a:xfrm>
            <a:custGeom>
              <a:rect b="b" l="l" r="r" t="t"/>
              <a:pathLst>
                <a:path extrusionOk="0" h="10" w="101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5" name="Google Shape;1375;p28"/>
            <p:cNvSpPr/>
            <p:nvPr/>
          </p:nvSpPr>
          <p:spPr>
            <a:xfrm>
              <a:off x="9005888" y="1566174"/>
              <a:ext cx="17462" cy="2462"/>
            </a:xfrm>
            <a:custGeom>
              <a:rect b="b" l="l" r="r" t="t"/>
              <a:pathLst>
                <a:path extrusionOk="0" h="2" w="19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6" name="Google Shape;1376;p28"/>
            <p:cNvSpPr/>
            <p:nvPr/>
          </p:nvSpPr>
          <p:spPr>
            <a:xfrm>
              <a:off x="1587500" y="1516937"/>
              <a:ext cx="38100" cy="3693"/>
            </a:xfrm>
            <a:custGeom>
              <a:rect b="b" l="l" r="r" t="t"/>
              <a:pathLst>
                <a:path extrusionOk="0" h="4" w="39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7" name="Google Shape;1377;p28"/>
            <p:cNvSpPr/>
            <p:nvPr/>
          </p:nvSpPr>
          <p:spPr>
            <a:xfrm>
              <a:off x="1522413" y="1519399"/>
              <a:ext cx="30162" cy="4924"/>
            </a:xfrm>
            <a:custGeom>
              <a:rect b="b" l="l" r="r" t="t"/>
              <a:pathLst>
                <a:path extrusionOk="0" h="6" w="32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8" name="Google Shape;1378;p28"/>
            <p:cNvSpPr/>
            <p:nvPr/>
          </p:nvSpPr>
          <p:spPr>
            <a:xfrm>
              <a:off x="6650038" y="1573559"/>
              <a:ext cx="33337" cy="3693"/>
            </a:xfrm>
            <a:custGeom>
              <a:rect b="b" l="l" r="r" t="t"/>
              <a:pathLst>
                <a:path extrusionOk="0" h="4" w="3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9" name="Google Shape;1379;p28"/>
            <p:cNvSpPr/>
            <p:nvPr/>
          </p:nvSpPr>
          <p:spPr>
            <a:xfrm>
              <a:off x="6162675" y="1566174"/>
              <a:ext cx="15875" cy="4924"/>
            </a:xfrm>
            <a:custGeom>
              <a:rect b="b" l="l" r="r" t="t"/>
              <a:pathLst>
                <a:path extrusionOk="0" h="6" w="17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80" name="Google Shape;1380;p28"/>
            <p:cNvSpPr/>
            <p:nvPr/>
          </p:nvSpPr>
          <p:spPr>
            <a:xfrm>
              <a:off x="5738813" y="1571097"/>
              <a:ext cx="60325" cy="6155"/>
            </a:xfrm>
            <a:custGeom>
              <a:rect b="b" l="l" r="r" t="t"/>
              <a:pathLst>
                <a:path extrusionOk="0" h="8" w="63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1381" name="Google Shape;1381;p28"/>
          <p:cNvSpPr txBox="1"/>
          <p:nvPr>
            <p:ph idx="1" type="body"/>
          </p:nvPr>
        </p:nvSpPr>
        <p:spPr>
          <a:xfrm rot="5400000">
            <a:off x="2230726" y="-1344901"/>
            <a:ext cx="5898573" cy="9144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302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/>
            </a:lvl6pPr>
            <a:lvl7pPr indent="-3302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/>
            </a:lvl7pPr>
            <a:lvl8pPr indent="-3302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/>
            </a:lvl8pPr>
            <a:lvl9pPr indent="-3302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/>
            </a:lvl9pPr>
          </a:lstStyle>
          <a:p/>
        </p:txBody>
      </p:sp>
      <p:sp>
        <p:nvSpPr>
          <p:cNvPr id="1382" name="Google Shape;1382;p28"/>
          <p:cNvSpPr txBox="1"/>
          <p:nvPr>
            <p:ph idx="11" type="ftr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3" name="Google Shape;1383;p28"/>
          <p:cNvSpPr txBox="1"/>
          <p:nvPr>
            <p:ph idx="10" type="dt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4" name="Google Shape;1384;p28"/>
          <p:cNvSpPr txBox="1"/>
          <p:nvPr>
            <p:ph idx="12" type="sldNum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  <a:defRPr b="0" i="0" sz="32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▪"/>
              <a:defRPr b="0" i="0" sz="2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onsolas"/>
              <a:buChar char="–"/>
              <a:defRPr b="0" i="0" sz="2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▪"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nsolas"/>
              <a:buChar char="–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▪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302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nsolas"/>
              <a:buChar char="–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302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▪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302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nsolas"/>
              <a:buChar char="–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302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▪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1" type="ftr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0" type="dt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1"/>
          <p:cNvSpPr txBox="1"/>
          <p:nvPr>
            <p:ph type="ctrTitle"/>
          </p:nvPr>
        </p:nvSpPr>
        <p:spPr>
          <a:xfrm>
            <a:off x="1522413" y="1905000"/>
            <a:ext cx="91440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onsolas"/>
              <a:buNone/>
            </a:pPr>
            <a:r>
              <a:rPr lang="en-US"/>
              <a:t>Outliers</a:t>
            </a:r>
            <a:endParaRPr/>
          </a:p>
        </p:txBody>
      </p:sp>
      <p:sp>
        <p:nvSpPr>
          <p:cNvPr id="1390" name="Google Shape;1390;p1"/>
          <p:cNvSpPr txBox="1"/>
          <p:nvPr>
            <p:ph idx="1" type="subTitle"/>
          </p:nvPr>
        </p:nvSpPr>
        <p:spPr>
          <a:xfrm>
            <a:off x="1522413" y="5105400"/>
            <a:ext cx="9143999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By Asma Qaiser</a:t>
            </a:r>
            <a:endParaRPr/>
          </a:p>
        </p:txBody>
      </p:sp>
      <p:pic>
        <p:nvPicPr>
          <p:cNvPr id="1391" name="Google Shape;13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012" y="1066800"/>
            <a:ext cx="11353800" cy="456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p2"/>
          <p:cNvSpPr txBox="1"/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r>
              <a:rPr lang="en-US"/>
              <a:t>What is outlier?</a:t>
            </a:r>
            <a:endParaRPr/>
          </a:p>
        </p:txBody>
      </p:sp>
      <p:sp>
        <p:nvSpPr>
          <p:cNvPr id="1397" name="Google Shape;1397;p2"/>
          <p:cNvSpPr txBox="1"/>
          <p:nvPr>
            <p:ph idx="1" type="body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▪"/>
            </a:pPr>
            <a:r>
              <a:rPr lang="en-US" sz="3200"/>
              <a:t>An outlier is a data point that is noticeably different from the rest.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▪"/>
            </a:pPr>
            <a:r>
              <a:rPr lang="en-US" sz="3200"/>
              <a:t> It can be either much higher or much lower than the other data points.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▪"/>
            </a:pPr>
            <a:r>
              <a:rPr lang="en-US" sz="3200"/>
              <a:t>Outliers can have a significant impact on the results of statistical analyses and machine learning models.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▪"/>
            </a:pPr>
            <a:r>
              <a:rPr lang="en-US" sz="3200"/>
              <a:t>They can be caused by errors in  data collection or represents genuinely rare events.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▪"/>
            </a:pPr>
            <a:r>
              <a:rPr lang="en-US" sz="3200"/>
              <a:t>E.g: S</a:t>
            </a:r>
            <a:r>
              <a:rPr lang="en-US" sz="3200"/>
              <a:t>u</a:t>
            </a:r>
            <a:r>
              <a:rPr lang="en-US" sz="3200"/>
              <a:t>ltan Kösen from Turkey. He is 8 feet 2.8 inches tall.</a:t>
            </a:r>
            <a:endParaRPr sz="32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3"/>
          <p:cNvSpPr txBox="1"/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r>
              <a:t/>
            </a:r>
            <a:endParaRPr/>
          </a:p>
        </p:txBody>
      </p:sp>
      <p:sp>
        <p:nvSpPr>
          <p:cNvPr id="1403" name="Google Shape;1403;p3"/>
          <p:cNvSpPr txBox="1"/>
          <p:nvPr>
            <p:ph idx="1" type="body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19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404" name="Google Shape;140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212" y="304800"/>
            <a:ext cx="5715000" cy="617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5" name="Google Shape;140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8212" y="304800"/>
            <a:ext cx="5943600" cy="617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p4"/>
          <p:cNvSpPr/>
          <p:nvPr/>
        </p:nvSpPr>
        <p:spPr>
          <a:xfrm>
            <a:off x="4189412" y="381000"/>
            <a:ext cx="2819400" cy="6858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Outlier Detection and Removal</a:t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411" name="Google Shape;1411;p4"/>
          <p:cNvSpPr/>
          <p:nvPr/>
        </p:nvSpPr>
        <p:spPr>
          <a:xfrm>
            <a:off x="912812" y="1447800"/>
            <a:ext cx="2819400" cy="533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Z-score Treatment</a:t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1412" name="Google Shape;1412;p4"/>
          <p:cNvCxnSpPr/>
          <p:nvPr/>
        </p:nvCxnSpPr>
        <p:spPr>
          <a:xfrm>
            <a:off x="5561012" y="1276350"/>
            <a:ext cx="990600" cy="571500"/>
          </a:xfrm>
          <a:prstGeom prst="bentConnector2">
            <a:avLst/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413" name="Google Shape;1413;p4"/>
          <p:cNvSpPr/>
          <p:nvPr/>
        </p:nvSpPr>
        <p:spPr>
          <a:xfrm>
            <a:off x="4037012" y="1447800"/>
            <a:ext cx="2819400" cy="50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IQR based filtering</a:t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414" name="Google Shape;1414;p4"/>
          <p:cNvSpPr/>
          <p:nvPr/>
        </p:nvSpPr>
        <p:spPr>
          <a:xfrm>
            <a:off x="9367837" y="1524000"/>
            <a:ext cx="2819400" cy="4572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Winsorization</a:t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1415" name="Google Shape;1415;p4"/>
          <p:cNvCxnSpPr/>
          <p:nvPr/>
        </p:nvCxnSpPr>
        <p:spPr>
          <a:xfrm>
            <a:off x="6551612" y="1276350"/>
            <a:ext cx="4164000" cy="247800"/>
          </a:xfrm>
          <a:prstGeom prst="bentConnector2">
            <a:avLst/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416" name="Google Shape;1416;p4"/>
          <p:cNvCxnSpPr>
            <a:stCxn id="1410" idx="2"/>
            <a:endCxn id="1411" idx="0"/>
          </p:cNvCxnSpPr>
          <p:nvPr/>
        </p:nvCxnSpPr>
        <p:spPr>
          <a:xfrm rot="5400000">
            <a:off x="3770312" y="-381000"/>
            <a:ext cx="381000" cy="3276600"/>
          </a:xfrm>
          <a:prstGeom prst="bentConnector3">
            <a:avLst>
              <a:gd fmla="val 50000" name="adj1"/>
            </a:avLst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417" name="Google Shape;1417;p4"/>
          <p:cNvSpPr/>
          <p:nvPr/>
        </p:nvSpPr>
        <p:spPr>
          <a:xfrm>
            <a:off x="4189412" y="2895600"/>
            <a:ext cx="2819400" cy="6858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Outlier Treatment</a:t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418" name="Google Shape;1418;p4"/>
          <p:cNvSpPr/>
          <p:nvPr/>
        </p:nvSpPr>
        <p:spPr>
          <a:xfrm>
            <a:off x="912812" y="3962400"/>
            <a:ext cx="2819400" cy="533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Trimming</a:t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419" name="Google Shape;1419;p4"/>
          <p:cNvSpPr/>
          <p:nvPr/>
        </p:nvSpPr>
        <p:spPr>
          <a:xfrm>
            <a:off x="8228012" y="4038600"/>
            <a:ext cx="2819400" cy="4572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Capping</a:t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1420" name="Google Shape;1420;p4"/>
          <p:cNvCxnSpPr/>
          <p:nvPr/>
        </p:nvCxnSpPr>
        <p:spPr>
          <a:xfrm>
            <a:off x="5484812" y="3765550"/>
            <a:ext cx="4164000" cy="247800"/>
          </a:xfrm>
          <a:prstGeom prst="bentConnector2">
            <a:avLst/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421" name="Google Shape;1421;p4"/>
          <p:cNvCxnSpPr>
            <a:stCxn id="1417" idx="2"/>
            <a:endCxn id="1418" idx="0"/>
          </p:cNvCxnSpPr>
          <p:nvPr/>
        </p:nvCxnSpPr>
        <p:spPr>
          <a:xfrm rot="5400000">
            <a:off x="3770312" y="2133600"/>
            <a:ext cx="381000" cy="3276600"/>
          </a:xfrm>
          <a:prstGeom prst="bentConnector3">
            <a:avLst>
              <a:gd fmla="val 50000" name="adj1"/>
            </a:avLst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422" name="Google Shape;1422;p4"/>
          <p:cNvSpPr/>
          <p:nvPr/>
        </p:nvSpPr>
        <p:spPr>
          <a:xfrm>
            <a:off x="7008812" y="1460500"/>
            <a:ext cx="2133600" cy="50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Percentile</a:t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1423" name="Google Shape;1423;p4"/>
          <p:cNvCxnSpPr>
            <a:endCxn id="1422" idx="0"/>
          </p:cNvCxnSpPr>
          <p:nvPr/>
        </p:nvCxnSpPr>
        <p:spPr>
          <a:xfrm>
            <a:off x="8075612" y="1257400"/>
            <a:ext cx="0" cy="2031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p5"/>
          <p:cNvSpPr txBox="1"/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r>
              <a:rPr lang="en-US"/>
              <a:t>Outlier Treatment</a:t>
            </a:r>
            <a:endParaRPr/>
          </a:p>
        </p:txBody>
      </p:sp>
      <p:sp>
        <p:nvSpPr>
          <p:cNvPr id="1429" name="Google Shape;1429;p5"/>
          <p:cNvSpPr txBox="1"/>
          <p:nvPr>
            <p:ph idx="1" type="body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None/>
            </a:pPr>
            <a:r>
              <a:rPr lang="en-US" sz="3200">
                <a:solidFill>
                  <a:srgbClr val="FFC000"/>
                </a:solidFill>
              </a:rPr>
              <a:t>Trimming: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FFC000"/>
              </a:buClr>
              <a:buSzPts val="2400"/>
              <a:buChar char="▪"/>
            </a:pPr>
            <a:r>
              <a:rPr lang="en-US">
                <a:solidFill>
                  <a:srgbClr val="FFC000"/>
                </a:solidFill>
              </a:rPr>
              <a:t>Trimming</a:t>
            </a:r>
            <a:r>
              <a:rPr lang="en-US"/>
              <a:t> involves removing the outliers from the data set.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FFC000"/>
              </a:buClr>
              <a:buSzPts val="3200"/>
              <a:buNone/>
            </a:pPr>
            <a:r>
              <a:rPr lang="en-US" sz="3200">
                <a:solidFill>
                  <a:srgbClr val="FFC000"/>
                </a:solidFill>
              </a:rPr>
              <a:t>Capping: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</a:pPr>
            <a:r>
              <a:rPr lang="en-US"/>
              <a:t>In this method, the outlier data points are capped with the highest or lowest values</a:t>
            </a:r>
            <a:endParaRPr/>
          </a:p>
          <a:p>
            <a:pPr indent="-121920" lvl="0" marL="27432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6"/>
          <p:cNvSpPr txBox="1"/>
          <p:nvPr>
            <p:ph type="ctrTitle"/>
          </p:nvPr>
        </p:nvSpPr>
        <p:spPr>
          <a:xfrm>
            <a:off x="1522413" y="1905000"/>
            <a:ext cx="91440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onsolas"/>
              <a:buNone/>
            </a:pPr>
            <a:r>
              <a:rPr lang="en-US"/>
              <a:t>Outlier Detection Methods</a:t>
            </a:r>
            <a:endParaRPr/>
          </a:p>
        </p:txBody>
      </p:sp>
      <p:sp>
        <p:nvSpPr>
          <p:cNvPr id="1435" name="Google Shape;1435;p6"/>
          <p:cNvSpPr txBox="1"/>
          <p:nvPr>
            <p:ph idx="1" type="subTitle"/>
          </p:nvPr>
        </p:nvSpPr>
        <p:spPr>
          <a:xfrm>
            <a:off x="1522413" y="5105400"/>
            <a:ext cx="9143999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p7"/>
          <p:cNvSpPr txBox="1"/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r>
              <a:rPr lang="en-US"/>
              <a:t>1. Z-score Method</a:t>
            </a:r>
            <a:endParaRPr/>
          </a:p>
        </p:txBody>
      </p:sp>
      <p:sp>
        <p:nvSpPr>
          <p:cNvPr id="1441" name="Google Shape;1441;p7"/>
          <p:cNvSpPr txBox="1"/>
          <p:nvPr>
            <p:ph idx="1" type="body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</a:pPr>
            <a:r>
              <a:rPr lang="en-US"/>
              <a:t>The main assumption in this technique is that the data should be </a:t>
            </a:r>
            <a:r>
              <a:rPr b="1" lang="en-US"/>
              <a:t>normally distributed</a:t>
            </a:r>
            <a:r>
              <a:rPr lang="en-US"/>
              <a:t> or </a:t>
            </a:r>
            <a:r>
              <a:rPr b="1" lang="en-US"/>
              <a:t>close to normal distribution</a:t>
            </a:r>
            <a:r>
              <a:rPr lang="en-US"/>
              <a:t>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</a:pPr>
            <a:r>
              <a:rPr lang="en-US"/>
              <a:t>If the data is normally distributed, the Empirical Rule says that </a:t>
            </a:r>
            <a:r>
              <a:rPr b="1" lang="en-US"/>
              <a:t>68.2%</a:t>
            </a:r>
            <a:r>
              <a:rPr lang="en-US"/>
              <a:t> of the data points lie in between the 1st standard deviation, </a:t>
            </a:r>
            <a:r>
              <a:rPr b="1" lang="en-US"/>
              <a:t>95.4%</a:t>
            </a:r>
            <a:r>
              <a:rPr lang="en-US"/>
              <a:t> of the data points lie in between the 2nd standard deviation, and </a:t>
            </a:r>
            <a:r>
              <a:rPr b="1" lang="en-US"/>
              <a:t>99.7%</a:t>
            </a:r>
            <a:r>
              <a:rPr lang="en-US"/>
              <a:t> of the data points will be between the 3rd standard deviation.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</a:pPr>
            <a:r>
              <a:rPr lang="en-US"/>
              <a:t>Data points that lie outside the 3rd standard deviation can be treated as outliers.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p8"/>
          <p:cNvSpPr txBox="1"/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r>
              <a:rPr lang="en-US"/>
              <a:t>1. Z-score Method</a:t>
            </a:r>
            <a:endParaRPr/>
          </a:p>
        </p:txBody>
      </p:sp>
      <p:sp>
        <p:nvSpPr>
          <p:cNvPr id="1447" name="Google Shape;1447;p8"/>
          <p:cNvSpPr txBox="1"/>
          <p:nvPr>
            <p:ph idx="1" type="body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</a:pPr>
            <a:r>
              <a:rPr lang="en-US"/>
              <a:t>Any data point with an absolute Z-score greater than the threshold (-3,3)is considered an outlier.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</a:pPr>
            <a:r>
              <a:rPr lang="en-US"/>
              <a:t> These data points are significantly different from the rest of the data and may warrant further investigation.</a:t>
            </a:r>
            <a:endParaRPr/>
          </a:p>
          <a:p>
            <a:pPr indent="-121920" lvl="0" marL="27432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448" name="Google Shape;144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2612" y="3581400"/>
            <a:ext cx="4219575" cy="254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9"/>
          <p:cNvSpPr txBox="1"/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r>
              <a:rPr lang="en-US"/>
              <a:t>How to treat outliers</a:t>
            </a:r>
            <a:endParaRPr/>
          </a:p>
        </p:txBody>
      </p:sp>
      <p:sp>
        <p:nvSpPr>
          <p:cNvPr id="1454" name="Google Shape;1454;p9"/>
          <p:cNvSpPr txBox="1"/>
          <p:nvPr>
            <p:ph idx="1" type="body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/>
              <a:t>Data is missing completely at random.</a:t>
            </a:r>
            <a:endParaRPr/>
          </a:p>
          <a:p>
            <a:pPr indent="-304800" lvl="0" marL="4572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nsolas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8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p10"/>
          <p:cNvSpPr txBox="1"/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r>
              <a:rPr lang="en-US"/>
              <a:t>1. Z-score Method</a:t>
            </a:r>
            <a:endParaRPr/>
          </a:p>
        </p:txBody>
      </p:sp>
      <p:sp>
        <p:nvSpPr>
          <p:cNvPr id="1460" name="Google Shape;1460;p10"/>
          <p:cNvSpPr txBox="1"/>
          <p:nvPr>
            <p:ph idx="1" type="body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</a:pPr>
            <a:r>
              <a:rPr lang="en-US"/>
              <a:t>The Z-score method assumes that the underlying distribution of the data is approximately normal (Gaussian). 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</a:pPr>
            <a:r>
              <a:rPr lang="en-US"/>
              <a:t>This means that the data should follow a bell-shaped curve with a symmetric mean and standard deviation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p11"/>
          <p:cNvSpPr txBox="1"/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r>
              <a:rPr lang="en-US"/>
              <a:t>When to use this Method?</a:t>
            </a:r>
            <a:endParaRPr/>
          </a:p>
        </p:txBody>
      </p:sp>
      <p:sp>
        <p:nvSpPr>
          <p:cNvPr id="1466" name="Google Shape;1466;p11"/>
          <p:cNvSpPr txBox="1"/>
          <p:nvPr>
            <p:ph idx="1" type="body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</a:pPr>
            <a:r>
              <a:rPr lang="en-US"/>
              <a:t>When data distribution is normal.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12"/>
          <p:cNvSpPr txBox="1"/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r>
              <a:rPr b="1" lang="en-US"/>
              <a:t>2. IQR technique</a:t>
            </a:r>
            <a:endParaRPr/>
          </a:p>
        </p:txBody>
      </p:sp>
      <p:sp>
        <p:nvSpPr>
          <p:cNvPr id="1472" name="Google Shape;1472;p12"/>
          <p:cNvSpPr txBox="1"/>
          <p:nvPr>
            <p:ph idx="1" type="body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</a:pPr>
            <a:r>
              <a:rPr lang="en-US"/>
              <a:t>This method is used when the distribution of the data is skewed.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</a:pPr>
            <a:r>
              <a:rPr lang="en-US"/>
              <a:t>The IQR </a:t>
            </a:r>
            <a:r>
              <a:rPr b="1" lang="en-US"/>
              <a:t>describes the middle 50% of values when ordered from lowest to highest</a:t>
            </a:r>
            <a:r>
              <a:rPr lang="en-US"/>
              <a:t>. To find the interquartile range (IQR), ​first, find the median (middle value) of the lower and upper half of the data. These values are quartile 1 (Q1) and quartile 3 (Q3). The IQR is the difference between Q3 and Q1.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</a:pPr>
            <a:br>
              <a:rPr lang="en-US"/>
            </a:br>
            <a:endParaRPr/>
          </a:p>
        </p:txBody>
      </p:sp>
      <p:pic>
        <p:nvPicPr>
          <p:cNvPr id="1473" name="Google Shape;147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9612" y="4419600"/>
            <a:ext cx="8534400" cy="19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p13"/>
          <p:cNvSpPr txBox="1"/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r>
              <a:rPr b="1" lang="en-US"/>
              <a:t>2. IQR technique</a:t>
            </a:r>
            <a:endParaRPr/>
          </a:p>
        </p:txBody>
      </p:sp>
      <p:sp>
        <p:nvSpPr>
          <p:cNvPr id="1479" name="Google Shape;1479;p13"/>
          <p:cNvSpPr txBox="1"/>
          <p:nvPr>
            <p:ph idx="1" type="body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</a:pPr>
            <a:r>
              <a:rPr lang="en-US"/>
              <a:t>The data points which are lesser than the </a:t>
            </a:r>
            <a:r>
              <a:rPr b="1" lang="en-US"/>
              <a:t>minimum value</a:t>
            </a:r>
            <a:r>
              <a:rPr lang="en-US"/>
              <a:t> and the data points which are greater than the </a:t>
            </a:r>
            <a:r>
              <a:rPr b="1" lang="en-US"/>
              <a:t>maximum value</a:t>
            </a:r>
            <a:r>
              <a:rPr lang="en-US"/>
              <a:t> are treated as outliers.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</a:pPr>
            <a:br>
              <a:rPr lang="en-US"/>
            </a:br>
            <a:endParaRPr/>
          </a:p>
        </p:txBody>
      </p:sp>
      <p:pic>
        <p:nvPicPr>
          <p:cNvPr id="1480" name="Google Shape;148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028" y="3200400"/>
            <a:ext cx="10241184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14"/>
          <p:cNvSpPr txBox="1"/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r>
              <a:rPr b="1" lang="en-US"/>
              <a:t>3. Percentile Method</a:t>
            </a:r>
            <a:endParaRPr/>
          </a:p>
        </p:txBody>
      </p:sp>
      <p:sp>
        <p:nvSpPr>
          <p:cNvPr id="1486" name="Google Shape;1486;p14"/>
          <p:cNvSpPr txBox="1"/>
          <p:nvPr>
            <p:ph idx="1" type="body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</a:pPr>
            <a:r>
              <a:rPr lang="en-US"/>
              <a:t>In simple words, Percentile can be seen as the value below which a percentage of data falls. If my score is 90 percentile, then that means my score is better than 90 percent of the students who took the examination.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</a:pPr>
            <a:r>
              <a:rPr lang="en-US"/>
              <a:t>If you scored the maximum score, which happens to be 95, then it is 100 percentile, which means you scored more than the 100% of the students who took the examination.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</a:pPr>
            <a:r>
              <a:rPr lang="en-US"/>
              <a:t>This is one of the simplest techniques used to detect the outliers in a dataset. We need to just decide the threshold, Eg, if we decide 1 percentile, then it means we treat all the values above 99 percentile and below 1 percentile as outliers.</a:t>
            </a:r>
            <a:endParaRPr/>
          </a:p>
          <a:p>
            <a:pPr indent="-121920" lvl="0" marL="27432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15"/>
          <p:cNvSpPr txBox="1"/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br>
              <a:rPr lang="en-US"/>
            </a:br>
            <a:r>
              <a:rPr lang="en-US"/>
              <a:t>Winsorizating</a:t>
            </a:r>
            <a:endParaRPr b="1"/>
          </a:p>
        </p:txBody>
      </p:sp>
      <p:sp>
        <p:nvSpPr>
          <p:cNvPr id="1492" name="Google Shape;1492;p15"/>
          <p:cNvSpPr txBox="1"/>
          <p:nvPr>
            <p:ph idx="1" type="body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</a:pPr>
            <a:r>
              <a:rPr lang="en-US"/>
              <a:t>winsorizing involves replacing them with the nearest non-outlier values.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</a:pPr>
            <a:r>
              <a:rPr lang="en-US"/>
              <a:t>“Winsorizing” retains the responses in your basis but caps numeric outliers so they fall at the edge of the main distribution. A common request is to bound the data to the [5%, 95%] percentiles.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16"/>
          <p:cNvSpPr txBox="1"/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r>
              <a:t/>
            </a:r>
            <a:endParaRPr/>
          </a:p>
        </p:txBody>
      </p:sp>
      <p:pic>
        <p:nvPicPr>
          <p:cNvPr id="1498" name="Google Shape;1498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6002" y="0"/>
            <a:ext cx="12264827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halkboard_16x9">
      <a:dk1>
        <a:srgbClr val="000000"/>
      </a:dk1>
      <a:lt1>
        <a:srgbClr val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f02804846_win32">
  <a:themeElements>
    <a:clrScheme name="Chalkboard_16x9">
      <a:dk1>
        <a:srgbClr val="000000"/>
      </a:dk1>
      <a:lt1>
        <a:srgbClr val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2022-07-17T19:29:43Z</dcterms:created>
  <dc:creator>Yusuf</dc:creator>
</cp:coreProperties>
</file>