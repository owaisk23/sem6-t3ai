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88825" cy="6858000"/>
  <p:notesSz cx="6858000" cy="9144000"/>
  <p:embeddedFontLst>
    <p:embeddedFont>
      <p:font typeface="Consolas" panose="020B0609020204030204" pitchFamily="49" charset="0"/>
      <p:regular r:id="rId10"/>
      <p:bold r:id="rId11"/>
      <p:italic r:id="rId12"/>
      <p:boldItalic r:id="rId13"/>
    </p:embeddedFont>
    <p:embeddedFont>
      <p:font typeface="Corbel" panose="020B0503020204020204"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39">
          <p15:clr>
            <a:srgbClr val="A4A3A4"/>
          </p15:clr>
        </p15:guide>
        <p15:guide id="2" orient="horz" pos="21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hBryQhFBUufRjTErLOA6PE/OUJ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378" y="84"/>
      </p:cViewPr>
      <p:guideLst>
        <p:guide pos="3839"/>
        <p:guide orient="horz" pos="216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5" name="Google Shape;5;n"/>
          <p:cNvSpPr>
            <a:spLocks noGrp="1" noRot="1" noChangeAspect="1"/>
          </p:cNvSpPr>
          <p:nvPr>
            <p:ph type="sldImg" idx="3"/>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1pPr>
            <a:lvl2pPr marL="914400" marR="0" lvl="1"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2pPr>
            <a:lvl3pPr marL="1371600" marR="0" lvl="2"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3pPr>
            <a:lvl4pPr marL="1828800" marR="0" lvl="3"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4pPr>
            <a:lvl5pPr marL="2286000" marR="0" lvl="4"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5pPr>
            <a:lvl6pPr marL="2743200" marR="0" lvl="5"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6pPr>
            <a:lvl7pPr marL="3200400" marR="0" lvl="6"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7pPr>
            <a:lvl8pPr marL="3657600" marR="0" lvl="7"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8pPr>
            <a:lvl9pPr marL="4114800" marR="0" lvl="8" indent="-228600" algn="l" rtl="0">
              <a:spcBef>
                <a:spcPts val="0"/>
              </a:spcBef>
              <a:spcAft>
                <a:spcPts val="0"/>
              </a:spcAft>
              <a:buSzPts val="1400"/>
              <a:buNone/>
              <a:defRPr sz="1200" b="0" i="0" u="none" strike="noStrike" cap="none">
                <a:solidFill>
                  <a:schemeClr val="dk1"/>
                </a:solidFill>
                <a:latin typeface="Corbel"/>
                <a:ea typeface="Corbel"/>
                <a:cs typeface="Corbel"/>
                <a:sym typeface="Corbe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orbel"/>
                <a:ea typeface="Corbel"/>
                <a:cs typeface="Corbel"/>
                <a:sym typeface="Corbel"/>
              </a:rPr>
              <a:t>‹#›</a:t>
            </a:fld>
            <a:endParaRPr sz="1200" b="0" i="0" u="none" strike="noStrike" cap="none">
              <a:solidFill>
                <a:schemeClr val="dk1"/>
              </a:solidFill>
              <a:latin typeface="Corbel"/>
              <a:ea typeface="Corbel"/>
              <a:cs typeface="Corbel"/>
              <a:sym typeface="Corbe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7" name="Google Shape;1387;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3" name="Google Shape;1393;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9" name="Google Shape;1399;p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3"/>
        <p:cNvGrpSpPr/>
        <p:nvPr/>
      </p:nvGrpSpPr>
      <p:grpSpPr>
        <a:xfrm>
          <a:off x="0" y="0"/>
          <a:ext cx="0" cy="0"/>
          <a:chOff x="0" y="0"/>
          <a:chExt cx="0" cy="0"/>
        </a:xfrm>
      </p:grpSpPr>
      <p:sp>
        <p:nvSpPr>
          <p:cNvPr id="1404" name="Google Shape;140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5" name="Google Shape;1405;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1" name="Google Shape;1411;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7" name="Google Shape;1417;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3" name="Google Shape;1423;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onsola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7" name="Google Shape;17;p9" descr="Line graphic"/>
          <p:cNvGrpSpPr/>
          <p:nvPr/>
        </p:nvGrpSpPr>
        <p:grpSpPr>
          <a:xfrm>
            <a:off x="1584896" y="4724400"/>
            <a:ext cx="8631936" cy="64008"/>
            <a:chOff x="-4110038" y="2703513"/>
            <a:chExt cx="17394239" cy="160336"/>
          </a:xfrm>
        </p:grpSpPr>
        <p:sp>
          <p:nvSpPr>
            <p:cNvPr id="18" name="Google Shape;18;p9"/>
            <p:cNvSpPr/>
            <p:nvPr/>
          </p:nvSpPr>
          <p:spPr>
            <a:xfrm>
              <a:off x="12815888" y="2768600"/>
              <a:ext cx="468313" cy="19050"/>
            </a:xfrm>
            <a:custGeom>
              <a:avLst/>
              <a:gdLst/>
              <a:ahLst/>
              <a:cxnLst/>
              <a:rect l="l" t="t" r="r" b="b"/>
              <a:pathLst>
                <a:path w="244" h="8" extrusionOk="0">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 name="Google Shape;19;p9"/>
            <p:cNvSpPr/>
            <p:nvPr/>
          </p:nvSpPr>
          <p:spPr>
            <a:xfrm>
              <a:off x="12380913" y="2755900"/>
              <a:ext cx="461963" cy="26987"/>
            </a:xfrm>
            <a:custGeom>
              <a:avLst/>
              <a:gdLst/>
              <a:ahLst/>
              <a:cxnLst/>
              <a:rect l="l" t="t" r="r" b="b"/>
              <a:pathLst>
                <a:path w="241" h="12" extrusionOk="0">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 name="Google Shape;20;p9"/>
            <p:cNvSpPr/>
            <p:nvPr/>
          </p:nvSpPr>
          <p:spPr>
            <a:xfrm>
              <a:off x="12814300" y="2779713"/>
              <a:ext cx="1588" cy="0"/>
            </a:xfrm>
            <a:custGeom>
              <a:avLst/>
              <a:gdLst/>
              <a:ahLst/>
              <a:cxnLst/>
              <a:rect l="l" t="t" r="r" b="b"/>
              <a:pathLst>
                <a:path w="1" h="120000" extrusionOk="0">
                  <a:moveTo>
                    <a:pt x="0" y="0"/>
                  </a:moveTo>
                  <a:lnTo>
                    <a:pt x="0" y="0"/>
                  </a:lnTo>
                  <a:lnTo>
                    <a:pt x="1"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 name="Google Shape;21;p9"/>
            <p:cNvSpPr/>
            <p:nvPr/>
          </p:nvSpPr>
          <p:spPr>
            <a:xfrm>
              <a:off x="2738437" y="2795588"/>
              <a:ext cx="425450" cy="15875"/>
            </a:xfrm>
            <a:custGeom>
              <a:avLst/>
              <a:gdLst/>
              <a:ahLst/>
              <a:cxnLst/>
              <a:rect l="l" t="t" r="r" b="b"/>
              <a:pathLst>
                <a:path w="222" h="7" extrusionOk="0">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2" name="Google Shape;22;p9"/>
            <p:cNvSpPr/>
            <p:nvPr/>
          </p:nvSpPr>
          <p:spPr>
            <a:xfrm>
              <a:off x="-3646488" y="2800350"/>
              <a:ext cx="46038" cy="3175"/>
            </a:xfrm>
            <a:custGeom>
              <a:avLst/>
              <a:gdLst/>
              <a:ahLst/>
              <a:cxnLst/>
              <a:rect l="l" t="t" r="r" b="b"/>
              <a:pathLst>
                <a:path w="24" h="1" extrusionOk="0">
                  <a:moveTo>
                    <a:pt x="0" y="1"/>
                  </a:moveTo>
                  <a:lnTo>
                    <a:pt x="0" y="1"/>
                  </a:lnTo>
                  <a:cubicBezTo>
                    <a:pt x="21" y="0"/>
                    <a:pt x="24" y="0"/>
                    <a:pt x="21" y="0"/>
                  </a:cubicBez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 name="Google Shape;23;p9"/>
            <p:cNvSpPr/>
            <p:nvPr/>
          </p:nvSpPr>
          <p:spPr>
            <a:xfrm>
              <a:off x="2627312" y="2816225"/>
              <a:ext cx="63500" cy="4762"/>
            </a:xfrm>
            <a:custGeom>
              <a:avLst/>
              <a:gdLst/>
              <a:ahLst/>
              <a:cxnLst/>
              <a:rect l="l" t="t" r="r" b="b"/>
              <a:pathLst>
                <a:path w="33" h="2" extrusionOk="0">
                  <a:moveTo>
                    <a:pt x="33" y="0"/>
                  </a:moveTo>
                  <a:lnTo>
                    <a:pt x="33" y="0"/>
                  </a:lnTo>
                  <a:lnTo>
                    <a:pt x="0" y="2"/>
                  </a:lnTo>
                  <a:cubicBezTo>
                    <a:pt x="14" y="1"/>
                    <a:pt x="25" y="1"/>
                    <a:pt x="3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 name="Google Shape;24;p9"/>
            <p:cNvSpPr/>
            <p:nvPr/>
          </p:nvSpPr>
          <p:spPr>
            <a:xfrm>
              <a:off x="3103562" y="2741613"/>
              <a:ext cx="28575" cy="3175"/>
            </a:xfrm>
            <a:custGeom>
              <a:avLst/>
              <a:gdLst/>
              <a:ahLst/>
              <a:cxnLst/>
              <a:rect l="l" t="t" r="r" b="b"/>
              <a:pathLst>
                <a:path w="15" h="1" extrusionOk="0">
                  <a:moveTo>
                    <a:pt x="15" y="0"/>
                  </a:moveTo>
                  <a:lnTo>
                    <a:pt x="15" y="0"/>
                  </a:lnTo>
                  <a:cubicBezTo>
                    <a:pt x="15" y="0"/>
                    <a:pt x="15" y="0"/>
                    <a:pt x="15" y="0"/>
                  </a:cubicBezTo>
                  <a:lnTo>
                    <a:pt x="0" y="1"/>
                  </a:lnTo>
                  <a:lnTo>
                    <a:pt x="0" y="1"/>
                  </a:lnTo>
                  <a:lnTo>
                    <a:pt x="15"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 name="Google Shape;25;p9"/>
            <p:cNvSpPr/>
            <p:nvPr/>
          </p:nvSpPr>
          <p:spPr>
            <a:xfrm>
              <a:off x="1227137" y="2836863"/>
              <a:ext cx="20638" cy="0"/>
            </a:xfrm>
            <a:custGeom>
              <a:avLst/>
              <a:gdLst/>
              <a:ahLst/>
              <a:cxnLst/>
              <a:rect l="l" t="t" r="r" b="b"/>
              <a:pathLst>
                <a:path w="11" h="120000" extrusionOk="0">
                  <a:moveTo>
                    <a:pt x="11" y="0"/>
                  </a:moveTo>
                  <a:lnTo>
                    <a:pt x="11" y="0"/>
                  </a:lnTo>
                  <a:lnTo>
                    <a:pt x="0" y="0"/>
                  </a:lnTo>
                  <a:lnTo>
                    <a:pt x="1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 name="Google Shape;26;p9"/>
            <p:cNvSpPr/>
            <p:nvPr/>
          </p:nvSpPr>
          <p:spPr>
            <a:xfrm>
              <a:off x="3660775" y="2713038"/>
              <a:ext cx="331788" cy="20637"/>
            </a:xfrm>
            <a:custGeom>
              <a:avLst/>
              <a:gdLst/>
              <a:ahLst/>
              <a:cxnLst/>
              <a:rect l="l" t="t" r="r" b="b"/>
              <a:pathLst>
                <a:path w="173" h="9" extrusionOk="0">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 name="Google Shape;27;p9"/>
            <p:cNvSpPr/>
            <p:nvPr/>
          </p:nvSpPr>
          <p:spPr>
            <a:xfrm>
              <a:off x="-1674813" y="2768600"/>
              <a:ext cx="1588" cy="0"/>
            </a:xfrm>
            <a:custGeom>
              <a:avLst/>
              <a:gdLst/>
              <a:ahLst/>
              <a:cxnLst/>
              <a:rect l="l" t="t" r="r" b="b"/>
              <a:pathLst>
                <a:path w="1" h="120000" extrusionOk="0">
                  <a:moveTo>
                    <a:pt x="0" y="0"/>
                  </a:moveTo>
                  <a:lnTo>
                    <a:pt x="0" y="0"/>
                  </a:lnTo>
                  <a:lnTo>
                    <a:pt x="1" y="0"/>
                  </a:lnTo>
                  <a:cubicBezTo>
                    <a:pt x="0" y="0"/>
                    <a:pt x="0"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 name="Google Shape;28;p9"/>
            <p:cNvSpPr/>
            <p:nvPr/>
          </p:nvSpPr>
          <p:spPr>
            <a:xfrm>
              <a:off x="-1673225" y="2767013"/>
              <a:ext cx="36513" cy="1587"/>
            </a:xfrm>
            <a:custGeom>
              <a:avLst/>
              <a:gdLst/>
              <a:ahLst/>
              <a:cxnLst/>
              <a:rect l="l" t="t" r="r" b="b"/>
              <a:pathLst>
                <a:path w="19" h="1" extrusionOk="0">
                  <a:moveTo>
                    <a:pt x="3" y="0"/>
                  </a:moveTo>
                  <a:lnTo>
                    <a:pt x="3" y="0"/>
                  </a:lnTo>
                  <a:lnTo>
                    <a:pt x="0" y="1"/>
                  </a:lnTo>
                  <a:cubicBezTo>
                    <a:pt x="4" y="0"/>
                    <a:pt x="19"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 name="Google Shape;29;p9"/>
            <p:cNvSpPr/>
            <p:nvPr/>
          </p:nvSpPr>
          <p:spPr>
            <a:xfrm>
              <a:off x="2690812" y="2811463"/>
              <a:ext cx="47625" cy="4762"/>
            </a:xfrm>
            <a:custGeom>
              <a:avLst/>
              <a:gdLst/>
              <a:ahLst/>
              <a:cxnLst/>
              <a:rect l="l" t="t" r="r" b="b"/>
              <a:pathLst>
                <a:path w="25" h="2" extrusionOk="0">
                  <a:moveTo>
                    <a:pt x="13" y="0"/>
                  </a:moveTo>
                  <a:lnTo>
                    <a:pt x="13" y="0"/>
                  </a:lnTo>
                  <a:cubicBezTo>
                    <a:pt x="12" y="0"/>
                    <a:pt x="7" y="1"/>
                    <a:pt x="0" y="2"/>
                  </a:cubicBezTo>
                  <a:lnTo>
                    <a:pt x="25" y="0"/>
                  </a:lnTo>
                  <a:lnTo>
                    <a:pt x="1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 name="Google Shape;30;p9"/>
            <p:cNvSpPr/>
            <p:nvPr/>
          </p:nvSpPr>
          <p:spPr>
            <a:xfrm>
              <a:off x="2822575" y="2794000"/>
              <a:ext cx="163513" cy="4762"/>
            </a:xfrm>
            <a:custGeom>
              <a:avLst/>
              <a:gdLst/>
              <a:ahLst/>
              <a:cxnLst/>
              <a:rect l="l" t="t" r="r" b="b"/>
              <a:pathLst>
                <a:path w="85" h="2" extrusionOk="0">
                  <a:moveTo>
                    <a:pt x="0" y="2"/>
                  </a:moveTo>
                  <a:lnTo>
                    <a:pt x="0" y="2"/>
                  </a:lnTo>
                  <a:lnTo>
                    <a:pt x="62" y="1"/>
                  </a:lnTo>
                  <a:lnTo>
                    <a:pt x="8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 name="Google Shape;31;p9"/>
            <p:cNvSpPr/>
            <p:nvPr/>
          </p:nvSpPr>
          <p:spPr>
            <a:xfrm>
              <a:off x="715962" y="2809875"/>
              <a:ext cx="1911350" cy="50800"/>
            </a:xfrm>
            <a:custGeom>
              <a:avLst/>
              <a:gdLst/>
              <a:ahLst/>
              <a:cxnLst/>
              <a:rect l="l" t="t" r="r" b="b"/>
              <a:pathLst>
                <a:path w="996" h="23" extrusionOk="0">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 name="Google Shape;32;p9"/>
            <p:cNvSpPr/>
            <p:nvPr/>
          </p:nvSpPr>
          <p:spPr>
            <a:xfrm>
              <a:off x="1995487" y="2822575"/>
              <a:ext cx="20638" cy="0"/>
            </a:xfrm>
            <a:custGeom>
              <a:avLst/>
              <a:gdLst/>
              <a:ahLst/>
              <a:cxnLst/>
              <a:rect l="l" t="t" r="r" b="b"/>
              <a:pathLst>
                <a:path w="10" h="120000" extrusionOk="0">
                  <a:moveTo>
                    <a:pt x="10" y="0"/>
                  </a:moveTo>
                  <a:lnTo>
                    <a:pt x="10" y="0"/>
                  </a:lnTo>
                  <a:lnTo>
                    <a:pt x="0" y="0"/>
                  </a:lnTo>
                  <a:cubicBezTo>
                    <a:pt x="1" y="0"/>
                    <a:pt x="4" y="0"/>
                    <a:pt x="1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 name="Google Shape;33;p9"/>
            <p:cNvSpPr/>
            <p:nvPr/>
          </p:nvSpPr>
          <p:spPr>
            <a:xfrm>
              <a:off x="1630362" y="2830513"/>
              <a:ext cx="22225" cy="0"/>
            </a:xfrm>
            <a:custGeom>
              <a:avLst/>
              <a:gdLst/>
              <a:ahLst/>
              <a:cxnLst/>
              <a:rect l="l" t="t" r="r" b="b"/>
              <a:pathLst>
                <a:path w="12" h="120000" extrusionOk="0">
                  <a:moveTo>
                    <a:pt x="11" y="0"/>
                  </a:moveTo>
                  <a:lnTo>
                    <a:pt x="11" y="0"/>
                  </a:lnTo>
                  <a:cubicBezTo>
                    <a:pt x="12" y="0"/>
                    <a:pt x="11" y="0"/>
                    <a:pt x="12" y="0"/>
                  </a:cubicBezTo>
                  <a:lnTo>
                    <a:pt x="0" y="0"/>
                  </a:lnTo>
                  <a:lnTo>
                    <a:pt x="1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 name="Google Shape;34;p9"/>
            <p:cNvSpPr/>
            <p:nvPr/>
          </p:nvSpPr>
          <p:spPr>
            <a:xfrm>
              <a:off x="2651125" y="2798763"/>
              <a:ext cx="46038" cy="1587"/>
            </a:xfrm>
            <a:custGeom>
              <a:avLst/>
              <a:gdLst/>
              <a:ahLst/>
              <a:cxnLst/>
              <a:rect l="l" t="t" r="r" b="b"/>
              <a:pathLst>
                <a:path w="24" h="1" extrusionOk="0">
                  <a:moveTo>
                    <a:pt x="3" y="1"/>
                  </a:moveTo>
                  <a:lnTo>
                    <a:pt x="3" y="1"/>
                  </a:lnTo>
                  <a:lnTo>
                    <a:pt x="24" y="0"/>
                  </a:lnTo>
                  <a:lnTo>
                    <a:pt x="8" y="1"/>
                  </a:lnTo>
                  <a:cubicBezTo>
                    <a:pt x="2" y="1"/>
                    <a:pt x="0" y="1"/>
                    <a:pt x="3"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5" name="Google Shape;35;p9"/>
            <p:cNvSpPr/>
            <p:nvPr/>
          </p:nvSpPr>
          <p:spPr>
            <a:xfrm>
              <a:off x="2698750" y="2809875"/>
              <a:ext cx="19050" cy="1587"/>
            </a:xfrm>
            <a:custGeom>
              <a:avLst/>
              <a:gdLst/>
              <a:ahLst/>
              <a:cxnLst/>
              <a:rect l="l" t="t" r="r" b="b"/>
              <a:pathLst>
                <a:path w="10" h="1" extrusionOk="0">
                  <a:moveTo>
                    <a:pt x="4" y="0"/>
                  </a:moveTo>
                  <a:lnTo>
                    <a:pt x="4" y="0"/>
                  </a:lnTo>
                  <a:lnTo>
                    <a:pt x="0" y="1"/>
                  </a:lnTo>
                  <a:lnTo>
                    <a:pt x="9" y="1"/>
                  </a:lnTo>
                  <a:cubicBezTo>
                    <a:pt x="10" y="0"/>
                    <a:pt x="9" y="0"/>
                    <a:pt x="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 name="Google Shape;36;p9"/>
            <p:cNvSpPr/>
            <p:nvPr/>
          </p:nvSpPr>
          <p:spPr>
            <a:xfrm>
              <a:off x="469900" y="2800350"/>
              <a:ext cx="23813" cy="3175"/>
            </a:xfrm>
            <a:custGeom>
              <a:avLst/>
              <a:gdLst/>
              <a:ahLst/>
              <a:cxnLst/>
              <a:rect l="l" t="t" r="r" b="b"/>
              <a:pathLst>
                <a:path w="13" h="1" extrusionOk="0">
                  <a:moveTo>
                    <a:pt x="13" y="0"/>
                  </a:moveTo>
                  <a:lnTo>
                    <a:pt x="13" y="0"/>
                  </a:lnTo>
                  <a:lnTo>
                    <a:pt x="0" y="1"/>
                  </a:lnTo>
                  <a:cubicBezTo>
                    <a:pt x="8" y="1"/>
                    <a:pt x="11" y="1"/>
                    <a:pt x="1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 name="Google Shape;37;p9"/>
            <p:cNvSpPr/>
            <p:nvPr/>
          </p:nvSpPr>
          <p:spPr>
            <a:xfrm>
              <a:off x="998537" y="2811463"/>
              <a:ext cx="1076325" cy="20637"/>
            </a:xfrm>
            <a:custGeom>
              <a:avLst/>
              <a:gdLst/>
              <a:ahLst/>
              <a:cxnLst/>
              <a:rect l="l" t="t" r="r" b="b"/>
              <a:pathLst>
                <a:path w="561" h="9" extrusionOk="0">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 name="Google Shape;38;p9"/>
            <p:cNvSpPr/>
            <p:nvPr/>
          </p:nvSpPr>
          <p:spPr>
            <a:xfrm>
              <a:off x="2495550" y="2803525"/>
              <a:ext cx="17463" cy="0"/>
            </a:xfrm>
            <a:custGeom>
              <a:avLst/>
              <a:gdLst/>
              <a:ahLst/>
              <a:cxnLst/>
              <a:rect l="l" t="t" r="r" b="b"/>
              <a:pathLst>
                <a:path w="9" h="120000" extrusionOk="0">
                  <a:moveTo>
                    <a:pt x="9" y="0"/>
                  </a:moveTo>
                  <a:lnTo>
                    <a:pt x="9" y="0"/>
                  </a:lnTo>
                  <a:lnTo>
                    <a:pt x="0" y="0"/>
                  </a:lnTo>
                  <a:lnTo>
                    <a:pt x="9"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 name="Google Shape;39;p9"/>
            <p:cNvSpPr/>
            <p:nvPr/>
          </p:nvSpPr>
          <p:spPr>
            <a:xfrm>
              <a:off x="2538412" y="2816225"/>
              <a:ext cx="1057275" cy="31750"/>
            </a:xfrm>
            <a:custGeom>
              <a:avLst/>
              <a:gdLst/>
              <a:ahLst/>
              <a:cxnLst/>
              <a:rect l="l" t="t" r="r" b="b"/>
              <a:pathLst>
                <a:path w="551" h="14" extrusionOk="0">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 name="Google Shape;40;p9"/>
            <p:cNvSpPr/>
            <p:nvPr/>
          </p:nvSpPr>
          <p:spPr>
            <a:xfrm>
              <a:off x="11777663" y="2757488"/>
              <a:ext cx="19050" cy="3175"/>
            </a:xfrm>
            <a:custGeom>
              <a:avLst/>
              <a:gdLst/>
              <a:ahLst/>
              <a:cxnLst/>
              <a:rect l="l" t="t" r="r" b="b"/>
              <a:pathLst>
                <a:path w="10" h="1" extrusionOk="0">
                  <a:moveTo>
                    <a:pt x="0" y="0"/>
                  </a:moveTo>
                  <a:lnTo>
                    <a:pt x="0" y="0"/>
                  </a:lnTo>
                  <a:lnTo>
                    <a:pt x="10" y="1"/>
                  </a:lnTo>
                  <a:cubicBezTo>
                    <a:pt x="8" y="1"/>
                    <a:pt x="4" y="1"/>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 name="Google Shape;41;p9"/>
            <p:cNvSpPr/>
            <p:nvPr/>
          </p:nvSpPr>
          <p:spPr>
            <a:xfrm>
              <a:off x="5983288" y="2741613"/>
              <a:ext cx="38100" cy="0"/>
            </a:xfrm>
            <a:custGeom>
              <a:avLst/>
              <a:gdLst/>
              <a:ahLst/>
              <a:cxnLst/>
              <a:rect l="l" t="t" r="r" b="b"/>
              <a:pathLst>
                <a:path w="20" h="120000" extrusionOk="0">
                  <a:moveTo>
                    <a:pt x="0" y="0"/>
                  </a:moveTo>
                  <a:lnTo>
                    <a:pt x="0" y="0"/>
                  </a:lnTo>
                  <a:lnTo>
                    <a:pt x="2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 name="Google Shape;42;p9"/>
            <p:cNvSpPr/>
            <p:nvPr/>
          </p:nvSpPr>
          <p:spPr>
            <a:xfrm>
              <a:off x="6832600" y="2713038"/>
              <a:ext cx="53975" cy="1587"/>
            </a:xfrm>
            <a:custGeom>
              <a:avLst/>
              <a:gdLst/>
              <a:ahLst/>
              <a:cxnLst/>
              <a:rect l="l" t="t" r="r" b="b"/>
              <a:pathLst>
                <a:path w="28" h="1" extrusionOk="0">
                  <a:moveTo>
                    <a:pt x="0" y="1"/>
                  </a:moveTo>
                  <a:lnTo>
                    <a:pt x="0" y="1"/>
                  </a:lnTo>
                  <a:lnTo>
                    <a:pt x="28" y="0"/>
                  </a:lnTo>
                  <a:cubicBezTo>
                    <a:pt x="17" y="0"/>
                    <a:pt x="8" y="1"/>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3" name="Google Shape;43;p9"/>
            <p:cNvSpPr/>
            <p:nvPr/>
          </p:nvSpPr>
          <p:spPr>
            <a:xfrm>
              <a:off x="11317288" y="2755900"/>
              <a:ext cx="9525" cy="0"/>
            </a:xfrm>
            <a:custGeom>
              <a:avLst/>
              <a:gdLst/>
              <a:ahLst/>
              <a:cxnLst/>
              <a:rect l="l" t="t" r="r" b="b"/>
              <a:pathLst>
                <a:path w="5" h="120000" extrusionOk="0">
                  <a:moveTo>
                    <a:pt x="5" y="0"/>
                  </a:moveTo>
                  <a:lnTo>
                    <a:pt x="5" y="0"/>
                  </a:lnTo>
                  <a:lnTo>
                    <a:pt x="4" y="0"/>
                  </a:lnTo>
                  <a:lnTo>
                    <a:pt x="0" y="0"/>
                  </a:lnTo>
                  <a:lnTo>
                    <a:pt x="5"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 name="Google Shape;44;p9"/>
            <p:cNvSpPr/>
            <p:nvPr/>
          </p:nvSpPr>
          <p:spPr>
            <a:xfrm>
              <a:off x="8534400" y="2735263"/>
              <a:ext cx="30163" cy="0"/>
            </a:xfrm>
            <a:custGeom>
              <a:avLst/>
              <a:gdLst/>
              <a:ahLst/>
              <a:cxnLst/>
              <a:rect l="l" t="t" r="r" b="b"/>
              <a:pathLst>
                <a:path w="16" h="120000" extrusionOk="0">
                  <a:moveTo>
                    <a:pt x="0" y="0"/>
                  </a:moveTo>
                  <a:lnTo>
                    <a:pt x="0" y="0"/>
                  </a:lnTo>
                  <a:cubicBezTo>
                    <a:pt x="4" y="0"/>
                    <a:pt x="9" y="0"/>
                    <a:pt x="16" y="0"/>
                  </a:cubicBezTo>
                  <a:cubicBezTo>
                    <a:pt x="15" y="0"/>
                    <a:pt x="9"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 name="Google Shape;45;p9"/>
            <p:cNvSpPr/>
            <p:nvPr/>
          </p:nvSpPr>
          <p:spPr>
            <a:xfrm>
              <a:off x="6821488" y="2714625"/>
              <a:ext cx="9525" cy="0"/>
            </a:xfrm>
            <a:custGeom>
              <a:avLst/>
              <a:gdLst/>
              <a:ahLst/>
              <a:cxnLst/>
              <a:rect l="l" t="t" r="r" b="b"/>
              <a:pathLst>
                <a:path w="5" h="120000" extrusionOk="0">
                  <a:moveTo>
                    <a:pt x="0" y="0"/>
                  </a:moveTo>
                  <a:lnTo>
                    <a:pt x="0" y="0"/>
                  </a:lnTo>
                  <a:lnTo>
                    <a:pt x="2" y="0"/>
                  </a:lnTo>
                  <a:lnTo>
                    <a:pt x="5"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 name="Google Shape;46;p9"/>
            <p:cNvSpPr/>
            <p:nvPr/>
          </p:nvSpPr>
          <p:spPr>
            <a:xfrm>
              <a:off x="5583238" y="2719388"/>
              <a:ext cx="25400" cy="0"/>
            </a:xfrm>
            <a:custGeom>
              <a:avLst/>
              <a:gdLst/>
              <a:ahLst/>
              <a:cxnLst/>
              <a:rect l="l" t="t" r="r" b="b"/>
              <a:pathLst>
                <a:path w="13" h="120000" extrusionOk="0">
                  <a:moveTo>
                    <a:pt x="13" y="0"/>
                  </a:moveTo>
                  <a:lnTo>
                    <a:pt x="13" y="0"/>
                  </a:lnTo>
                  <a:lnTo>
                    <a:pt x="0" y="0"/>
                  </a:lnTo>
                  <a:lnTo>
                    <a:pt x="1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 name="Google Shape;47;p9"/>
            <p:cNvSpPr/>
            <p:nvPr/>
          </p:nvSpPr>
          <p:spPr>
            <a:xfrm>
              <a:off x="5638800" y="2740025"/>
              <a:ext cx="23813" cy="1587"/>
            </a:xfrm>
            <a:custGeom>
              <a:avLst/>
              <a:gdLst/>
              <a:ahLst/>
              <a:cxnLst/>
              <a:rect l="l" t="t" r="r" b="b"/>
              <a:pathLst>
                <a:path w="12" h="1" extrusionOk="0">
                  <a:moveTo>
                    <a:pt x="12" y="0"/>
                  </a:moveTo>
                  <a:lnTo>
                    <a:pt x="12" y="0"/>
                  </a:lnTo>
                  <a:lnTo>
                    <a:pt x="0" y="1"/>
                  </a:lnTo>
                  <a:lnTo>
                    <a:pt x="1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 name="Google Shape;48;p9"/>
            <p:cNvSpPr/>
            <p:nvPr/>
          </p:nvSpPr>
          <p:spPr>
            <a:xfrm>
              <a:off x="4303712" y="2728913"/>
              <a:ext cx="50800" cy="0"/>
            </a:xfrm>
            <a:custGeom>
              <a:avLst/>
              <a:gdLst/>
              <a:ahLst/>
              <a:cxnLst/>
              <a:rect l="l" t="t" r="r" b="b"/>
              <a:pathLst>
                <a:path w="26" h="120000" extrusionOk="0">
                  <a:moveTo>
                    <a:pt x="26" y="0"/>
                  </a:moveTo>
                  <a:lnTo>
                    <a:pt x="26" y="0"/>
                  </a:lnTo>
                  <a:lnTo>
                    <a:pt x="0" y="0"/>
                  </a:lnTo>
                  <a:cubicBezTo>
                    <a:pt x="13" y="0"/>
                    <a:pt x="20" y="0"/>
                    <a:pt x="2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 name="Google Shape;49;p9"/>
            <p:cNvSpPr/>
            <p:nvPr/>
          </p:nvSpPr>
          <p:spPr>
            <a:xfrm>
              <a:off x="5519738" y="2735263"/>
              <a:ext cx="9525" cy="3175"/>
            </a:xfrm>
            <a:custGeom>
              <a:avLst/>
              <a:gdLst/>
              <a:ahLst/>
              <a:cxnLst/>
              <a:rect l="l" t="t" r="r" b="b"/>
              <a:pathLst>
                <a:path w="5" h="1" extrusionOk="0">
                  <a:moveTo>
                    <a:pt x="4" y="0"/>
                  </a:moveTo>
                  <a:lnTo>
                    <a:pt x="4" y="0"/>
                  </a:lnTo>
                  <a:lnTo>
                    <a:pt x="0" y="1"/>
                  </a:lnTo>
                  <a:cubicBezTo>
                    <a:pt x="3" y="1"/>
                    <a:pt x="5" y="1"/>
                    <a:pt x="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 name="Google Shape;50;p9"/>
            <p:cNvSpPr/>
            <p:nvPr/>
          </p:nvSpPr>
          <p:spPr>
            <a:xfrm>
              <a:off x="12096750" y="2784475"/>
              <a:ext cx="6350" cy="0"/>
            </a:xfrm>
            <a:custGeom>
              <a:avLst/>
              <a:gdLst/>
              <a:ahLst/>
              <a:cxnLst/>
              <a:rect l="l" t="t" r="r" b="b"/>
              <a:pathLst>
                <a:path w="3" h="120000" extrusionOk="0">
                  <a:moveTo>
                    <a:pt x="3" y="0"/>
                  </a:moveTo>
                  <a:lnTo>
                    <a:pt x="3" y="0"/>
                  </a:lnTo>
                  <a:lnTo>
                    <a:pt x="1" y="0"/>
                  </a:lnTo>
                  <a:lnTo>
                    <a:pt x="0" y="0"/>
                  </a:lnTo>
                  <a:lnTo>
                    <a:pt x="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1" name="Google Shape;51;p9"/>
            <p:cNvSpPr/>
            <p:nvPr/>
          </p:nvSpPr>
          <p:spPr>
            <a:xfrm>
              <a:off x="12225338" y="2773363"/>
              <a:ext cx="46038" cy="0"/>
            </a:xfrm>
            <a:custGeom>
              <a:avLst/>
              <a:gdLst/>
              <a:ahLst/>
              <a:cxnLst/>
              <a:rect l="l" t="t" r="r" b="b"/>
              <a:pathLst>
                <a:path w="24" h="120000" extrusionOk="0">
                  <a:moveTo>
                    <a:pt x="0" y="0"/>
                  </a:moveTo>
                  <a:lnTo>
                    <a:pt x="0" y="0"/>
                  </a:lnTo>
                  <a:lnTo>
                    <a:pt x="24" y="0"/>
                  </a:lnTo>
                  <a:cubicBezTo>
                    <a:pt x="15" y="0"/>
                    <a:pt x="6"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2" name="Google Shape;52;p9"/>
            <p:cNvSpPr/>
            <p:nvPr/>
          </p:nvSpPr>
          <p:spPr>
            <a:xfrm>
              <a:off x="9274175" y="2746375"/>
              <a:ext cx="55563" cy="4762"/>
            </a:xfrm>
            <a:custGeom>
              <a:avLst/>
              <a:gdLst/>
              <a:ahLst/>
              <a:cxnLst/>
              <a:rect l="l" t="t" r="r" b="b"/>
              <a:pathLst>
                <a:path w="29" h="2" extrusionOk="0">
                  <a:moveTo>
                    <a:pt x="0" y="1"/>
                  </a:moveTo>
                  <a:lnTo>
                    <a:pt x="0" y="1"/>
                  </a:lnTo>
                  <a:cubicBezTo>
                    <a:pt x="7" y="1"/>
                    <a:pt x="23" y="2"/>
                    <a:pt x="15" y="2"/>
                  </a:cubicBezTo>
                  <a:cubicBezTo>
                    <a:pt x="29" y="2"/>
                    <a:pt x="2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 name="Google Shape;53;p9"/>
            <p:cNvSpPr/>
            <p:nvPr/>
          </p:nvSpPr>
          <p:spPr>
            <a:xfrm>
              <a:off x="11847513" y="2827338"/>
              <a:ext cx="34925" cy="3175"/>
            </a:xfrm>
            <a:custGeom>
              <a:avLst/>
              <a:gdLst/>
              <a:ahLst/>
              <a:cxnLst/>
              <a:rect l="l" t="t" r="r" b="b"/>
              <a:pathLst>
                <a:path w="18" h="1" extrusionOk="0">
                  <a:moveTo>
                    <a:pt x="3" y="1"/>
                  </a:moveTo>
                  <a:lnTo>
                    <a:pt x="3" y="1"/>
                  </a:lnTo>
                  <a:cubicBezTo>
                    <a:pt x="7" y="1"/>
                    <a:pt x="13" y="0"/>
                    <a:pt x="18" y="0"/>
                  </a:cubicBezTo>
                  <a:cubicBezTo>
                    <a:pt x="8" y="0"/>
                    <a:pt x="0" y="1"/>
                    <a:pt x="3"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 name="Google Shape;54;p9"/>
            <p:cNvSpPr/>
            <p:nvPr/>
          </p:nvSpPr>
          <p:spPr>
            <a:xfrm>
              <a:off x="11882438" y="2825750"/>
              <a:ext cx="25400" cy="1587"/>
            </a:xfrm>
            <a:custGeom>
              <a:avLst/>
              <a:gdLst/>
              <a:ahLst/>
              <a:cxnLst/>
              <a:rect l="l" t="t" r="r" b="b"/>
              <a:pathLst>
                <a:path w="14" h="1" extrusionOk="0">
                  <a:moveTo>
                    <a:pt x="0" y="1"/>
                  </a:moveTo>
                  <a:lnTo>
                    <a:pt x="0" y="1"/>
                  </a:lnTo>
                  <a:lnTo>
                    <a:pt x="14" y="0"/>
                  </a:ln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 name="Google Shape;55;p9"/>
            <p:cNvSpPr/>
            <p:nvPr/>
          </p:nvSpPr>
          <p:spPr>
            <a:xfrm>
              <a:off x="8915400" y="2809875"/>
              <a:ext cx="15875" cy="1587"/>
            </a:xfrm>
            <a:custGeom>
              <a:avLst/>
              <a:gdLst/>
              <a:ahLst/>
              <a:cxnLst/>
              <a:rect l="l" t="t" r="r" b="b"/>
              <a:pathLst>
                <a:path w="8" h="1" extrusionOk="0">
                  <a:moveTo>
                    <a:pt x="8" y="1"/>
                  </a:moveTo>
                  <a:lnTo>
                    <a:pt x="8" y="1"/>
                  </a:lnTo>
                  <a:cubicBezTo>
                    <a:pt x="6" y="0"/>
                    <a:pt x="3" y="0"/>
                    <a:pt x="0" y="0"/>
                  </a:cubicBezTo>
                  <a:cubicBezTo>
                    <a:pt x="1" y="0"/>
                    <a:pt x="4"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 name="Google Shape;56;p9"/>
            <p:cNvSpPr/>
            <p:nvPr/>
          </p:nvSpPr>
          <p:spPr>
            <a:xfrm>
              <a:off x="12109450" y="2752725"/>
              <a:ext cx="454025" cy="23812"/>
            </a:xfrm>
            <a:custGeom>
              <a:avLst/>
              <a:gdLst/>
              <a:ahLst/>
              <a:cxnLst/>
              <a:rect l="l" t="t" r="r" b="b"/>
              <a:pathLst>
                <a:path w="236" h="10" extrusionOk="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 name="Google Shape;57;p9"/>
            <p:cNvSpPr/>
            <p:nvPr/>
          </p:nvSpPr>
          <p:spPr>
            <a:xfrm>
              <a:off x="12182475" y="2816225"/>
              <a:ext cx="9525" cy="0"/>
            </a:xfrm>
            <a:custGeom>
              <a:avLst/>
              <a:gdLst/>
              <a:ahLst/>
              <a:cxnLst/>
              <a:rect l="l" t="t" r="r" b="b"/>
              <a:pathLst>
                <a:path w="5" h="120000" extrusionOk="0">
                  <a:moveTo>
                    <a:pt x="0" y="0"/>
                  </a:moveTo>
                  <a:lnTo>
                    <a:pt x="0" y="0"/>
                  </a:lnTo>
                  <a:lnTo>
                    <a:pt x="1" y="0"/>
                  </a:lnTo>
                  <a:lnTo>
                    <a:pt x="5"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 name="Google Shape;58;p9"/>
            <p:cNvSpPr/>
            <p:nvPr/>
          </p:nvSpPr>
          <p:spPr>
            <a:xfrm>
              <a:off x="4348162" y="2827338"/>
              <a:ext cx="17463" cy="3175"/>
            </a:xfrm>
            <a:custGeom>
              <a:avLst/>
              <a:gdLst/>
              <a:ahLst/>
              <a:cxnLst/>
              <a:rect l="l" t="t" r="r" b="b"/>
              <a:pathLst>
                <a:path w="9" h="1" extrusionOk="0">
                  <a:moveTo>
                    <a:pt x="8" y="0"/>
                  </a:moveTo>
                  <a:lnTo>
                    <a:pt x="8" y="0"/>
                  </a:lnTo>
                  <a:lnTo>
                    <a:pt x="0" y="1"/>
                  </a:lnTo>
                  <a:cubicBezTo>
                    <a:pt x="7" y="0"/>
                    <a:pt x="9" y="0"/>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9" name="Google Shape;59;p9"/>
            <p:cNvSpPr/>
            <p:nvPr/>
          </p:nvSpPr>
          <p:spPr>
            <a:xfrm>
              <a:off x="12071350" y="2790825"/>
              <a:ext cx="0" cy="0"/>
            </a:xfrm>
            <a:custGeom>
              <a:avLst/>
              <a:gdLst/>
              <a:ahLst/>
              <a:cxnLst/>
              <a:rect l="l" t="t" r="r" b="b"/>
              <a:pathLst>
                <a:path w="120000" h="120000" extrusionOk="0">
                  <a:moveTo>
                    <a:pt x="0" y="0"/>
                  </a:moveTo>
                  <a:lnTo>
                    <a:pt x="0" y="0"/>
                  </a:lnTo>
                  <a:lnTo>
                    <a:pt x="0" y="0"/>
                  </a:lnTo>
                  <a:cubicBezTo>
                    <a:pt x="0" y="0"/>
                    <a:pt x="0"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0" name="Google Shape;60;p9"/>
            <p:cNvSpPr/>
            <p:nvPr/>
          </p:nvSpPr>
          <p:spPr>
            <a:xfrm>
              <a:off x="4754563" y="2827338"/>
              <a:ext cx="4763" cy="0"/>
            </a:xfrm>
            <a:custGeom>
              <a:avLst/>
              <a:gdLst/>
              <a:ahLst/>
              <a:cxnLst/>
              <a:rect l="l" t="t" r="r" b="b"/>
              <a:pathLst>
                <a:path w="2" h="120000" extrusionOk="0">
                  <a:moveTo>
                    <a:pt x="2" y="0"/>
                  </a:moveTo>
                  <a:lnTo>
                    <a:pt x="2" y="0"/>
                  </a:lnTo>
                  <a:lnTo>
                    <a:pt x="0" y="0"/>
                  </a:lnTo>
                  <a:cubicBezTo>
                    <a:pt x="1" y="0"/>
                    <a:pt x="1" y="0"/>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 name="Google Shape;61;p9"/>
            <p:cNvSpPr/>
            <p:nvPr/>
          </p:nvSpPr>
          <p:spPr>
            <a:xfrm>
              <a:off x="4852988" y="2719388"/>
              <a:ext cx="9525" cy="3175"/>
            </a:xfrm>
            <a:custGeom>
              <a:avLst/>
              <a:gdLst/>
              <a:ahLst/>
              <a:cxnLst/>
              <a:rect l="l" t="t" r="r" b="b"/>
              <a:pathLst>
                <a:path w="5" h="1" extrusionOk="0">
                  <a:moveTo>
                    <a:pt x="5" y="1"/>
                  </a:moveTo>
                  <a:lnTo>
                    <a:pt x="5" y="1"/>
                  </a:lnTo>
                  <a:cubicBezTo>
                    <a:pt x="5" y="1"/>
                    <a:pt x="5" y="1"/>
                    <a:pt x="4" y="0"/>
                  </a:cubicBezTo>
                  <a:cubicBezTo>
                    <a:pt x="0" y="1"/>
                    <a:pt x="2" y="1"/>
                    <a:pt x="5"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 name="Google Shape;62;p9"/>
            <p:cNvSpPr/>
            <p:nvPr/>
          </p:nvSpPr>
          <p:spPr>
            <a:xfrm>
              <a:off x="4759325" y="2827338"/>
              <a:ext cx="0" cy="0"/>
            </a:xfrm>
            <a:custGeom>
              <a:avLst/>
              <a:gdLst/>
              <a:ahLst/>
              <a:cxnLst/>
              <a:rect l="l" t="t" r="r" b="b"/>
              <a:pathLst>
                <a:path w="120000" h="120000" extrusionOk="0">
                  <a:moveTo>
                    <a:pt x="0" y="0"/>
                  </a:moveTo>
                  <a:lnTo>
                    <a:pt x="0" y="0"/>
                  </a:lnTo>
                  <a:cubicBezTo>
                    <a:pt x="0" y="0"/>
                    <a:pt x="0" y="0"/>
                    <a:pt x="0" y="0"/>
                  </a:cubicBezTo>
                  <a:cubicBezTo>
                    <a:pt x="0" y="0"/>
                    <a:pt x="0"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 name="Google Shape;63;p9"/>
            <p:cNvSpPr/>
            <p:nvPr/>
          </p:nvSpPr>
          <p:spPr>
            <a:xfrm>
              <a:off x="6654800" y="2805113"/>
              <a:ext cx="19050" cy="1587"/>
            </a:xfrm>
            <a:custGeom>
              <a:avLst/>
              <a:gdLst/>
              <a:ahLst/>
              <a:cxnLst/>
              <a:rect l="l" t="t" r="r" b="b"/>
              <a:pathLst>
                <a:path w="10" h="1" extrusionOk="0">
                  <a:moveTo>
                    <a:pt x="10" y="1"/>
                  </a:moveTo>
                  <a:lnTo>
                    <a:pt x="10" y="1"/>
                  </a:lnTo>
                  <a:lnTo>
                    <a:pt x="2" y="0"/>
                  </a:lnTo>
                  <a:cubicBezTo>
                    <a:pt x="0" y="0"/>
                    <a:pt x="2" y="0"/>
                    <a:pt x="1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 name="Google Shape;64;p9"/>
            <p:cNvSpPr/>
            <p:nvPr/>
          </p:nvSpPr>
          <p:spPr>
            <a:xfrm>
              <a:off x="6289675" y="2798763"/>
              <a:ext cx="6350" cy="0"/>
            </a:xfrm>
            <a:custGeom>
              <a:avLst/>
              <a:gdLst/>
              <a:ahLst/>
              <a:cxnLst/>
              <a:rect l="l" t="t" r="r" b="b"/>
              <a:pathLst>
                <a:path w="3" h="120000" extrusionOk="0">
                  <a:moveTo>
                    <a:pt x="3" y="0"/>
                  </a:moveTo>
                  <a:lnTo>
                    <a:pt x="3" y="0"/>
                  </a:lnTo>
                  <a:lnTo>
                    <a:pt x="0" y="0"/>
                  </a:lnTo>
                  <a:lnTo>
                    <a:pt x="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 name="Google Shape;65;p9"/>
            <p:cNvSpPr/>
            <p:nvPr/>
          </p:nvSpPr>
          <p:spPr>
            <a:xfrm>
              <a:off x="9140825" y="2725738"/>
              <a:ext cx="44450" cy="0"/>
            </a:xfrm>
            <a:custGeom>
              <a:avLst/>
              <a:gdLst/>
              <a:ahLst/>
              <a:cxnLst/>
              <a:rect l="l" t="t" r="r" b="b"/>
              <a:pathLst>
                <a:path w="23" h="120000" extrusionOk="0">
                  <a:moveTo>
                    <a:pt x="23" y="0"/>
                  </a:moveTo>
                  <a:lnTo>
                    <a:pt x="23" y="0"/>
                  </a:lnTo>
                  <a:lnTo>
                    <a:pt x="0" y="0"/>
                  </a:lnTo>
                  <a:lnTo>
                    <a:pt x="2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 name="Google Shape;66;p9"/>
            <p:cNvSpPr/>
            <p:nvPr/>
          </p:nvSpPr>
          <p:spPr>
            <a:xfrm>
              <a:off x="4737100" y="2827338"/>
              <a:ext cx="17463" cy="3175"/>
            </a:xfrm>
            <a:custGeom>
              <a:avLst/>
              <a:gdLst/>
              <a:ahLst/>
              <a:cxnLst/>
              <a:rect l="l" t="t" r="r" b="b"/>
              <a:pathLst>
                <a:path w="9" h="1" extrusionOk="0">
                  <a:moveTo>
                    <a:pt x="9" y="0"/>
                  </a:moveTo>
                  <a:lnTo>
                    <a:pt x="9" y="0"/>
                  </a:lnTo>
                  <a:lnTo>
                    <a:pt x="0" y="1"/>
                  </a:lnTo>
                  <a:cubicBezTo>
                    <a:pt x="5" y="0"/>
                    <a:pt x="8" y="0"/>
                    <a:pt x="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 name="Google Shape;67;p9"/>
            <p:cNvSpPr/>
            <p:nvPr/>
          </p:nvSpPr>
          <p:spPr>
            <a:xfrm>
              <a:off x="7239000" y="2779713"/>
              <a:ext cx="11113" cy="3175"/>
            </a:xfrm>
            <a:custGeom>
              <a:avLst/>
              <a:gdLst/>
              <a:ahLst/>
              <a:cxnLst/>
              <a:rect l="l" t="t" r="r" b="b"/>
              <a:pathLst>
                <a:path w="6" h="1" extrusionOk="0">
                  <a:moveTo>
                    <a:pt x="6" y="0"/>
                  </a:moveTo>
                  <a:lnTo>
                    <a:pt x="6" y="0"/>
                  </a:lnTo>
                  <a:lnTo>
                    <a:pt x="0" y="1"/>
                  </a:lnTo>
                  <a:lnTo>
                    <a:pt x="4" y="1"/>
                  </a:lnTo>
                  <a:lnTo>
                    <a:pt x="6"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 name="Google Shape;68;p9"/>
            <p:cNvSpPr/>
            <p:nvPr/>
          </p:nvSpPr>
          <p:spPr>
            <a:xfrm>
              <a:off x="7181850" y="2773363"/>
              <a:ext cx="468313" cy="15875"/>
            </a:xfrm>
            <a:custGeom>
              <a:avLst/>
              <a:gdLst/>
              <a:ahLst/>
              <a:cxnLst/>
              <a:rect l="l" t="t" r="r" b="b"/>
              <a:pathLst>
                <a:path w="244" h="7" extrusionOk="0">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 name="Google Shape;69;p9"/>
            <p:cNvSpPr/>
            <p:nvPr/>
          </p:nvSpPr>
          <p:spPr>
            <a:xfrm>
              <a:off x="7407275" y="2787650"/>
              <a:ext cx="26988" cy="0"/>
            </a:xfrm>
            <a:custGeom>
              <a:avLst/>
              <a:gdLst/>
              <a:ahLst/>
              <a:cxnLst/>
              <a:rect l="l" t="t" r="r" b="b"/>
              <a:pathLst>
                <a:path w="14" h="120000" extrusionOk="0">
                  <a:moveTo>
                    <a:pt x="14" y="0"/>
                  </a:moveTo>
                  <a:lnTo>
                    <a:pt x="14" y="0"/>
                  </a:lnTo>
                  <a:lnTo>
                    <a:pt x="0" y="0"/>
                  </a:lnTo>
                  <a:cubicBezTo>
                    <a:pt x="8" y="0"/>
                    <a:pt x="11" y="0"/>
                    <a:pt x="1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 name="Google Shape;70;p9"/>
            <p:cNvSpPr/>
            <p:nvPr/>
          </p:nvSpPr>
          <p:spPr>
            <a:xfrm>
              <a:off x="8123238" y="2794000"/>
              <a:ext cx="31750" cy="1587"/>
            </a:xfrm>
            <a:custGeom>
              <a:avLst/>
              <a:gdLst/>
              <a:ahLst/>
              <a:cxnLst/>
              <a:rect l="l" t="t" r="r" b="b"/>
              <a:pathLst>
                <a:path w="16" h="1" extrusionOk="0">
                  <a:moveTo>
                    <a:pt x="0" y="1"/>
                  </a:moveTo>
                  <a:lnTo>
                    <a:pt x="0" y="1"/>
                  </a:lnTo>
                  <a:lnTo>
                    <a:pt x="16" y="0"/>
                  </a:ln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 name="Google Shape;71;p9"/>
            <p:cNvSpPr/>
            <p:nvPr/>
          </p:nvSpPr>
          <p:spPr>
            <a:xfrm>
              <a:off x="3070225" y="2794000"/>
              <a:ext cx="101600" cy="4762"/>
            </a:xfrm>
            <a:custGeom>
              <a:avLst/>
              <a:gdLst/>
              <a:ahLst/>
              <a:cxnLst/>
              <a:rect l="l" t="t" r="r" b="b"/>
              <a:pathLst>
                <a:path w="53" h="2" extrusionOk="0">
                  <a:moveTo>
                    <a:pt x="0" y="0"/>
                  </a:moveTo>
                  <a:lnTo>
                    <a:pt x="0" y="0"/>
                  </a:lnTo>
                  <a:cubicBezTo>
                    <a:pt x="2" y="1"/>
                    <a:pt x="53" y="2"/>
                    <a:pt x="52" y="0"/>
                  </a:cubicBezTo>
                  <a:lnTo>
                    <a:pt x="6"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 name="Google Shape;72;p9"/>
            <p:cNvSpPr/>
            <p:nvPr/>
          </p:nvSpPr>
          <p:spPr>
            <a:xfrm>
              <a:off x="9963150" y="2778125"/>
              <a:ext cx="41275" cy="0"/>
            </a:xfrm>
            <a:custGeom>
              <a:avLst/>
              <a:gdLst/>
              <a:ahLst/>
              <a:cxnLst/>
              <a:rect l="l" t="t" r="r" b="b"/>
              <a:pathLst>
                <a:path w="21" h="120000" extrusionOk="0">
                  <a:moveTo>
                    <a:pt x="21" y="0"/>
                  </a:moveTo>
                  <a:lnTo>
                    <a:pt x="21" y="0"/>
                  </a:lnTo>
                  <a:lnTo>
                    <a:pt x="3" y="0"/>
                  </a:lnTo>
                  <a:lnTo>
                    <a:pt x="0" y="0"/>
                  </a:lnTo>
                  <a:cubicBezTo>
                    <a:pt x="4" y="0"/>
                    <a:pt x="15"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 name="Google Shape;73;p9"/>
            <p:cNvSpPr/>
            <p:nvPr/>
          </p:nvSpPr>
          <p:spPr>
            <a:xfrm>
              <a:off x="7523163" y="2773363"/>
              <a:ext cx="30163" cy="3175"/>
            </a:xfrm>
            <a:custGeom>
              <a:avLst/>
              <a:gdLst/>
              <a:ahLst/>
              <a:cxnLst/>
              <a:rect l="l" t="t" r="r" b="b"/>
              <a:pathLst>
                <a:path w="16" h="1" extrusionOk="0">
                  <a:moveTo>
                    <a:pt x="16" y="0"/>
                  </a:moveTo>
                  <a:lnTo>
                    <a:pt x="16" y="0"/>
                  </a:lnTo>
                  <a:cubicBezTo>
                    <a:pt x="6" y="0"/>
                    <a:pt x="2" y="1"/>
                    <a:pt x="0" y="1"/>
                  </a:cubicBezTo>
                  <a:cubicBezTo>
                    <a:pt x="6" y="1"/>
                    <a:pt x="12" y="1"/>
                    <a:pt x="1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 name="Google Shape;74;p9"/>
            <p:cNvSpPr/>
            <p:nvPr/>
          </p:nvSpPr>
          <p:spPr>
            <a:xfrm>
              <a:off x="10009188" y="2787650"/>
              <a:ext cx="115888" cy="3175"/>
            </a:xfrm>
            <a:custGeom>
              <a:avLst/>
              <a:gdLst/>
              <a:ahLst/>
              <a:cxnLst/>
              <a:rect l="l" t="t" r="r" b="b"/>
              <a:pathLst>
                <a:path w="60" h="2" extrusionOk="0">
                  <a:moveTo>
                    <a:pt x="0" y="0"/>
                  </a:moveTo>
                  <a:lnTo>
                    <a:pt x="0" y="0"/>
                  </a:lnTo>
                  <a:cubicBezTo>
                    <a:pt x="7" y="0"/>
                    <a:pt x="18" y="1"/>
                    <a:pt x="19" y="2"/>
                  </a:cubicBezTo>
                  <a:cubicBezTo>
                    <a:pt x="34" y="2"/>
                    <a:pt x="45" y="1"/>
                    <a:pt x="60" y="1"/>
                  </a:cubicBezTo>
                  <a:cubicBezTo>
                    <a:pt x="43" y="1"/>
                    <a:pt x="23" y="1"/>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 name="Google Shape;75;p9"/>
            <p:cNvSpPr/>
            <p:nvPr/>
          </p:nvSpPr>
          <p:spPr>
            <a:xfrm>
              <a:off x="10125075" y="2789238"/>
              <a:ext cx="1588" cy="0"/>
            </a:xfrm>
            <a:custGeom>
              <a:avLst/>
              <a:gdLst/>
              <a:ahLst/>
              <a:cxnLst/>
              <a:rect l="l" t="t" r="r" b="b"/>
              <a:pathLst>
                <a:path w="1" h="120000" extrusionOk="0">
                  <a:moveTo>
                    <a:pt x="1" y="0"/>
                  </a:moveTo>
                  <a:lnTo>
                    <a:pt x="1" y="0"/>
                  </a:lnTo>
                  <a:lnTo>
                    <a:pt x="0" y="0"/>
                  </a:lnTo>
                  <a:lnTo>
                    <a:pt x="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 name="Google Shape;76;p9"/>
            <p:cNvSpPr/>
            <p:nvPr/>
          </p:nvSpPr>
          <p:spPr>
            <a:xfrm>
              <a:off x="-4110038" y="2703513"/>
              <a:ext cx="16486188" cy="134937"/>
            </a:xfrm>
            <a:custGeom>
              <a:avLst/>
              <a:gdLst/>
              <a:ahLst/>
              <a:cxnLst/>
              <a:rect l="l" t="t" r="r" b="b"/>
              <a:pathLst>
                <a:path w="8594" h="60" extrusionOk="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 name="Google Shape;77;p9"/>
            <p:cNvSpPr/>
            <p:nvPr/>
          </p:nvSpPr>
          <p:spPr>
            <a:xfrm>
              <a:off x="12117388" y="2779713"/>
              <a:ext cx="127000" cy="4762"/>
            </a:xfrm>
            <a:custGeom>
              <a:avLst/>
              <a:gdLst/>
              <a:ahLst/>
              <a:cxnLst/>
              <a:rect l="l" t="t" r="r" b="b"/>
              <a:pathLst>
                <a:path w="66" h="2" extrusionOk="0">
                  <a:moveTo>
                    <a:pt x="19" y="2"/>
                  </a:moveTo>
                  <a:lnTo>
                    <a:pt x="19" y="2"/>
                  </a:lnTo>
                  <a:cubicBezTo>
                    <a:pt x="33" y="2"/>
                    <a:pt x="66" y="2"/>
                    <a:pt x="60" y="0"/>
                  </a:cubicBezTo>
                  <a:cubicBezTo>
                    <a:pt x="60" y="2"/>
                    <a:pt x="0" y="0"/>
                    <a:pt x="19"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 name="Google Shape;78;p9"/>
            <p:cNvSpPr/>
            <p:nvPr/>
          </p:nvSpPr>
          <p:spPr>
            <a:xfrm>
              <a:off x="12182475" y="2787650"/>
              <a:ext cx="79375" cy="1587"/>
            </a:xfrm>
            <a:custGeom>
              <a:avLst/>
              <a:gdLst/>
              <a:ahLst/>
              <a:cxnLst/>
              <a:rect l="l" t="t" r="r" b="b"/>
              <a:pathLst>
                <a:path w="41" h="1" extrusionOk="0">
                  <a:moveTo>
                    <a:pt x="25" y="1"/>
                  </a:moveTo>
                  <a:lnTo>
                    <a:pt x="25" y="1"/>
                  </a:lnTo>
                  <a:cubicBezTo>
                    <a:pt x="27" y="1"/>
                    <a:pt x="26" y="0"/>
                    <a:pt x="41" y="0"/>
                  </a:cubicBezTo>
                  <a:lnTo>
                    <a:pt x="0" y="0"/>
                  </a:lnTo>
                  <a:lnTo>
                    <a:pt x="2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 name="Google Shape;79;p9"/>
            <p:cNvSpPr/>
            <p:nvPr/>
          </p:nvSpPr>
          <p:spPr>
            <a:xfrm>
              <a:off x="12307888" y="2809875"/>
              <a:ext cx="249238" cy="15875"/>
            </a:xfrm>
            <a:custGeom>
              <a:avLst/>
              <a:gdLst/>
              <a:ahLst/>
              <a:cxnLst/>
              <a:rect l="l" t="t" r="r" b="b"/>
              <a:pathLst>
                <a:path w="130" h="7" extrusionOk="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 name="Google Shape;80;p9"/>
            <p:cNvSpPr/>
            <p:nvPr/>
          </p:nvSpPr>
          <p:spPr>
            <a:xfrm>
              <a:off x="12252325" y="2825750"/>
              <a:ext cx="73025" cy="1587"/>
            </a:xfrm>
            <a:custGeom>
              <a:avLst/>
              <a:gdLst/>
              <a:ahLst/>
              <a:cxnLst/>
              <a:rect l="l" t="t" r="r" b="b"/>
              <a:pathLst>
                <a:path w="38" h="1" extrusionOk="0">
                  <a:moveTo>
                    <a:pt x="4" y="1"/>
                  </a:moveTo>
                  <a:lnTo>
                    <a:pt x="4" y="1"/>
                  </a:lnTo>
                  <a:lnTo>
                    <a:pt x="38" y="0"/>
                  </a:lnTo>
                  <a:lnTo>
                    <a:pt x="34" y="0"/>
                  </a:lnTo>
                  <a:lnTo>
                    <a:pt x="0" y="1"/>
                  </a:lnTo>
                  <a:lnTo>
                    <a:pt x="4"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 name="Google Shape;81;p9"/>
            <p:cNvSpPr/>
            <p:nvPr/>
          </p:nvSpPr>
          <p:spPr>
            <a:xfrm>
              <a:off x="10779125" y="2733675"/>
              <a:ext cx="66675" cy="4762"/>
            </a:xfrm>
            <a:custGeom>
              <a:avLst/>
              <a:gdLst/>
              <a:ahLst/>
              <a:cxnLst/>
              <a:rect l="l" t="t" r="r" b="b"/>
              <a:pathLst>
                <a:path w="35" h="2" extrusionOk="0">
                  <a:moveTo>
                    <a:pt x="35" y="2"/>
                  </a:moveTo>
                  <a:lnTo>
                    <a:pt x="35" y="2"/>
                  </a:lnTo>
                  <a:cubicBezTo>
                    <a:pt x="32" y="0"/>
                    <a:pt x="11" y="1"/>
                    <a:pt x="0" y="2"/>
                  </a:cubicBezTo>
                  <a:cubicBezTo>
                    <a:pt x="9" y="2"/>
                    <a:pt x="22" y="2"/>
                    <a:pt x="35"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 name="Google Shape;82;p9"/>
            <p:cNvSpPr/>
            <p:nvPr/>
          </p:nvSpPr>
          <p:spPr>
            <a:xfrm>
              <a:off x="-2471738" y="2738438"/>
              <a:ext cx="496888" cy="1587"/>
            </a:xfrm>
            <a:custGeom>
              <a:avLst/>
              <a:gdLst/>
              <a:ahLst/>
              <a:cxnLst/>
              <a:rect l="l" t="t" r="r" b="b"/>
              <a:pathLst>
                <a:path w="259" h="1" extrusionOk="0">
                  <a:moveTo>
                    <a:pt x="259" y="0"/>
                  </a:moveTo>
                  <a:lnTo>
                    <a:pt x="259" y="0"/>
                  </a:lnTo>
                  <a:lnTo>
                    <a:pt x="0" y="1"/>
                  </a:lnTo>
                  <a:lnTo>
                    <a:pt x="259"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 name="Google Shape;83;p9"/>
            <p:cNvSpPr/>
            <p:nvPr/>
          </p:nvSpPr>
          <p:spPr>
            <a:xfrm>
              <a:off x="9136063" y="2735263"/>
              <a:ext cx="387350" cy="14287"/>
            </a:xfrm>
            <a:custGeom>
              <a:avLst/>
              <a:gdLst/>
              <a:ahLst/>
              <a:cxnLst/>
              <a:rect l="l" t="t" r="r" b="b"/>
              <a:pathLst>
                <a:path w="202" h="6" extrusionOk="0">
                  <a:moveTo>
                    <a:pt x="30" y="6"/>
                  </a:moveTo>
                  <a:lnTo>
                    <a:pt x="30" y="6"/>
                  </a:lnTo>
                  <a:cubicBezTo>
                    <a:pt x="100" y="5"/>
                    <a:pt x="131" y="3"/>
                    <a:pt x="202" y="3"/>
                  </a:cubicBezTo>
                  <a:cubicBezTo>
                    <a:pt x="109" y="0"/>
                    <a:pt x="79" y="6"/>
                    <a:pt x="0" y="3"/>
                  </a:cubicBezTo>
                  <a:lnTo>
                    <a:pt x="30"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 name="Google Shape;84;p9"/>
            <p:cNvSpPr/>
            <p:nvPr/>
          </p:nvSpPr>
          <p:spPr>
            <a:xfrm>
              <a:off x="9139238" y="2725738"/>
              <a:ext cx="142875" cy="9525"/>
            </a:xfrm>
            <a:custGeom>
              <a:avLst/>
              <a:gdLst/>
              <a:ahLst/>
              <a:cxnLst/>
              <a:rect l="l" t="t" r="r" b="b"/>
              <a:pathLst>
                <a:path w="75" h="4" extrusionOk="0">
                  <a:moveTo>
                    <a:pt x="54" y="0"/>
                  </a:moveTo>
                  <a:lnTo>
                    <a:pt x="54" y="0"/>
                  </a:lnTo>
                  <a:cubicBezTo>
                    <a:pt x="65" y="2"/>
                    <a:pt x="0" y="3"/>
                    <a:pt x="10" y="4"/>
                  </a:cubicBezTo>
                  <a:cubicBezTo>
                    <a:pt x="57" y="4"/>
                    <a:pt x="32" y="2"/>
                    <a:pt x="75" y="2"/>
                  </a:cubicBezTo>
                  <a:lnTo>
                    <a:pt x="5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 name="Google Shape;85;p9"/>
            <p:cNvSpPr/>
            <p:nvPr/>
          </p:nvSpPr>
          <p:spPr>
            <a:xfrm>
              <a:off x="9805988" y="2817813"/>
              <a:ext cx="39688" cy="3175"/>
            </a:xfrm>
            <a:custGeom>
              <a:avLst/>
              <a:gdLst/>
              <a:ahLst/>
              <a:cxnLst/>
              <a:rect l="l" t="t" r="r" b="b"/>
              <a:pathLst>
                <a:path w="21" h="1" extrusionOk="0">
                  <a:moveTo>
                    <a:pt x="21" y="0"/>
                  </a:moveTo>
                  <a:lnTo>
                    <a:pt x="21" y="0"/>
                  </a:lnTo>
                  <a:lnTo>
                    <a:pt x="0" y="1"/>
                  </a:lnTo>
                  <a:lnTo>
                    <a:pt x="17" y="1"/>
                  </a:lnTo>
                  <a:lnTo>
                    <a:pt x="2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 name="Google Shape;86;p9"/>
            <p:cNvSpPr/>
            <p:nvPr/>
          </p:nvSpPr>
          <p:spPr>
            <a:xfrm>
              <a:off x="8580438" y="2725738"/>
              <a:ext cx="66675" cy="3175"/>
            </a:xfrm>
            <a:custGeom>
              <a:avLst/>
              <a:gdLst/>
              <a:ahLst/>
              <a:cxnLst/>
              <a:rect l="l" t="t" r="r" b="b"/>
              <a:pathLst>
                <a:path w="35" h="1" extrusionOk="0">
                  <a:moveTo>
                    <a:pt x="27" y="1"/>
                  </a:moveTo>
                  <a:lnTo>
                    <a:pt x="27" y="1"/>
                  </a:lnTo>
                  <a:lnTo>
                    <a:pt x="35" y="1"/>
                  </a:lnTo>
                  <a:lnTo>
                    <a:pt x="0" y="0"/>
                  </a:lnTo>
                  <a:lnTo>
                    <a:pt x="27"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 name="Google Shape;87;p9"/>
            <p:cNvSpPr/>
            <p:nvPr/>
          </p:nvSpPr>
          <p:spPr>
            <a:xfrm>
              <a:off x="8647113" y="2725738"/>
              <a:ext cx="15875" cy="3175"/>
            </a:xfrm>
            <a:custGeom>
              <a:avLst/>
              <a:gdLst/>
              <a:ahLst/>
              <a:cxnLst/>
              <a:rect l="l" t="t" r="r" b="b"/>
              <a:pathLst>
                <a:path w="8" h="1" extrusionOk="0">
                  <a:moveTo>
                    <a:pt x="8" y="0"/>
                  </a:moveTo>
                  <a:lnTo>
                    <a:pt x="8" y="0"/>
                  </a:lnTo>
                  <a:lnTo>
                    <a:pt x="0" y="1"/>
                  </a:lnTo>
                  <a:lnTo>
                    <a:pt x="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 name="Google Shape;88;p9"/>
            <p:cNvSpPr/>
            <p:nvPr/>
          </p:nvSpPr>
          <p:spPr>
            <a:xfrm>
              <a:off x="9794875" y="2830513"/>
              <a:ext cx="90488" cy="1587"/>
            </a:xfrm>
            <a:custGeom>
              <a:avLst/>
              <a:gdLst/>
              <a:ahLst/>
              <a:cxnLst/>
              <a:rect l="l" t="t" r="r" b="b"/>
              <a:pathLst>
                <a:path w="47" h="1" extrusionOk="0">
                  <a:moveTo>
                    <a:pt x="0" y="0"/>
                  </a:moveTo>
                  <a:lnTo>
                    <a:pt x="0" y="0"/>
                  </a:lnTo>
                  <a:lnTo>
                    <a:pt x="32" y="1"/>
                  </a:lnTo>
                  <a:lnTo>
                    <a:pt x="47"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 name="Google Shape;89;p9"/>
            <p:cNvSpPr/>
            <p:nvPr/>
          </p:nvSpPr>
          <p:spPr>
            <a:xfrm>
              <a:off x="9232900" y="2795588"/>
              <a:ext cx="84138" cy="3175"/>
            </a:xfrm>
            <a:custGeom>
              <a:avLst/>
              <a:gdLst/>
              <a:ahLst/>
              <a:cxnLst/>
              <a:rect l="l" t="t" r="r" b="b"/>
              <a:pathLst>
                <a:path w="44" h="1" extrusionOk="0">
                  <a:moveTo>
                    <a:pt x="16" y="1"/>
                  </a:moveTo>
                  <a:lnTo>
                    <a:pt x="16" y="1"/>
                  </a:lnTo>
                  <a:lnTo>
                    <a:pt x="44" y="1"/>
                  </a:lnTo>
                  <a:cubicBezTo>
                    <a:pt x="39" y="1"/>
                    <a:pt x="0" y="0"/>
                    <a:pt x="16"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 name="Google Shape;90;p9"/>
            <p:cNvSpPr/>
            <p:nvPr/>
          </p:nvSpPr>
          <p:spPr>
            <a:xfrm>
              <a:off x="8158163" y="2725738"/>
              <a:ext cx="71438" cy="3175"/>
            </a:xfrm>
            <a:custGeom>
              <a:avLst/>
              <a:gdLst/>
              <a:ahLst/>
              <a:cxnLst/>
              <a:rect l="l" t="t" r="r" b="b"/>
              <a:pathLst>
                <a:path w="37" h="1" extrusionOk="0">
                  <a:moveTo>
                    <a:pt x="34" y="0"/>
                  </a:moveTo>
                  <a:lnTo>
                    <a:pt x="34" y="0"/>
                  </a:lnTo>
                  <a:lnTo>
                    <a:pt x="0" y="1"/>
                  </a:lnTo>
                  <a:lnTo>
                    <a:pt x="3" y="1"/>
                  </a:lnTo>
                  <a:lnTo>
                    <a:pt x="37" y="0"/>
                  </a:lnTo>
                  <a:lnTo>
                    <a:pt x="3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1" name="Google Shape;91;p9"/>
            <p:cNvSpPr/>
            <p:nvPr/>
          </p:nvSpPr>
          <p:spPr>
            <a:xfrm>
              <a:off x="8734425" y="2814638"/>
              <a:ext cx="144463" cy="3175"/>
            </a:xfrm>
            <a:custGeom>
              <a:avLst/>
              <a:gdLst/>
              <a:ahLst/>
              <a:cxnLst/>
              <a:rect l="l" t="t" r="r" b="b"/>
              <a:pathLst>
                <a:path w="76" h="2" extrusionOk="0">
                  <a:moveTo>
                    <a:pt x="56" y="0"/>
                  </a:moveTo>
                  <a:lnTo>
                    <a:pt x="56" y="0"/>
                  </a:lnTo>
                  <a:cubicBezTo>
                    <a:pt x="76" y="2"/>
                    <a:pt x="0" y="0"/>
                    <a:pt x="40" y="2"/>
                  </a:cubicBezTo>
                  <a:cubicBezTo>
                    <a:pt x="76" y="2"/>
                    <a:pt x="61" y="1"/>
                    <a:pt x="5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 name="Google Shape;92;p9"/>
            <p:cNvSpPr/>
            <p:nvPr/>
          </p:nvSpPr>
          <p:spPr>
            <a:xfrm>
              <a:off x="8023225" y="2782888"/>
              <a:ext cx="26988" cy="1587"/>
            </a:xfrm>
            <a:custGeom>
              <a:avLst/>
              <a:gdLst/>
              <a:ahLst/>
              <a:cxnLst/>
              <a:rect l="l" t="t" r="r" b="b"/>
              <a:pathLst>
                <a:path w="14" h="1" extrusionOk="0">
                  <a:moveTo>
                    <a:pt x="14" y="0"/>
                  </a:moveTo>
                  <a:lnTo>
                    <a:pt x="14" y="0"/>
                  </a:lnTo>
                  <a:cubicBezTo>
                    <a:pt x="9" y="0"/>
                    <a:pt x="5" y="0"/>
                    <a:pt x="0" y="1"/>
                  </a:cubicBezTo>
                  <a:lnTo>
                    <a:pt x="1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 name="Google Shape;93;p9"/>
            <p:cNvSpPr/>
            <p:nvPr/>
          </p:nvSpPr>
          <p:spPr>
            <a:xfrm>
              <a:off x="8050213" y="2782888"/>
              <a:ext cx="77788" cy="1587"/>
            </a:xfrm>
            <a:custGeom>
              <a:avLst/>
              <a:gdLst/>
              <a:ahLst/>
              <a:cxnLst/>
              <a:rect l="l" t="t" r="r" b="b"/>
              <a:pathLst>
                <a:path w="40" h="1" extrusionOk="0">
                  <a:moveTo>
                    <a:pt x="0" y="0"/>
                  </a:moveTo>
                  <a:lnTo>
                    <a:pt x="0" y="0"/>
                  </a:lnTo>
                  <a:cubicBezTo>
                    <a:pt x="15" y="0"/>
                    <a:pt x="30" y="1"/>
                    <a:pt x="40" y="1"/>
                  </a:cubicBezTo>
                  <a:cubicBezTo>
                    <a:pt x="21" y="0"/>
                    <a:pt x="15"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 name="Google Shape;94;p9"/>
            <p:cNvSpPr/>
            <p:nvPr/>
          </p:nvSpPr>
          <p:spPr>
            <a:xfrm>
              <a:off x="7715250" y="2779713"/>
              <a:ext cx="90488" cy="7937"/>
            </a:xfrm>
            <a:custGeom>
              <a:avLst/>
              <a:gdLst/>
              <a:ahLst/>
              <a:cxnLst/>
              <a:rect l="l" t="t" r="r" b="b"/>
              <a:pathLst>
                <a:path w="47" h="3" extrusionOk="0">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 name="Google Shape;95;p9"/>
            <p:cNvSpPr/>
            <p:nvPr/>
          </p:nvSpPr>
          <p:spPr>
            <a:xfrm>
              <a:off x="6508750" y="2713038"/>
              <a:ext cx="247650" cy="6350"/>
            </a:xfrm>
            <a:custGeom>
              <a:avLst/>
              <a:gdLst/>
              <a:ahLst/>
              <a:cxnLst/>
              <a:rect l="l" t="t" r="r" b="b"/>
              <a:pathLst>
                <a:path w="129" h="3" extrusionOk="0">
                  <a:moveTo>
                    <a:pt x="0" y="0"/>
                  </a:moveTo>
                  <a:lnTo>
                    <a:pt x="0" y="0"/>
                  </a:lnTo>
                  <a:cubicBezTo>
                    <a:pt x="50" y="1"/>
                    <a:pt x="63" y="1"/>
                    <a:pt x="60" y="2"/>
                  </a:cubicBezTo>
                  <a:cubicBezTo>
                    <a:pt x="108" y="3"/>
                    <a:pt x="100" y="0"/>
                    <a:pt x="129"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 name="Google Shape;96;p9"/>
            <p:cNvSpPr/>
            <p:nvPr/>
          </p:nvSpPr>
          <p:spPr>
            <a:xfrm>
              <a:off x="6756400" y="2713038"/>
              <a:ext cx="33338" cy="0"/>
            </a:xfrm>
            <a:custGeom>
              <a:avLst/>
              <a:gdLst/>
              <a:ahLst/>
              <a:cxnLst/>
              <a:rect l="l" t="t" r="r" b="b"/>
              <a:pathLst>
                <a:path w="18" h="120000" extrusionOk="0">
                  <a:moveTo>
                    <a:pt x="0" y="0"/>
                  </a:moveTo>
                  <a:lnTo>
                    <a:pt x="0" y="0"/>
                  </a:lnTo>
                  <a:lnTo>
                    <a:pt x="18"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 name="Google Shape;97;p9"/>
            <p:cNvSpPr/>
            <p:nvPr/>
          </p:nvSpPr>
          <p:spPr>
            <a:xfrm>
              <a:off x="8047038" y="2820988"/>
              <a:ext cx="58738" cy="4762"/>
            </a:xfrm>
            <a:custGeom>
              <a:avLst/>
              <a:gdLst/>
              <a:ahLst/>
              <a:cxnLst/>
              <a:rect l="l" t="t" r="r" b="b"/>
              <a:pathLst>
                <a:path w="31" h="2" extrusionOk="0">
                  <a:moveTo>
                    <a:pt x="31" y="0"/>
                  </a:moveTo>
                  <a:lnTo>
                    <a:pt x="31" y="0"/>
                  </a:lnTo>
                  <a:lnTo>
                    <a:pt x="0" y="2"/>
                  </a:lnTo>
                  <a:lnTo>
                    <a:pt x="11" y="2"/>
                  </a:lnTo>
                  <a:lnTo>
                    <a:pt x="3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 name="Google Shape;98;p9"/>
            <p:cNvSpPr/>
            <p:nvPr/>
          </p:nvSpPr>
          <p:spPr>
            <a:xfrm>
              <a:off x="6348413" y="2711451"/>
              <a:ext cx="82550" cy="1587"/>
            </a:xfrm>
            <a:custGeom>
              <a:avLst/>
              <a:gdLst/>
              <a:ahLst/>
              <a:cxnLst/>
              <a:rect l="l" t="t" r="r" b="b"/>
              <a:pathLst>
                <a:path w="43" h="1" extrusionOk="0">
                  <a:moveTo>
                    <a:pt x="9" y="1"/>
                  </a:moveTo>
                  <a:lnTo>
                    <a:pt x="9" y="1"/>
                  </a:lnTo>
                  <a:cubicBezTo>
                    <a:pt x="18" y="1"/>
                    <a:pt x="33" y="1"/>
                    <a:pt x="41" y="1"/>
                  </a:cubicBezTo>
                  <a:cubicBezTo>
                    <a:pt x="43" y="0"/>
                    <a:pt x="0" y="1"/>
                    <a:pt x="9"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 name="Google Shape;99;p9"/>
            <p:cNvSpPr/>
            <p:nvPr/>
          </p:nvSpPr>
          <p:spPr>
            <a:xfrm>
              <a:off x="6734175" y="2771775"/>
              <a:ext cx="96838" cy="6350"/>
            </a:xfrm>
            <a:custGeom>
              <a:avLst/>
              <a:gdLst/>
              <a:ahLst/>
              <a:cxnLst/>
              <a:rect l="l" t="t" r="r" b="b"/>
              <a:pathLst>
                <a:path w="50" h="3" extrusionOk="0">
                  <a:moveTo>
                    <a:pt x="0" y="2"/>
                  </a:moveTo>
                  <a:lnTo>
                    <a:pt x="0" y="2"/>
                  </a:lnTo>
                  <a:cubicBezTo>
                    <a:pt x="6" y="3"/>
                    <a:pt x="37" y="2"/>
                    <a:pt x="50" y="3"/>
                  </a:cubicBezTo>
                  <a:cubicBezTo>
                    <a:pt x="32" y="2"/>
                    <a:pt x="17"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 name="Google Shape;100;p9"/>
            <p:cNvSpPr/>
            <p:nvPr/>
          </p:nvSpPr>
          <p:spPr>
            <a:xfrm>
              <a:off x="6091238" y="2722563"/>
              <a:ext cx="95250" cy="7937"/>
            </a:xfrm>
            <a:custGeom>
              <a:avLst/>
              <a:gdLst/>
              <a:ahLst/>
              <a:cxnLst/>
              <a:rect l="l" t="t" r="r" b="b"/>
              <a:pathLst>
                <a:path w="49" h="4" extrusionOk="0">
                  <a:moveTo>
                    <a:pt x="0" y="1"/>
                  </a:moveTo>
                  <a:lnTo>
                    <a:pt x="0" y="1"/>
                  </a:lnTo>
                  <a:cubicBezTo>
                    <a:pt x="10" y="2"/>
                    <a:pt x="24" y="2"/>
                    <a:pt x="18" y="4"/>
                  </a:cubicBezTo>
                  <a:cubicBezTo>
                    <a:pt x="31" y="3"/>
                    <a:pt x="4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 name="Google Shape;101;p9"/>
            <p:cNvSpPr/>
            <p:nvPr/>
          </p:nvSpPr>
          <p:spPr>
            <a:xfrm>
              <a:off x="6559550" y="2773363"/>
              <a:ext cx="80963" cy="3175"/>
            </a:xfrm>
            <a:custGeom>
              <a:avLst/>
              <a:gdLst/>
              <a:ahLst/>
              <a:cxnLst/>
              <a:rect l="l" t="t" r="r" b="b"/>
              <a:pathLst>
                <a:path w="42" h="1" extrusionOk="0">
                  <a:moveTo>
                    <a:pt x="0" y="1"/>
                  </a:moveTo>
                  <a:lnTo>
                    <a:pt x="0" y="1"/>
                  </a:lnTo>
                  <a:lnTo>
                    <a:pt x="8" y="1"/>
                  </a:lnTo>
                  <a:lnTo>
                    <a:pt x="42" y="0"/>
                  </a:ln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 name="Google Shape;102;p9"/>
            <p:cNvSpPr/>
            <p:nvPr/>
          </p:nvSpPr>
          <p:spPr>
            <a:xfrm>
              <a:off x="6640513" y="2806700"/>
              <a:ext cx="227013" cy="15875"/>
            </a:xfrm>
            <a:custGeom>
              <a:avLst/>
              <a:gdLst/>
              <a:ahLst/>
              <a:cxnLst/>
              <a:rect l="l" t="t" r="r" b="b"/>
              <a:pathLst>
                <a:path w="118" h="7" extrusionOk="0">
                  <a:moveTo>
                    <a:pt x="80" y="7"/>
                  </a:moveTo>
                  <a:lnTo>
                    <a:pt x="80" y="7"/>
                  </a:lnTo>
                  <a:cubicBezTo>
                    <a:pt x="118" y="5"/>
                    <a:pt x="19" y="3"/>
                    <a:pt x="85" y="1"/>
                  </a:cubicBezTo>
                  <a:cubicBezTo>
                    <a:pt x="0" y="0"/>
                    <a:pt x="92" y="4"/>
                    <a:pt x="29" y="4"/>
                  </a:cubicBezTo>
                  <a:cubicBezTo>
                    <a:pt x="66" y="4"/>
                    <a:pt x="84" y="6"/>
                    <a:pt x="80"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 name="Google Shape;103;p9"/>
            <p:cNvSpPr/>
            <p:nvPr/>
          </p:nvSpPr>
          <p:spPr>
            <a:xfrm>
              <a:off x="6661150" y="2814638"/>
              <a:ext cx="34925" cy="1587"/>
            </a:xfrm>
            <a:custGeom>
              <a:avLst/>
              <a:gdLst/>
              <a:ahLst/>
              <a:cxnLst/>
              <a:rect l="l" t="t" r="r" b="b"/>
              <a:pathLst>
                <a:path w="18" h="1" extrusionOk="0">
                  <a:moveTo>
                    <a:pt x="18" y="1"/>
                  </a:moveTo>
                  <a:lnTo>
                    <a:pt x="18" y="1"/>
                  </a:lnTo>
                  <a:lnTo>
                    <a:pt x="0" y="0"/>
                  </a:lnTo>
                  <a:lnTo>
                    <a:pt x="18"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 name="Google Shape;104;p9"/>
            <p:cNvSpPr/>
            <p:nvPr/>
          </p:nvSpPr>
          <p:spPr>
            <a:xfrm>
              <a:off x="5661025" y="2789238"/>
              <a:ext cx="23813" cy="1587"/>
            </a:xfrm>
            <a:custGeom>
              <a:avLst/>
              <a:gdLst/>
              <a:ahLst/>
              <a:cxnLst/>
              <a:rect l="l" t="t" r="r" b="b"/>
              <a:pathLst>
                <a:path w="13" h="1" extrusionOk="0">
                  <a:moveTo>
                    <a:pt x="0" y="1"/>
                  </a:moveTo>
                  <a:lnTo>
                    <a:pt x="0" y="1"/>
                  </a:lnTo>
                  <a:lnTo>
                    <a:pt x="13" y="0"/>
                  </a:ln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 name="Google Shape;105;p9"/>
            <p:cNvSpPr/>
            <p:nvPr/>
          </p:nvSpPr>
          <p:spPr>
            <a:xfrm>
              <a:off x="6162675" y="2814638"/>
              <a:ext cx="258763" cy="7937"/>
            </a:xfrm>
            <a:custGeom>
              <a:avLst/>
              <a:gdLst/>
              <a:ahLst/>
              <a:cxnLst/>
              <a:rect l="l" t="t" r="r" b="b"/>
              <a:pathLst>
                <a:path w="135" h="4" extrusionOk="0">
                  <a:moveTo>
                    <a:pt x="77" y="2"/>
                  </a:moveTo>
                  <a:lnTo>
                    <a:pt x="77" y="2"/>
                  </a:lnTo>
                  <a:lnTo>
                    <a:pt x="135" y="0"/>
                  </a:lnTo>
                  <a:cubicBezTo>
                    <a:pt x="96" y="1"/>
                    <a:pt x="0" y="1"/>
                    <a:pt x="6" y="4"/>
                  </a:cubicBezTo>
                  <a:cubicBezTo>
                    <a:pt x="37" y="4"/>
                    <a:pt x="75" y="4"/>
                    <a:pt x="90" y="3"/>
                  </a:cubicBezTo>
                  <a:lnTo>
                    <a:pt x="77"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 name="Google Shape;106;p9"/>
            <p:cNvSpPr/>
            <p:nvPr/>
          </p:nvSpPr>
          <p:spPr>
            <a:xfrm>
              <a:off x="5019675" y="2713038"/>
              <a:ext cx="73025" cy="4762"/>
            </a:xfrm>
            <a:custGeom>
              <a:avLst/>
              <a:gdLst/>
              <a:ahLst/>
              <a:cxnLst/>
              <a:rect l="l" t="t" r="r" b="b"/>
              <a:pathLst>
                <a:path w="38" h="2" extrusionOk="0">
                  <a:moveTo>
                    <a:pt x="13" y="1"/>
                  </a:moveTo>
                  <a:lnTo>
                    <a:pt x="13" y="1"/>
                  </a:lnTo>
                  <a:lnTo>
                    <a:pt x="38" y="0"/>
                  </a:lnTo>
                  <a:lnTo>
                    <a:pt x="7" y="0"/>
                  </a:lnTo>
                  <a:cubicBezTo>
                    <a:pt x="16" y="0"/>
                    <a:pt x="0" y="2"/>
                    <a:pt x="13"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 name="Google Shape;107;p9"/>
            <p:cNvSpPr/>
            <p:nvPr/>
          </p:nvSpPr>
          <p:spPr>
            <a:xfrm>
              <a:off x="5021263" y="2713038"/>
              <a:ext cx="11113" cy="0"/>
            </a:xfrm>
            <a:custGeom>
              <a:avLst/>
              <a:gdLst/>
              <a:ahLst/>
              <a:cxnLst/>
              <a:rect l="l" t="t" r="r" b="b"/>
              <a:pathLst>
                <a:path w="6" h="120000" extrusionOk="0">
                  <a:moveTo>
                    <a:pt x="0" y="0"/>
                  </a:moveTo>
                  <a:lnTo>
                    <a:pt x="0" y="0"/>
                  </a:lnTo>
                  <a:lnTo>
                    <a:pt x="6"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 name="Google Shape;108;p9"/>
            <p:cNvSpPr/>
            <p:nvPr/>
          </p:nvSpPr>
          <p:spPr>
            <a:xfrm>
              <a:off x="5864225" y="2784475"/>
              <a:ext cx="101600" cy="4762"/>
            </a:xfrm>
            <a:custGeom>
              <a:avLst/>
              <a:gdLst/>
              <a:ahLst/>
              <a:cxnLst/>
              <a:rect l="l" t="t" r="r" b="b"/>
              <a:pathLst>
                <a:path w="53" h="2" extrusionOk="0">
                  <a:moveTo>
                    <a:pt x="3" y="2"/>
                  </a:moveTo>
                  <a:lnTo>
                    <a:pt x="3" y="2"/>
                  </a:lnTo>
                  <a:cubicBezTo>
                    <a:pt x="21" y="2"/>
                    <a:pt x="36" y="2"/>
                    <a:pt x="53" y="1"/>
                  </a:cubicBezTo>
                  <a:cubicBezTo>
                    <a:pt x="46" y="1"/>
                    <a:pt x="0" y="0"/>
                    <a:pt x="3"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 name="Google Shape;109;p9"/>
            <p:cNvSpPr/>
            <p:nvPr/>
          </p:nvSpPr>
          <p:spPr>
            <a:xfrm>
              <a:off x="4703763" y="2722563"/>
              <a:ext cx="84138" cy="1587"/>
            </a:xfrm>
            <a:custGeom>
              <a:avLst/>
              <a:gdLst/>
              <a:ahLst/>
              <a:cxnLst/>
              <a:rect l="l" t="t" r="r" b="b"/>
              <a:pathLst>
                <a:path w="44" h="1" extrusionOk="0">
                  <a:moveTo>
                    <a:pt x="3" y="1"/>
                  </a:moveTo>
                  <a:lnTo>
                    <a:pt x="3" y="1"/>
                  </a:lnTo>
                  <a:lnTo>
                    <a:pt x="44" y="0"/>
                  </a:lnTo>
                  <a:lnTo>
                    <a:pt x="0" y="0"/>
                  </a:lnTo>
                  <a:lnTo>
                    <a:pt x="3"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 name="Google Shape;110;p9"/>
            <p:cNvSpPr/>
            <p:nvPr/>
          </p:nvSpPr>
          <p:spPr>
            <a:xfrm>
              <a:off x="4264025" y="2713038"/>
              <a:ext cx="77788" cy="4762"/>
            </a:xfrm>
            <a:custGeom>
              <a:avLst/>
              <a:gdLst/>
              <a:ahLst/>
              <a:cxnLst/>
              <a:rect l="l" t="t" r="r" b="b"/>
              <a:pathLst>
                <a:path w="41" h="2" extrusionOk="0">
                  <a:moveTo>
                    <a:pt x="41" y="1"/>
                  </a:moveTo>
                  <a:lnTo>
                    <a:pt x="41" y="1"/>
                  </a:lnTo>
                  <a:lnTo>
                    <a:pt x="34" y="0"/>
                  </a:lnTo>
                  <a:lnTo>
                    <a:pt x="0" y="1"/>
                  </a:lnTo>
                  <a:lnTo>
                    <a:pt x="7" y="2"/>
                  </a:lnTo>
                  <a:lnTo>
                    <a:pt x="4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 name="Google Shape;111;p9"/>
            <p:cNvSpPr/>
            <p:nvPr/>
          </p:nvSpPr>
          <p:spPr>
            <a:xfrm>
              <a:off x="4800600" y="2822575"/>
              <a:ext cx="117475" cy="7937"/>
            </a:xfrm>
            <a:custGeom>
              <a:avLst/>
              <a:gdLst/>
              <a:ahLst/>
              <a:cxnLst/>
              <a:rect l="l" t="t" r="r" b="b"/>
              <a:pathLst>
                <a:path w="61" h="3" extrusionOk="0">
                  <a:moveTo>
                    <a:pt x="11" y="2"/>
                  </a:moveTo>
                  <a:lnTo>
                    <a:pt x="11" y="2"/>
                  </a:lnTo>
                  <a:cubicBezTo>
                    <a:pt x="39" y="3"/>
                    <a:pt x="61" y="0"/>
                    <a:pt x="54" y="0"/>
                  </a:cubicBezTo>
                  <a:lnTo>
                    <a:pt x="0" y="0"/>
                  </a:lnTo>
                  <a:cubicBezTo>
                    <a:pt x="13" y="2"/>
                    <a:pt x="15" y="0"/>
                    <a:pt x="46" y="0"/>
                  </a:cubicBezTo>
                  <a:lnTo>
                    <a:pt x="11"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 name="Google Shape;112;p9"/>
            <p:cNvSpPr/>
            <p:nvPr/>
          </p:nvSpPr>
          <p:spPr>
            <a:xfrm>
              <a:off x="187325" y="2714625"/>
              <a:ext cx="1925638" cy="31750"/>
            </a:xfrm>
            <a:custGeom>
              <a:avLst/>
              <a:gdLst/>
              <a:ahLst/>
              <a:cxnLst/>
              <a:rect l="l" t="t" r="r" b="b"/>
              <a:pathLst>
                <a:path w="1004" h="14" extrusionOk="0">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 name="Google Shape;113;p9"/>
            <p:cNvSpPr/>
            <p:nvPr/>
          </p:nvSpPr>
          <p:spPr>
            <a:xfrm>
              <a:off x="1947862" y="2735263"/>
              <a:ext cx="47625" cy="0"/>
            </a:xfrm>
            <a:custGeom>
              <a:avLst/>
              <a:gdLst/>
              <a:ahLst/>
              <a:cxnLst/>
              <a:rect l="l" t="t" r="r" b="b"/>
              <a:pathLst>
                <a:path w="25" h="120000" extrusionOk="0">
                  <a:moveTo>
                    <a:pt x="0" y="0"/>
                  </a:moveTo>
                  <a:lnTo>
                    <a:pt x="0" y="0"/>
                  </a:lnTo>
                  <a:lnTo>
                    <a:pt x="25"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 name="Google Shape;114;p9"/>
            <p:cNvSpPr/>
            <p:nvPr/>
          </p:nvSpPr>
          <p:spPr>
            <a:xfrm>
              <a:off x="112712" y="2724150"/>
              <a:ext cx="74613" cy="0"/>
            </a:xfrm>
            <a:custGeom>
              <a:avLst/>
              <a:gdLst/>
              <a:ahLst/>
              <a:cxnLst/>
              <a:rect l="l" t="t" r="r" b="b"/>
              <a:pathLst>
                <a:path w="39" h="120000" extrusionOk="0">
                  <a:moveTo>
                    <a:pt x="0" y="0"/>
                  </a:moveTo>
                  <a:lnTo>
                    <a:pt x="0" y="0"/>
                  </a:lnTo>
                  <a:lnTo>
                    <a:pt x="39" y="0"/>
                  </a:lnTo>
                  <a:cubicBezTo>
                    <a:pt x="27" y="0"/>
                    <a:pt x="14"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 name="Google Shape;115;p9"/>
            <p:cNvSpPr/>
            <p:nvPr/>
          </p:nvSpPr>
          <p:spPr>
            <a:xfrm>
              <a:off x="2187575" y="2717800"/>
              <a:ext cx="176213" cy="6350"/>
            </a:xfrm>
            <a:custGeom>
              <a:avLst/>
              <a:gdLst/>
              <a:ahLst/>
              <a:cxnLst/>
              <a:rect l="l" t="t" r="r" b="b"/>
              <a:pathLst>
                <a:path w="92" h="3" extrusionOk="0">
                  <a:moveTo>
                    <a:pt x="71" y="3"/>
                  </a:moveTo>
                  <a:lnTo>
                    <a:pt x="71" y="3"/>
                  </a:lnTo>
                  <a:cubicBezTo>
                    <a:pt x="47" y="2"/>
                    <a:pt x="88" y="1"/>
                    <a:pt x="92" y="0"/>
                  </a:cubicBezTo>
                  <a:lnTo>
                    <a:pt x="8" y="1"/>
                  </a:lnTo>
                  <a:cubicBezTo>
                    <a:pt x="8" y="1"/>
                    <a:pt x="0" y="2"/>
                    <a:pt x="2" y="3"/>
                  </a:cubicBezTo>
                  <a:lnTo>
                    <a:pt x="71"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 name="Google Shape;116;p9"/>
            <p:cNvSpPr/>
            <p:nvPr/>
          </p:nvSpPr>
          <p:spPr>
            <a:xfrm>
              <a:off x="2112962" y="2714625"/>
              <a:ext cx="90488" cy="4762"/>
            </a:xfrm>
            <a:custGeom>
              <a:avLst/>
              <a:gdLst/>
              <a:ahLst/>
              <a:cxnLst/>
              <a:rect l="l" t="t" r="r" b="b"/>
              <a:pathLst>
                <a:path w="47" h="2" extrusionOk="0">
                  <a:moveTo>
                    <a:pt x="22" y="0"/>
                  </a:moveTo>
                  <a:lnTo>
                    <a:pt x="22" y="0"/>
                  </a:lnTo>
                  <a:cubicBezTo>
                    <a:pt x="19" y="1"/>
                    <a:pt x="11" y="1"/>
                    <a:pt x="0" y="2"/>
                  </a:cubicBezTo>
                  <a:lnTo>
                    <a:pt x="47" y="2"/>
                  </a:lnTo>
                  <a:cubicBezTo>
                    <a:pt x="47" y="1"/>
                    <a:pt x="41" y="0"/>
                    <a:pt x="2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 name="Google Shape;117;p9"/>
            <p:cNvSpPr/>
            <p:nvPr/>
          </p:nvSpPr>
          <p:spPr>
            <a:xfrm>
              <a:off x="2101850" y="2811463"/>
              <a:ext cx="71438" cy="3175"/>
            </a:xfrm>
            <a:custGeom>
              <a:avLst/>
              <a:gdLst/>
              <a:ahLst/>
              <a:cxnLst/>
              <a:rect l="l" t="t" r="r" b="b"/>
              <a:pathLst>
                <a:path w="37" h="1" extrusionOk="0">
                  <a:moveTo>
                    <a:pt x="37" y="0"/>
                  </a:moveTo>
                  <a:lnTo>
                    <a:pt x="37" y="0"/>
                  </a:lnTo>
                  <a:lnTo>
                    <a:pt x="22" y="1"/>
                  </a:lnTo>
                  <a:lnTo>
                    <a:pt x="0" y="1"/>
                  </a:lnTo>
                  <a:lnTo>
                    <a:pt x="3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 name="Google Shape;118;p9"/>
            <p:cNvSpPr/>
            <p:nvPr/>
          </p:nvSpPr>
          <p:spPr>
            <a:xfrm>
              <a:off x="1724025" y="2805113"/>
              <a:ext cx="120650" cy="4762"/>
            </a:xfrm>
            <a:custGeom>
              <a:avLst/>
              <a:gdLst/>
              <a:ahLst/>
              <a:cxnLst/>
              <a:rect l="l" t="t" r="r" b="b"/>
              <a:pathLst>
                <a:path w="63" h="2" extrusionOk="0">
                  <a:moveTo>
                    <a:pt x="0" y="0"/>
                  </a:moveTo>
                  <a:lnTo>
                    <a:pt x="0" y="0"/>
                  </a:lnTo>
                  <a:cubicBezTo>
                    <a:pt x="18" y="2"/>
                    <a:pt x="52" y="1"/>
                    <a:pt x="63" y="0"/>
                  </a:cubicBezTo>
                  <a:cubicBezTo>
                    <a:pt x="24" y="0"/>
                    <a:pt x="41"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 name="Google Shape;119;p9"/>
            <p:cNvSpPr/>
            <p:nvPr/>
          </p:nvSpPr>
          <p:spPr>
            <a:xfrm>
              <a:off x="1744662" y="2833688"/>
              <a:ext cx="73025" cy="3175"/>
            </a:xfrm>
            <a:custGeom>
              <a:avLst/>
              <a:gdLst/>
              <a:ahLst/>
              <a:cxnLst/>
              <a:rect l="l" t="t" r="r" b="b"/>
              <a:pathLst>
                <a:path w="38" h="1" extrusionOk="0">
                  <a:moveTo>
                    <a:pt x="38" y="0"/>
                  </a:moveTo>
                  <a:lnTo>
                    <a:pt x="38" y="0"/>
                  </a:lnTo>
                  <a:lnTo>
                    <a:pt x="0" y="1"/>
                  </a:lnTo>
                  <a:lnTo>
                    <a:pt x="3" y="1"/>
                  </a:lnTo>
                  <a:lnTo>
                    <a:pt x="3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 name="Google Shape;120;p9"/>
            <p:cNvSpPr/>
            <p:nvPr/>
          </p:nvSpPr>
          <p:spPr>
            <a:xfrm>
              <a:off x="-474663" y="2741613"/>
              <a:ext cx="34925" cy="0"/>
            </a:xfrm>
            <a:custGeom>
              <a:avLst/>
              <a:gdLst/>
              <a:ahLst/>
              <a:cxnLst/>
              <a:rect l="l" t="t" r="r" b="b"/>
              <a:pathLst>
                <a:path w="18" h="120000" extrusionOk="0">
                  <a:moveTo>
                    <a:pt x="18" y="0"/>
                  </a:moveTo>
                  <a:lnTo>
                    <a:pt x="18" y="0"/>
                  </a:lnTo>
                  <a:lnTo>
                    <a:pt x="0" y="0"/>
                  </a:lnTo>
                  <a:lnTo>
                    <a:pt x="1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 name="Google Shape;121;p9"/>
            <p:cNvSpPr/>
            <p:nvPr/>
          </p:nvSpPr>
          <p:spPr>
            <a:xfrm>
              <a:off x="-947738" y="2725738"/>
              <a:ext cx="1239838" cy="19050"/>
            </a:xfrm>
            <a:custGeom>
              <a:avLst/>
              <a:gdLst/>
              <a:ahLst/>
              <a:cxnLst/>
              <a:rect l="l" t="t" r="r" b="b"/>
              <a:pathLst>
                <a:path w="647" h="8" extrusionOk="0">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2" name="Google Shape;122;p9"/>
            <p:cNvSpPr/>
            <p:nvPr/>
          </p:nvSpPr>
          <p:spPr>
            <a:xfrm>
              <a:off x="-1944688" y="2741613"/>
              <a:ext cx="4763" cy="0"/>
            </a:xfrm>
            <a:custGeom>
              <a:avLst/>
              <a:gdLst/>
              <a:ahLst/>
              <a:cxnLst/>
              <a:rect l="l" t="t" r="r" b="b"/>
              <a:pathLst>
                <a:path w="2" h="120000" extrusionOk="0">
                  <a:moveTo>
                    <a:pt x="1" y="0"/>
                  </a:moveTo>
                  <a:lnTo>
                    <a:pt x="1" y="0"/>
                  </a:lnTo>
                  <a:lnTo>
                    <a:pt x="2" y="0"/>
                  </a:lnTo>
                  <a:cubicBezTo>
                    <a:pt x="0" y="0"/>
                    <a:pt x="0"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 name="Google Shape;123;p9"/>
            <p:cNvSpPr/>
            <p:nvPr/>
          </p:nvSpPr>
          <p:spPr>
            <a:xfrm>
              <a:off x="-1939925" y="2735263"/>
              <a:ext cx="173038" cy="6350"/>
            </a:xfrm>
            <a:custGeom>
              <a:avLst/>
              <a:gdLst/>
              <a:ahLst/>
              <a:cxnLst/>
              <a:rect l="l" t="t" r="r" b="b"/>
              <a:pathLst>
                <a:path w="90" h="3" extrusionOk="0">
                  <a:moveTo>
                    <a:pt x="36" y="3"/>
                  </a:moveTo>
                  <a:lnTo>
                    <a:pt x="36" y="3"/>
                  </a:lnTo>
                  <a:lnTo>
                    <a:pt x="90" y="0"/>
                  </a:lnTo>
                  <a:lnTo>
                    <a:pt x="6" y="1"/>
                  </a:lnTo>
                  <a:lnTo>
                    <a:pt x="0" y="3"/>
                  </a:lnTo>
                  <a:cubicBezTo>
                    <a:pt x="8" y="2"/>
                    <a:pt x="37" y="1"/>
                    <a:pt x="48" y="2"/>
                  </a:cubicBezTo>
                  <a:lnTo>
                    <a:pt x="36"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 name="Google Shape;124;p9"/>
            <p:cNvSpPr/>
            <p:nvPr/>
          </p:nvSpPr>
          <p:spPr>
            <a:xfrm>
              <a:off x="-1773238" y="2733675"/>
              <a:ext cx="123825" cy="12700"/>
            </a:xfrm>
            <a:custGeom>
              <a:avLst/>
              <a:gdLst/>
              <a:ahLst/>
              <a:cxnLst/>
              <a:rect l="l" t="t" r="r" b="b"/>
              <a:pathLst>
                <a:path w="65" h="6" extrusionOk="0">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 name="Google Shape;125;p9"/>
            <p:cNvSpPr/>
            <p:nvPr/>
          </p:nvSpPr>
          <p:spPr>
            <a:xfrm>
              <a:off x="-1057275" y="2735263"/>
              <a:ext cx="57150" cy="3175"/>
            </a:xfrm>
            <a:custGeom>
              <a:avLst/>
              <a:gdLst/>
              <a:ahLst/>
              <a:cxnLst/>
              <a:rect l="l" t="t" r="r" b="b"/>
              <a:pathLst>
                <a:path w="30" h="1" extrusionOk="0">
                  <a:moveTo>
                    <a:pt x="12" y="0"/>
                  </a:moveTo>
                  <a:lnTo>
                    <a:pt x="12" y="0"/>
                  </a:lnTo>
                  <a:lnTo>
                    <a:pt x="0" y="1"/>
                  </a:lnTo>
                  <a:lnTo>
                    <a:pt x="30" y="1"/>
                  </a:lnTo>
                  <a:lnTo>
                    <a:pt x="1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 name="Google Shape;126;p9"/>
            <p:cNvSpPr/>
            <p:nvPr/>
          </p:nvSpPr>
          <p:spPr>
            <a:xfrm>
              <a:off x="-1116013" y="2738438"/>
              <a:ext cx="58738" cy="3175"/>
            </a:xfrm>
            <a:custGeom>
              <a:avLst/>
              <a:gdLst/>
              <a:ahLst/>
              <a:cxnLst/>
              <a:rect l="l" t="t" r="r" b="b"/>
              <a:pathLst>
                <a:path w="30" h="2" extrusionOk="0">
                  <a:moveTo>
                    <a:pt x="30" y="0"/>
                  </a:moveTo>
                  <a:lnTo>
                    <a:pt x="30" y="0"/>
                  </a:lnTo>
                  <a:lnTo>
                    <a:pt x="0" y="0"/>
                  </a:lnTo>
                  <a:cubicBezTo>
                    <a:pt x="2" y="0"/>
                    <a:pt x="4" y="1"/>
                    <a:pt x="9" y="2"/>
                  </a:cubicBezTo>
                  <a:lnTo>
                    <a:pt x="3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 name="Google Shape;127;p9"/>
            <p:cNvSpPr/>
            <p:nvPr/>
          </p:nvSpPr>
          <p:spPr>
            <a:xfrm>
              <a:off x="-1349375" y="2735263"/>
              <a:ext cx="84138" cy="0"/>
            </a:xfrm>
            <a:custGeom>
              <a:avLst/>
              <a:gdLst/>
              <a:ahLst/>
              <a:cxnLst/>
              <a:rect l="l" t="t" r="r" b="b"/>
              <a:pathLst>
                <a:path w="44" h="120000" extrusionOk="0">
                  <a:moveTo>
                    <a:pt x="44" y="0"/>
                  </a:moveTo>
                  <a:lnTo>
                    <a:pt x="44" y="0"/>
                  </a:lnTo>
                  <a:lnTo>
                    <a:pt x="0" y="0"/>
                  </a:lnTo>
                  <a:lnTo>
                    <a:pt x="4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 name="Google Shape;128;p9"/>
            <p:cNvSpPr/>
            <p:nvPr/>
          </p:nvSpPr>
          <p:spPr>
            <a:xfrm>
              <a:off x="-1265238" y="2735263"/>
              <a:ext cx="65088" cy="3175"/>
            </a:xfrm>
            <a:custGeom>
              <a:avLst/>
              <a:gdLst/>
              <a:ahLst/>
              <a:cxnLst/>
              <a:rect l="l" t="t" r="r" b="b"/>
              <a:pathLst>
                <a:path w="34" h="1" extrusionOk="0">
                  <a:moveTo>
                    <a:pt x="34" y="1"/>
                  </a:moveTo>
                  <a:lnTo>
                    <a:pt x="34" y="1"/>
                  </a:lnTo>
                  <a:lnTo>
                    <a:pt x="33" y="0"/>
                  </a:lnTo>
                  <a:lnTo>
                    <a:pt x="0" y="0"/>
                  </a:lnTo>
                  <a:lnTo>
                    <a:pt x="34"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 name="Google Shape;129;p9"/>
            <p:cNvSpPr/>
            <p:nvPr/>
          </p:nvSpPr>
          <p:spPr>
            <a:xfrm>
              <a:off x="-1219200" y="2728913"/>
              <a:ext cx="103188" cy="9525"/>
            </a:xfrm>
            <a:custGeom>
              <a:avLst/>
              <a:gdLst/>
              <a:ahLst/>
              <a:cxnLst/>
              <a:rect l="l" t="t" r="r" b="b"/>
              <a:pathLst>
                <a:path w="54" h="4" extrusionOk="0">
                  <a:moveTo>
                    <a:pt x="54" y="4"/>
                  </a:moveTo>
                  <a:lnTo>
                    <a:pt x="54" y="4"/>
                  </a:lnTo>
                  <a:cubicBezTo>
                    <a:pt x="49" y="2"/>
                    <a:pt x="43" y="0"/>
                    <a:pt x="0" y="1"/>
                  </a:cubicBezTo>
                  <a:lnTo>
                    <a:pt x="9" y="3"/>
                  </a:lnTo>
                  <a:lnTo>
                    <a:pt x="54"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0" name="Google Shape;130;p9"/>
            <p:cNvSpPr/>
            <p:nvPr/>
          </p:nvSpPr>
          <p:spPr>
            <a:xfrm>
              <a:off x="1225550" y="2830513"/>
              <a:ext cx="73025" cy="3175"/>
            </a:xfrm>
            <a:custGeom>
              <a:avLst/>
              <a:gdLst/>
              <a:ahLst/>
              <a:cxnLst/>
              <a:rect l="l" t="t" r="r" b="b"/>
              <a:pathLst>
                <a:path w="38" h="2" extrusionOk="0">
                  <a:moveTo>
                    <a:pt x="34" y="0"/>
                  </a:moveTo>
                  <a:lnTo>
                    <a:pt x="34" y="0"/>
                  </a:lnTo>
                  <a:lnTo>
                    <a:pt x="0" y="1"/>
                  </a:lnTo>
                  <a:lnTo>
                    <a:pt x="4" y="2"/>
                  </a:lnTo>
                  <a:lnTo>
                    <a:pt x="38" y="1"/>
                  </a:lnTo>
                  <a:lnTo>
                    <a:pt x="3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 name="Google Shape;131;p9"/>
            <p:cNvSpPr/>
            <p:nvPr/>
          </p:nvSpPr>
          <p:spPr>
            <a:xfrm>
              <a:off x="874712" y="2827338"/>
              <a:ext cx="39688" cy="3175"/>
            </a:xfrm>
            <a:custGeom>
              <a:avLst/>
              <a:gdLst/>
              <a:ahLst/>
              <a:cxnLst/>
              <a:rect l="l" t="t" r="r" b="b"/>
              <a:pathLst>
                <a:path w="21" h="1" extrusionOk="0">
                  <a:moveTo>
                    <a:pt x="21" y="0"/>
                  </a:moveTo>
                  <a:lnTo>
                    <a:pt x="21" y="0"/>
                  </a:lnTo>
                  <a:lnTo>
                    <a:pt x="0" y="1"/>
                  </a:lnTo>
                  <a:cubicBezTo>
                    <a:pt x="9" y="1"/>
                    <a:pt x="16" y="1"/>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 name="Google Shape;132;p9"/>
            <p:cNvSpPr/>
            <p:nvPr/>
          </p:nvSpPr>
          <p:spPr>
            <a:xfrm>
              <a:off x="417512" y="2827338"/>
              <a:ext cx="457200" cy="31750"/>
            </a:xfrm>
            <a:custGeom>
              <a:avLst/>
              <a:gdLst/>
              <a:ahLst/>
              <a:cxnLst/>
              <a:rect l="l" t="t" r="r" b="b"/>
              <a:pathLst>
                <a:path w="238" h="14" extrusionOk="0">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 name="Google Shape;133;p9"/>
            <p:cNvSpPr/>
            <p:nvPr/>
          </p:nvSpPr>
          <p:spPr>
            <a:xfrm>
              <a:off x="755650" y="2859087"/>
              <a:ext cx="68263" cy="4762"/>
            </a:xfrm>
            <a:custGeom>
              <a:avLst/>
              <a:gdLst/>
              <a:ahLst/>
              <a:cxnLst/>
              <a:rect l="l" t="t" r="r" b="b"/>
              <a:pathLst>
                <a:path w="36" h="2" extrusionOk="0">
                  <a:moveTo>
                    <a:pt x="0" y="1"/>
                  </a:moveTo>
                  <a:lnTo>
                    <a:pt x="0" y="1"/>
                  </a:lnTo>
                  <a:cubicBezTo>
                    <a:pt x="19" y="2"/>
                    <a:pt x="24" y="1"/>
                    <a:pt x="36" y="1"/>
                  </a:cubicBezTo>
                  <a:cubicBezTo>
                    <a:pt x="33" y="0"/>
                    <a:pt x="15" y="1"/>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 name="Google Shape;134;p9"/>
            <p:cNvSpPr/>
            <p:nvPr/>
          </p:nvSpPr>
          <p:spPr>
            <a:xfrm>
              <a:off x="-133350" y="2798763"/>
              <a:ext cx="111125" cy="4762"/>
            </a:xfrm>
            <a:custGeom>
              <a:avLst/>
              <a:gdLst/>
              <a:ahLst/>
              <a:cxnLst/>
              <a:rect l="l" t="t" r="r" b="b"/>
              <a:pathLst>
                <a:path w="58" h="2" extrusionOk="0">
                  <a:moveTo>
                    <a:pt x="37" y="0"/>
                  </a:moveTo>
                  <a:lnTo>
                    <a:pt x="37" y="0"/>
                  </a:lnTo>
                  <a:cubicBezTo>
                    <a:pt x="34" y="1"/>
                    <a:pt x="0" y="1"/>
                    <a:pt x="7" y="2"/>
                  </a:cubicBezTo>
                  <a:lnTo>
                    <a:pt x="58" y="2"/>
                  </a:lnTo>
                  <a:cubicBezTo>
                    <a:pt x="46" y="2"/>
                    <a:pt x="42" y="1"/>
                    <a:pt x="3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 name="Google Shape;135;p9"/>
            <p:cNvSpPr/>
            <p:nvPr/>
          </p:nvSpPr>
          <p:spPr>
            <a:xfrm>
              <a:off x="-22225" y="2800350"/>
              <a:ext cx="44450" cy="3175"/>
            </a:xfrm>
            <a:custGeom>
              <a:avLst/>
              <a:gdLst/>
              <a:ahLst/>
              <a:cxnLst/>
              <a:rect l="l" t="t" r="r" b="b"/>
              <a:pathLst>
                <a:path w="23" h="1" extrusionOk="0">
                  <a:moveTo>
                    <a:pt x="23" y="0"/>
                  </a:moveTo>
                  <a:lnTo>
                    <a:pt x="23" y="0"/>
                  </a:lnTo>
                  <a:lnTo>
                    <a:pt x="0" y="1"/>
                  </a:lnTo>
                  <a:cubicBezTo>
                    <a:pt x="6" y="1"/>
                    <a:pt x="13"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 name="Google Shape;136;p9"/>
            <p:cNvSpPr/>
            <p:nvPr/>
          </p:nvSpPr>
          <p:spPr>
            <a:xfrm>
              <a:off x="-66675" y="2798763"/>
              <a:ext cx="6350" cy="0"/>
            </a:xfrm>
            <a:custGeom>
              <a:avLst/>
              <a:gdLst/>
              <a:ahLst/>
              <a:cxnLst/>
              <a:rect l="l" t="t" r="r" b="b"/>
              <a:pathLst>
                <a:path w="3" h="120000" extrusionOk="0">
                  <a:moveTo>
                    <a:pt x="0" y="0"/>
                  </a:moveTo>
                  <a:lnTo>
                    <a:pt x="0" y="0"/>
                  </a:lnTo>
                  <a:lnTo>
                    <a:pt x="2" y="0"/>
                  </a:lnTo>
                  <a:cubicBezTo>
                    <a:pt x="3" y="0"/>
                    <a:pt x="3"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 name="Google Shape;137;p9"/>
            <p:cNvSpPr/>
            <p:nvPr/>
          </p:nvSpPr>
          <p:spPr>
            <a:xfrm>
              <a:off x="-1566863" y="2730500"/>
              <a:ext cx="65088" cy="3175"/>
            </a:xfrm>
            <a:custGeom>
              <a:avLst/>
              <a:gdLst/>
              <a:ahLst/>
              <a:cxnLst/>
              <a:rect l="l" t="t" r="r" b="b"/>
              <a:pathLst>
                <a:path w="34" h="1" extrusionOk="0">
                  <a:moveTo>
                    <a:pt x="33" y="1"/>
                  </a:moveTo>
                  <a:lnTo>
                    <a:pt x="33" y="1"/>
                  </a:lnTo>
                  <a:cubicBezTo>
                    <a:pt x="34" y="0"/>
                    <a:pt x="12" y="1"/>
                    <a:pt x="0" y="1"/>
                  </a:cubicBezTo>
                  <a:cubicBezTo>
                    <a:pt x="9" y="1"/>
                    <a:pt x="22" y="1"/>
                    <a:pt x="33"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8" name="Google Shape;138;p9"/>
            <p:cNvSpPr/>
            <p:nvPr/>
          </p:nvSpPr>
          <p:spPr>
            <a:xfrm>
              <a:off x="-3175000" y="2740025"/>
              <a:ext cx="38100" cy="0"/>
            </a:xfrm>
            <a:custGeom>
              <a:avLst/>
              <a:gdLst/>
              <a:ahLst/>
              <a:cxnLst/>
              <a:rect l="l" t="t" r="r" b="b"/>
              <a:pathLst>
                <a:path w="20" h="120000" extrusionOk="0">
                  <a:moveTo>
                    <a:pt x="20" y="0"/>
                  </a:moveTo>
                  <a:lnTo>
                    <a:pt x="20" y="0"/>
                  </a:lnTo>
                  <a:lnTo>
                    <a:pt x="0" y="0"/>
                  </a:lnTo>
                  <a:cubicBezTo>
                    <a:pt x="7" y="0"/>
                    <a:pt x="11" y="0"/>
                    <a:pt x="2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9" name="Google Shape;139;p9"/>
            <p:cNvSpPr/>
            <p:nvPr/>
          </p:nvSpPr>
          <p:spPr>
            <a:xfrm>
              <a:off x="-3735388" y="2803525"/>
              <a:ext cx="6350" cy="1587"/>
            </a:xfrm>
            <a:custGeom>
              <a:avLst/>
              <a:gdLst/>
              <a:ahLst/>
              <a:cxnLst/>
              <a:rect l="l" t="t" r="r" b="b"/>
              <a:pathLst>
                <a:path w="4" h="1" extrusionOk="0">
                  <a:moveTo>
                    <a:pt x="4" y="0"/>
                  </a:moveTo>
                  <a:lnTo>
                    <a:pt x="4" y="0"/>
                  </a:lnTo>
                  <a:cubicBezTo>
                    <a:pt x="3" y="0"/>
                    <a:pt x="2" y="1"/>
                    <a:pt x="0" y="1"/>
                  </a:cubicBezTo>
                  <a:cubicBezTo>
                    <a:pt x="2" y="1"/>
                    <a:pt x="3" y="1"/>
                    <a:pt x="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40" name="Google Shape;140;p9"/>
            <p:cNvSpPr/>
            <p:nvPr/>
          </p:nvSpPr>
          <p:spPr>
            <a:xfrm>
              <a:off x="-3924300" y="2803525"/>
              <a:ext cx="188913" cy="3175"/>
            </a:xfrm>
            <a:custGeom>
              <a:avLst/>
              <a:gdLst/>
              <a:ahLst/>
              <a:cxnLst/>
              <a:rect l="l" t="t" r="r" b="b"/>
              <a:pathLst>
                <a:path w="98" h="2" extrusionOk="0">
                  <a:moveTo>
                    <a:pt x="98" y="1"/>
                  </a:moveTo>
                  <a:lnTo>
                    <a:pt x="98" y="1"/>
                  </a:lnTo>
                  <a:cubicBezTo>
                    <a:pt x="84" y="2"/>
                    <a:pt x="42" y="0"/>
                    <a:pt x="26" y="1"/>
                  </a:cubicBezTo>
                  <a:lnTo>
                    <a:pt x="28" y="1"/>
                  </a:lnTo>
                  <a:lnTo>
                    <a:pt x="0" y="2"/>
                  </a:lnTo>
                  <a:cubicBezTo>
                    <a:pt x="27" y="2"/>
                    <a:pt x="82" y="2"/>
                    <a:pt x="9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sp>
        <p:nvSpPr>
          <p:cNvPr id="141" name="Google Shape;141;p9"/>
          <p:cNvSpPr txBox="1">
            <a:spLocks noGrp="1"/>
          </p:cNvSpPr>
          <p:nvPr>
            <p:ph type="subTitle" idx="1"/>
          </p:nvPr>
        </p:nvSpPr>
        <p:spPr>
          <a:xfrm>
            <a:off x="1522413" y="5105400"/>
            <a:ext cx="9143999" cy="1066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2400"/>
              <a:buNone/>
              <a:defRPr>
                <a:solidFill>
                  <a:schemeClr val="lt1"/>
                </a:solidFill>
              </a:defRPr>
            </a:lvl1pPr>
            <a:lvl2pPr lvl="1" algn="ctr">
              <a:lnSpc>
                <a:spcPct val="90000"/>
              </a:lnSpc>
              <a:spcBef>
                <a:spcPts val="600"/>
              </a:spcBef>
              <a:spcAft>
                <a:spcPts val="0"/>
              </a:spcAft>
              <a:buClr>
                <a:schemeClr val="lt1"/>
              </a:buClr>
              <a:buSzPts val="2000"/>
              <a:buNone/>
              <a:defRPr>
                <a:solidFill>
                  <a:schemeClr val="lt1"/>
                </a:solidFill>
              </a:defRPr>
            </a:lvl2pPr>
            <a:lvl3pPr lvl="2" algn="ctr">
              <a:lnSpc>
                <a:spcPct val="90000"/>
              </a:lnSpc>
              <a:spcBef>
                <a:spcPts val="600"/>
              </a:spcBef>
              <a:spcAft>
                <a:spcPts val="0"/>
              </a:spcAft>
              <a:buClr>
                <a:schemeClr val="lt1"/>
              </a:buClr>
              <a:buSzPts val="1800"/>
              <a:buNone/>
              <a:defRPr>
                <a:solidFill>
                  <a:schemeClr val="lt1"/>
                </a:solidFill>
              </a:defRPr>
            </a:lvl3pPr>
            <a:lvl4pPr lvl="3" algn="ctr">
              <a:lnSpc>
                <a:spcPct val="90000"/>
              </a:lnSpc>
              <a:spcBef>
                <a:spcPts val="600"/>
              </a:spcBef>
              <a:spcAft>
                <a:spcPts val="0"/>
              </a:spcAft>
              <a:buClr>
                <a:schemeClr val="lt1"/>
              </a:buClr>
              <a:buSzPts val="1600"/>
              <a:buNone/>
              <a:defRPr>
                <a:solidFill>
                  <a:schemeClr val="lt1"/>
                </a:solidFill>
              </a:defRPr>
            </a:lvl4pPr>
            <a:lvl5pPr lvl="4" algn="ctr">
              <a:lnSpc>
                <a:spcPct val="90000"/>
              </a:lnSpc>
              <a:spcBef>
                <a:spcPts val="600"/>
              </a:spcBef>
              <a:spcAft>
                <a:spcPts val="0"/>
              </a:spcAft>
              <a:buClr>
                <a:schemeClr val="lt1"/>
              </a:buClr>
              <a:buSzPts val="1600"/>
              <a:buNone/>
              <a:defRPr>
                <a:solidFill>
                  <a:schemeClr val="lt1"/>
                </a:solidFill>
              </a:defRPr>
            </a:lvl5pPr>
            <a:lvl6pPr lvl="5" algn="ctr">
              <a:lnSpc>
                <a:spcPct val="90000"/>
              </a:lnSpc>
              <a:spcBef>
                <a:spcPts val="600"/>
              </a:spcBef>
              <a:spcAft>
                <a:spcPts val="0"/>
              </a:spcAft>
              <a:buClr>
                <a:schemeClr val="lt1"/>
              </a:buClr>
              <a:buSzPts val="1600"/>
              <a:buNone/>
              <a:defRPr>
                <a:solidFill>
                  <a:schemeClr val="lt1"/>
                </a:solidFill>
              </a:defRPr>
            </a:lvl6pPr>
            <a:lvl7pPr lvl="6" algn="ctr">
              <a:lnSpc>
                <a:spcPct val="90000"/>
              </a:lnSpc>
              <a:spcBef>
                <a:spcPts val="600"/>
              </a:spcBef>
              <a:spcAft>
                <a:spcPts val="0"/>
              </a:spcAft>
              <a:buClr>
                <a:schemeClr val="lt1"/>
              </a:buClr>
              <a:buSzPts val="1600"/>
              <a:buNone/>
              <a:defRPr>
                <a:solidFill>
                  <a:schemeClr val="lt1"/>
                </a:solidFill>
              </a:defRPr>
            </a:lvl7pPr>
            <a:lvl8pPr lvl="7" algn="ctr">
              <a:lnSpc>
                <a:spcPct val="90000"/>
              </a:lnSpc>
              <a:spcBef>
                <a:spcPts val="600"/>
              </a:spcBef>
              <a:spcAft>
                <a:spcPts val="0"/>
              </a:spcAft>
              <a:buClr>
                <a:schemeClr val="lt1"/>
              </a:buClr>
              <a:buSzPts val="1600"/>
              <a:buNone/>
              <a:defRPr>
                <a:solidFill>
                  <a:schemeClr val="lt1"/>
                </a:solidFill>
              </a:defRPr>
            </a:lvl8pPr>
            <a:lvl9pPr lvl="8" algn="ctr">
              <a:lnSpc>
                <a:spcPct val="90000"/>
              </a:lnSpc>
              <a:spcBef>
                <a:spcPts val="600"/>
              </a:spcBef>
              <a:spcAft>
                <a:spcPts val="0"/>
              </a:spcAft>
              <a:buClr>
                <a:schemeClr val="lt1"/>
              </a:buClr>
              <a:buSzPts val="16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2"/>
        <p:cNvGrpSpPr/>
        <p:nvPr/>
      </p:nvGrpSpPr>
      <p:grpSpPr>
        <a:xfrm>
          <a:off x="0" y="0"/>
          <a:ext cx="0" cy="0"/>
          <a:chOff x="0" y="0"/>
          <a:chExt cx="0" cy="0"/>
        </a:xfrm>
      </p:grpSpPr>
      <p:sp>
        <p:nvSpPr>
          <p:cNvPr id="143" name="Google Shape;143;p10"/>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44" name="Google Shape;144;p10" descr="Line graphic"/>
          <p:cNvGrpSpPr/>
          <p:nvPr/>
        </p:nvGrpSpPr>
        <p:grpSpPr>
          <a:xfrm>
            <a:off x="1522413" y="1514475"/>
            <a:ext cx="10569575" cy="64008"/>
            <a:chOff x="1522413" y="1514475"/>
            <a:chExt cx="10569575" cy="64008"/>
          </a:xfrm>
        </p:grpSpPr>
        <p:sp>
          <p:nvSpPr>
            <p:cNvPr id="145" name="Google Shape;145;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46" name="Google Shape;146;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47" name="Google Shape;147;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48" name="Google Shape;148;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49" name="Google Shape;149;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0" name="Google Shape;150;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1" name="Google Shape;151;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2" name="Google Shape;152;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3" name="Google Shape;153;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4" name="Google Shape;154;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5" name="Google Shape;155;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6" name="Google Shape;156;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7" name="Google Shape;157;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8" name="Google Shape;158;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59" name="Google Shape;159;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0" name="Google Shape;160;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1" name="Google Shape;161;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2" name="Google Shape;162;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3" name="Google Shape;163;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4" name="Google Shape;164;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5" name="Google Shape;165;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6" name="Google Shape;166;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7" name="Google Shape;167;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8" name="Google Shape;168;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9" name="Google Shape;169;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0" name="Google Shape;170;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1" name="Google Shape;171;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2" name="Google Shape;172;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3" name="Google Shape;173;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4" name="Google Shape;174;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5" name="Google Shape;175;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6" name="Google Shape;176;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7" name="Google Shape;177;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8" name="Google Shape;178;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79" name="Google Shape;179;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0" name="Google Shape;180;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1" name="Google Shape;181;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2" name="Google Shape;182;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3" name="Google Shape;183;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4" name="Google Shape;184;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5" name="Google Shape;185;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6" name="Google Shape;186;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7" name="Google Shape;187;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8" name="Google Shape;188;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89" name="Google Shape;189;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0" name="Google Shape;190;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1" name="Google Shape;191;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2" name="Google Shape;192;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3" name="Google Shape;193;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4" name="Google Shape;194;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5" name="Google Shape;195;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6" name="Google Shape;196;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7" name="Google Shape;197;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8" name="Google Shape;198;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99" name="Google Shape;199;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0" name="Google Shape;200;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1" name="Google Shape;201;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2" name="Google Shape;202;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3" name="Google Shape;203;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4" name="Google Shape;204;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5" name="Google Shape;205;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6" name="Google Shape;206;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7" name="Google Shape;207;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8" name="Google Shape;208;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09" name="Google Shape;209;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0" name="Google Shape;210;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1" name="Google Shape;211;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2" name="Google Shape;212;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3" name="Google Shape;213;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4" name="Google Shape;214;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5" name="Google Shape;215;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6" name="Google Shape;216;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7" name="Google Shape;217;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18" name="Google Shape;218;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sp>
        <p:nvSpPr>
          <p:cNvPr id="219" name="Google Shape;219;p10"/>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lt1"/>
              </a:buClr>
              <a:buSzPts val="1800"/>
              <a:buChar char="▪"/>
              <a:defRPr/>
            </a:lvl1pPr>
            <a:lvl2pPr marL="914400" lvl="1" indent="-355600" algn="l">
              <a:lnSpc>
                <a:spcPct val="90000"/>
              </a:lnSpc>
              <a:spcBef>
                <a:spcPts val="600"/>
              </a:spcBef>
              <a:spcAft>
                <a:spcPts val="0"/>
              </a:spcAft>
              <a:buClr>
                <a:schemeClr val="lt1"/>
              </a:buClr>
              <a:buSzPts val="2000"/>
              <a:buChar char="–"/>
              <a:defRPr/>
            </a:lvl2pPr>
            <a:lvl3pPr marL="1371600" lvl="2" indent="-342900" algn="l">
              <a:lnSpc>
                <a:spcPct val="90000"/>
              </a:lnSpc>
              <a:spcBef>
                <a:spcPts val="600"/>
              </a:spcBef>
              <a:spcAft>
                <a:spcPts val="0"/>
              </a:spcAft>
              <a:buClr>
                <a:schemeClr val="lt1"/>
              </a:buClr>
              <a:buSzPts val="1800"/>
              <a:buChar char="▪"/>
              <a:defRPr/>
            </a:lvl3pPr>
            <a:lvl4pPr marL="1828800" lvl="3" indent="-330200" algn="l">
              <a:lnSpc>
                <a:spcPct val="90000"/>
              </a:lnSpc>
              <a:spcBef>
                <a:spcPts val="600"/>
              </a:spcBef>
              <a:spcAft>
                <a:spcPts val="0"/>
              </a:spcAft>
              <a:buClr>
                <a:schemeClr val="lt1"/>
              </a:buClr>
              <a:buSzPts val="1600"/>
              <a:buChar char="–"/>
              <a:defRPr/>
            </a:lvl4pPr>
            <a:lvl5pPr marL="2286000" lvl="4" indent="-330200" algn="l">
              <a:lnSpc>
                <a:spcPct val="90000"/>
              </a:lnSpc>
              <a:spcBef>
                <a:spcPts val="600"/>
              </a:spcBef>
              <a:spcAft>
                <a:spcPts val="0"/>
              </a:spcAft>
              <a:buClr>
                <a:schemeClr val="lt1"/>
              </a:buClr>
              <a:buSzPts val="1600"/>
              <a:buChar char="▪"/>
              <a:defRPr/>
            </a:lvl5pPr>
            <a:lvl6pPr marL="2743200" lvl="5" indent="-330200" algn="l">
              <a:lnSpc>
                <a:spcPct val="90000"/>
              </a:lnSpc>
              <a:spcBef>
                <a:spcPts val="600"/>
              </a:spcBef>
              <a:spcAft>
                <a:spcPts val="0"/>
              </a:spcAft>
              <a:buClr>
                <a:schemeClr val="lt1"/>
              </a:buClr>
              <a:buSzPts val="1600"/>
              <a:buChar char="–"/>
              <a:defRPr/>
            </a:lvl6pPr>
            <a:lvl7pPr marL="3200400" lvl="6" indent="-330200" algn="l">
              <a:lnSpc>
                <a:spcPct val="90000"/>
              </a:lnSpc>
              <a:spcBef>
                <a:spcPts val="600"/>
              </a:spcBef>
              <a:spcAft>
                <a:spcPts val="0"/>
              </a:spcAft>
              <a:buClr>
                <a:schemeClr val="lt1"/>
              </a:buClr>
              <a:buSzPts val="1600"/>
              <a:buChar char="▪"/>
              <a:defRPr/>
            </a:lvl7pPr>
            <a:lvl8pPr marL="3657600" lvl="7" indent="-330200" algn="l">
              <a:lnSpc>
                <a:spcPct val="90000"/>
              </a:lnSpc>
              <a:spcBef>
                <a:spcPts val="600"/>
              </a:spcBef>
              <a:spcAft>
                <a:spcPts val="0"/>
              </a:spcAft>
              <a:buClr>
                <a:schemeClr val="lt1"/>
              </a:buClr>
              <a:buSzPts val="1600"/>
              <a:buChar char="–"/>
              <a:defRPr/>
            </a:lvl8pPr>
            <a:lvl9pPr marL="4114800" lvl="8" indent="-330200" algn="l">
              <a:lnSpc>
                <a:spcPct val="90000"/>
              </a:lnSpc>
              <a:spcBef>
                <a:spcPts val="600"/>
              </a:spcBef>
              <a:spcAft>
                <a:spcPts val="0"/>
              </a:spcAft>
              <a:buClr>
                <a:schemeClr val="lt1"/>
              </a:buClr>
              <a:buSzPts val="1600"/>
              <a:buChar char="▪"/>
              <a:defRPr/>
            </a:lvl9pPr>
          </a:lstStyle>
          <a:p>
            <a:endParaRPr/>
          </a:p>
        </p:txBody>
      </p:sp>
      <p:sp>
        <p:nvSpPr>
          <p:cNvPr id="220" name="Google Shape;220;p10"/>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0"/>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10"/>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3"/>
        <p:cNvGrpSpPr/>
        <p:nvPr/>
      </p:nvGrpSpPr>
      <p:grpSpPr>
        <a:xfrm>
          <a:off x="0" y="0"/>
          <a:ext cx="0" cy="0"/>
          <a:chOff x="0" y="0"/>
          <a:chExt cx="0" cy="0"/>
        </a:xfrm>
      </p:grpSpPr>
      <p:sp>
        <p:nvSpPr>
          <p:cNvPr id="224" name="Google Shape;224;p11"/>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400"/>
              <a:buFont typeface="Consolas"/>
              <a:buNone/>
              <a:defRPr sz="44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25" name="Google Shape;225;p11" descr="Line graphic"/>
          <p:cNvGrpSpPr/>
          <p:nvPr/>
        </p:nvGrpSpPr>
        <p:grpSpPr>
          <a:xfrm>
            <a:off x="1584896" y="4724400"/>
            <a:ext cx="8631936" cy="64008"/>
            <a:chOff x="-4110038" y="2703513"/>
            <a:chExt cx="17394239" cy="160336"/>
          </a:xfrm>
        </p:grpSpPr>
        <p:sp>
          <p:nvSpPr>
            <p:cNvPr id="226" name="Google Shape;226;p11"/>
            <p:cNvSpPr/>
            <p:nvPr/>
          </p:nvSpPr>
          <p:spPr>
            <a:xfrm>
              <a:off x="12815888" y="2768600"/>
              <a:ext cx="468313" cy="19050"/>
            </a:xfrm>
            <a:custGeom>
              <a:avLst/>
              <a:gdLst/>
              <a:ahLst/>
              <a:cxnLst/>
              <a:rect l="l" t="t" r="r" b="b"/>
              <a:pathLst>
                <a:path w="244" h="8" extrusionOk="0">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27" name="Google Shape;227;p11"/>
            <p:cNvSpPr/>
            <p:nvPr/>
          </p:nvSpPr>
          <p:spPr>
            <a:xfrm>
              <a:off x="12380913" y="2755900"/>
              <a:ext cx="461963" cy="26987"/>
            </a:xfrm>
            <a:custGeom>
              <a:avLst/>
              <a:gdLst/>
              <a:ahLst/>
              <a:cxnLst/>
              <a:rect l="l" t="t" r="r" b="b"/>
              <a:pathLst>
                <a:path w="241" h="12" extrusionOk="0">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28" name="Google Shape;228;p11"/>
            <p:cNvSpPr/>
            <p:nvPr/>
          </p:nvSpPr>
          <p:spPr>
            <a:xfrm>
              <a:off x="12814300" y="2779713"/>
              <a:ext cx="1588" cy="0"/>
            </a:xfrm>
            <a:custGeom>
              <a:avLst/>
              <a:gdLst/>
              <a:ahLst/>
              <a:cxnLst/>
              <a:rect l="l" t="t" r="r" b="b"/>
              <a:pathLst>
                <a:path w="1" h="120000" extrusionOk="0">
                  <a:moveTo>
                    <a:pt x="0" y="0"/>
                  </a:moveTo>
                  <a:lnTo>
                    <a:pt x="0" y="0"/>
                  </a:lnTo>
                  <a:lnTo>
                    <a:pt x="1"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29" name="Google Shape;229;p11"/>
            <p:cNvSpPr/>
            <p:nvPr/>
          </p:nvSpPr>
          <p:spPr>
            <a:xfrm>
              <a:off x="2738437" y="2795588"/>
              <a:ext cx="425450" cy="15875"/>
            </a:xfrm>
            <a:custGeom>
              <a:avLst/>
              <a:gdLst/>
              <a:ahLst/>
              <a:cxnLst/>
              <a:rect l="l" t="t" r="r" b="b"/>
              <a:pathLst>
                <a:path w="222" h="7" extrusionOk="0">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0" name="Google Shape;230;p11"/>
            <p:cNvSpPr/>
            <p:nvPr/>
          </p:nvSpPr>
          <p:spPr>
            <a:xfrm>
              <a:off x="-3646488" y="2800350"/>
              <a:ext cx="46038" cy="3175"/>
            </a:xfrm>
            <a:custGeom>
              <a:avLst/>
              <a:gdLst/>
              <a:ahLst/>
              <a:cxnLst/>
              <a:rect l="l" t="t" r="r" b="b"/>
              <a:pathLst>
                <a:path w="24" h="1" extrusionOk="0">
                  <a:moveTo>
                    <a:pt x="0" y="1"/>
                  </a:moveTo>
                  <a:lnTo>
                    <a:pt x="0" y="1"/>
                  </a:lnTo>
                  <a:cubicBezTo>
                    <a:pt x="21" y="0"/>
                    <a:pt x="24" y="0"/>
                    <a:pt x="21" y="0"/>
                  </a:cubicBez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1" name="Google Shape;231;p11"/>
            <p:cNvSpPr/>
            <p:nvPr/>
          </p:nvSpPr>
          <p:spPr>
            <a:xfrm>
              <a:off x="2627312" y="2816225"/>
              <a:ext cx="63500" cy="4762"/>
            </a:xfrm>
            <a:custGeom>
              <a:avLst/>
              <a:gdLst/>
              <a:ahLst/>
              <a:cxnLst/>
              <a:rect l="l" t="t" r="r" b="b"/>
              <a:pathLst>
                <a:path w="33" h="2" extrusionOk="0">
                  <a:moveTo>
                    <a:pt x="33" y="0"/>
                  </a:moveTo>
                  <a:lnTo>
                    <a:pt x="33" y="0"/>
                  </a:lnTo>
                  <a:lnTo>
                    <a:pt x="0" y="2"/>
                  </a:lnTo>
                  <a:cubicBezTo>
                    <a:pt x="14" y="1"/>
                    <a:pt x="25" y="1"/>
                    <a:pt x="3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2" name="Google Shape;232;p11"/>
            <p:cNvSpPr/>
            <p:nvPr/>
          </p:nvSpPr>
          <p:spPr>
            <a:xfrm>
              <a:off x="3103562" y="2741613"/>
              <a:ext cx="28575" cy="3175"/>
            </a:xfrm>
            <a:custGeom>
              <a:avLst/>
              <a:gdLst/>
              <a:ahLst/>
              <a:cxnLst/>
              <a:rect l="l" t="t" r="r" b="b"/>
              <a:pathLst>
                <a:path w="15" h="1" extrusionOk="0">
                  <a:moveTo>
                    <a:pt x="15" y="0"/>
                  </a:moveTo>
                  <a:lnTo>
                    <a:pt x="15" y="0"/>
                  </a:lnTo>
                  <a:cubicBezTo>
                    <a:pt x="15" y="0"/>
                    <a:pt x="15" y="0"/>
                    <a:pt x="15" y="0"/>
                  </a:cubicBezTo>
                  <a:lnTo>
                    <a:pt x="0" y="1"/>
                  </a:lnTo>
                  <a:lnTo>
                    <a:pt x="0" y="1"/>
                  </a:lnTo>
                  <a:lnTo>
                    <a:pt x="15"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3" name="Google Shape;233;p11"/>
            <p:cNvSpPr/>
            <p:nvPr/>
          </p:nvSpPr>
          <p:spPr>
            <a:xfrm>
              <a:off x="1227137" y="2836863"/>
              <a:ext cx="20638" cy="0"/>
            </a:xfrm>
            <a:custGeom>
              <a:avLst/>
              <a:gdLst/>
              <a:ahLst/>
              <a:cxnLst/>
              <a:rect l="l" t="t" r="r" b="b"/>
              <a:pathLst>
                <a:path w="11" h="120000" extrusionOk="0">
                  <a:moveTo>
                    <a:pt x="11" y="0"/>
                  </a:moveTo>
                  <a:lnTo>
                    <a:pt x="11" y="0"/>
                  </a:lnTo>
                  <a:lnTo>
                    <a:pt x="0" y="0"/>
                  </a:lnTo>
                  <a:lnTo>
                    <a:pt x="1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4" name="Google Shape;234;p11"/>
            <p:cNvSpPr/>
            <p:nvPr/>
          </p:nvSpPr>
          <p:spPr>
            <a:xfrm>
              <a:off x="3660775" y="2713038"/>
              <a:ext cx="331788" cy="20637"/>
            </a:xfrm>
            <a:custGeom>
              <a:avLst/>
              <a:gdLst/>
              <a:ahLst/>
              <a:cxnLst/>
              <a:rect l="l" t="t" r="r" b="b"/>
              <a:pathLst>
                <a:path w="173" h="9" extrusionOk="0">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5" name="Google Shape;235;p11"/>
            <p:cNvSpPr/>
            <p:nvPr/>
          </p:nvSpPr>
          <p:spPr>
            <a:xfrm>
              <a:off x="-1674813" y="2768600"/>
              <a:ext cx="1588" cy="0"/>
            </a:xfrm>
            <a:custGeom>
              <a:avLst/>
              <a:gdLst/>
              <a:ahLst/>
              <a:cxnLst/>
              <a:rect l="l" t="t" r="r" b="b"/>
              <a:pathLst>
                <a:path w="1" h="120000" extrusionOk="0">
                  <a:moveTo>
                    <a:pt x="0" y="0"/>
                  </a:moveTo>
                  <a:lnTo>
                    <a:pt x="0" y="0"/>
                  </a:lnTo>
                  <a:lnTo>
                    <a:pt x="1" y="0"/>
                  </a:lnTo>
                  <a:cubicBezTo>
                    <a:pt x="0" y="0"/>
                    <a:pt x="0"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6" name="Google Shape;236;p11"/>
            <p:cNvSpPr/>
            <p:nvPr/>
          </p:nvSpPr>
          <p:spPr>
            <a:xfrm>
              <a:off x="-1673225" y="2767013"/>
              <a:ext cx="36513" cy="1587"/>
            </a:xfrm>
            <a:custGeom>
              <a:avLst/>
              <a:gdLst/>
              <a:ahLst/>
              <a:cxnLst/>
              <a:rect l="l" t="t" r="r" b="b"/>
              <a:pathLst>
                <a:path w="19" h="1" extrusionOk="0">
                  <a:moveTo>
                    <a:pt x="3" y="0"/>
                  </a:moveTo>
                  <a:lnTo>
                    <a:pt x="3" y="0"/>
                  </a:lnTo>
                  <a:lnTo>
                    <a:pt x="0" y="1"/>
                  </a:lnTo>
                  <a:cubicBezTo>
                    <a:pt x="4" y="0"/>
                    <a:pt x="19"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7" name="Google Shape;237;p11"/>
            <p:cNvSpPr/>
            <p:nvPr/>
          </p:nvSpPr>
          <p:spPr>
            <a:xfrm>
              <a:off x="2690812" y="2811463"/>
              <a:ext cx="47625" cy="4762"/>
            </a:xfrm>
            <a:custGeom>
              <a:avLst/>
              <a:gdLst/>
              <a:ahLst/>
              <a:cxnLst/>
              <a:rect l="l" t="t" r="r" b="b"/>
              <a:pathLst>
                <a:path w="25" h="2" extrusionOk="0">
                  <a:moveTo>
                    <a:pt x="13" y="0"/>
                  </a:moveTo>
                  <a:lnTo>
                    <a:pt x="13" y="0"/>
                  </a:lnTo>
                  <a:cubicBezTo>
                    <a:pt x="12" y="0"/>
                    <a:pt x="7" y="1"/>
                    <a:pt x="0" y="2"/>
                  </a:cubicBezTo>
                  <a:lnTo>
                    <a:pt x="25" y="0"/>
                  </a:lnTo>
                  <a:lnTo>
                    <a:pt x="1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8" name="Google Shape;238;p11"/>
            <p:cNvSpPr/>
            <p:nvPr/>
          </p:nvSpPr>
          <p:spPr>
            <a:xfrm>
              <a:off x="2822575" y="2794000"/>
              <a:ext cx="163513" cy="4762"/>
            </a:xfrm>
            <a:custGeom>
              <a:avLst/>
              <a:gdLst/>
              <a:ahLst/>
              <a:cxnLst/>
              <a:rect l="l" t="t" r="r" b="b"/>
              <a:pathLst>
                <a:path w="85" h="2" extrusionOk="0">
                  <a:moveTo>
                    <a:pt x="0" y="2"/>
                  </a:moveTo>
                  <a:lnTo>
                    <a:pt x="0" y="2"/>
                  </a:lnTo>
                  <a:lnTo>
                    <a:pt x="62" y="1"/>
                  </a:lnTo>
                  <a:lnTo>
                    <a:pt x="8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39" name="Google Shape;239;p11"/>
            <p:cNvSpPr/>
            <p:nvPr/>
          </p:nvSpPr>
          <p:spPr>
            <a:xfrm>
              <a:off x="715962" y="2809875"/>
              <a:ext cx="1911350" cy="50800"/>
            </a:xfrm>
            <a:custGeom>
              <a:avLst/>
              <a:gdLst/>
              <a:ahLst/>
              <a:cxnLst/>
              <a:rect l="l" t="t" r="r" b="b"/>
              <a:pathLst>
                <a:path w="996" h="23" extrusionOk="0">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0" name="Google Shape;240;p11"/>
            <p:cNvSpPr/>
            <p:nvPr/>
          </p:nvSpPr>
          <p:spPr>
            <a:xfrm>
              <a:off x="1995487" y="2822575"/>
              <a:ext cx="20638" cy="0"/>
            </a:xfrm>
            <a:custGeom>
              <a:avLst/>
              <a:gdLst/>
              <a:ahLst/>
              <a:cxnLst/>
              <a:rect l="l" t="t" r="r" b="b"/>
              <a:pathLst>
                <a:path w="10" h="120000" extrusionOk="0">
                  <a:moveTo>
                    <a:pt x="10" y="0"/>
                  </a:moveTo>
                  <a:lnTo>
                    <a:pt x="10" y="0"/>
                  </a:lnTo>
                  <a:lnTo>
                    <a:pt x="0" y="0"/>
                  </a:lnTo>
                  <a:cubicBezTo>
                    <a:pt x="1" y="0"/>
                    <a:pt x="4" y="0"/>
                    <a:pt x="1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1" name="Google Shape;241;p11"/>
            <p:cNvSpPr/>
            <p:nvPr/>
          </p:nvSpPr>
          <p:spPr>
            <a:xfrm>
              <a:off x="1630362" y="2830513"/>
              <a:ext cx="22225" cy="0"/>
            </a:xfrm>
            <a:custGeom>
              <a:avLst/>
              <a:gdLst/>
              <a:ahLst/>
              <a:cxnLst/>
              <a:rect l="l" t="t" r="r" b="b"/>
              <a:pathLst>
                <a:path w="12" h="120000" extrusionOk="0">
                  <a:moveTo>
                    <a:pt x="11" y="0"/>
                  </a:moveTo>
                  <a:lnTo>
                    <a:pt x="11" y="0"/>
                  </a:lnTo>
                  <a:cubicBezTo>
                    <a:pt x="12" y="0"/>
                    <a:pt x="11" y="0"/>
                    <a:pt x="12" y="0"/>
                  </a:cubicBezTo>
                  <a:lnTo>
                    <a:pt x="0" y="0"/>
                  </a:lnTo>
                  <a:lnTo>
                    <a:pt x="1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2" name="Google Shape;242;p11"/>
            <p:cNvSpPr/>
            <p:nvPr/>
          </p:nvSpPr>
          <p:spPr>
            <a:xfrm>
              <a:off x="2651125" y="2798763"/>
              <a:ext cx="46038" cy="1587"/>
            </a:xfrm>
            <a:custGeom>
              <a:avLst/>
              <a:gdLst/>
              <a:ahLst/>
              <a:cxnLst/>
              <a:rect l="l" t="t" r="r" b="b"/>
              <a:pathLst>
                <a:path w="24" h="1" extrusionOk="0">
                  <a:moveTo>
                    <a:pt x="3" y="1"/>
                  </a:moveTo>
                  <a:lnTo>
                    <a:pt x="3" y="1"/>
                  </a:lnTo>
                  <a:lnTo>
                    <a:pt x="24" y="0"/>
                  </a:lnTo>
                  <a:lnTo>
                    <a:pt x="8" y="1"/>
                  </a:lnTo>
                  <a:cubicBezTo>
                    <a:pt x="2" y="1"/>
                    <a:pt x="0" y="1"/>
                    <a:pt x="3"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3" name="Google Shape;243;p11"/>
            <p:cNvSpPr/>
            <p:nvPr/>
          </p:nvSpPr>
          <p:spPr>
            <a:xfrm>
              <a:off x="2698750" y="2809875"/>
              <a:ext cx="19050" cy="1587"/>
            </a:xfrm>
            <a:custGeom>
              <a:avLst/>
              <a:gdLst/>
              <a:ahLst/>
              <a:cxnLst/>
              <a:rect l="l" t="t" r="r" b="b"/>
              <a:pathLst>
                <a:path w="10" h="1" extrusionOk="0">
                  <a:moveTo>
                    <a:pt x="4" y="0"/>
                  </a:moveTo>
                  <a:lnTo>
                    <a:pt x="4" y="0"/>
                  </a:lnTo>
                  <a:lnTo>
                    <a:pt x="0" y="1"/>
                  </a:lnTo>
                  <a:lnTo>
                    <a:pt x="9" y="1"/>
                  </a:lnTo>
                  <a:cubicBezTo>
                    <a:pt x="10" y="0"/>
                    <a:pt x="9" y="0"/>
                    <a:pt x="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4" name="Google Shape;244;p11"/>
            <p:cNvSpPr/>
            <p:nvPr/>
          </p:nvSpPr>
          <p:spPr>
            <a:xfrm>
              <a:off x="469900" y="2800350"/>
              <a:ext cx="23813" cy="3175"/>
            </a:xfrm>
            <a:custGeom>
              <a:avLst/>
              <a:gdLst/>
              <a:ahLst/>
              <a:cxnLst/>
              <a:rect l="l" t="t" r="r" b="b"/>
              <a:pathLst>
                <a:path w="13" h="1" extrusionOk="0">
                  <a:moveTo>
                    <a:pt x="13" y="0"/>
                  </a:moveTo>
                  <a:lnTo>
                    <a:pt x="13" y="0"/>
                  </a:lnTo>
                  <a:lnTo>
                    <a:pt x="0" y="1"/>
                  </a:lnTo>
                  <a:cubicBezTo>
                    <a:pt x="8" y="1"/>
                    <a:pt x="11" y="1"/>
                    <a:pt x="1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5" name="Google Shape;245;p11"/>
            <p:cNvSpPr/>
            <p:nvPr/>
          </p:nvSpPr>
          <p:spPr>
            <a:xfrm>
              <a:off x="998537" y="2811463"/>
              <a:ext cx="1076325" cy="20637"/>
            </a:xfrm>
            <a:custGeom>
              <a:avLst/>
              <a:gdLst/>
              <a:ahLst/>
              <a:cxnLst/>
              <a:rect l="l" t="t" r="r" b="b"/>
              <a:pathLst>
                <a:path w="561" h="9" extrusionOk="0">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6" name="Google Shape;246;p11"/>
            <p:cNvSpPr/>
            <p:nvPr/>
          </p:nvSpPr>
          <p:spPr>
            <a:xfrm>
              <a:off x="2495550" y="2803525"/>
              <a:ext cx="17463" cy="0"/>
            </a:xfrm>
            <a:custGeom>
              <a:avLst/>
              <a:gdLst/>
              <a:ahLst/>
              <a:cxnLst/>
              <a:rect l="l" t="t" r="r" b="b"/>
              <a:pathLst>
                <a:path w="9" h="120000" extrusionOk="0">
                  <a:moveTo>
                    <a:pt x="9" y="0"/>
                  </a:moveTo>
                  <a:lnTo>
                    <a:pt x="9" y="0"/>
                  </a:lnTo>
                  <a:lnTo>
                    <a:pt x="0" y="0"/>
                  </a:lnTo>
                  <a:lnTo>
                    <a:pt x="9"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7" name="Google Shape;247;p11"/>
            <p:cNvSpPr/>
            <p:nvPr/>
          </p:nvSpPr>
          <p:spPr>
            <a:xfrm>
              <a:off x="2538412" y="2816225"/>
              <a:ext cx="1057275" cy="31750"/>
            </a:xfrm>
            <a:custGeom>
              <a:avLst/>
              <a:gdLst/>
              <a:ahLst/>
              <a:cxnLst/>
              <a:rect l="l" t="t" r="r" b="b"/>
              <a:pathLst>
                <a:path w="551" h="14" extrusionOk="0">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8" name="Google Shape;248;p11"/>
            <p:cNvSpPr/>
            <p:nvPr/>
          </p:nvSpPr>
          <p:spPr>
            <a:xfrm>
              <a:off x="11777663" y="2757488"/>
              <a:ext cx="19050" cy="3175"/>
            </a:xfrm>
            <a:custGeom>
              <a:avLst/>
              <a:gdLst/>
              <a:ahLst/>
              <a:cxnLst/>
              <a:rect l="l" t="t" r="r" b="b"/>
              <a:pathLst>
                <a:path w="10" h="1" extrusionOk="0">
                  <a:moveTo>
                    <a:pt x="0" y="0"/>
                  </a:moveTo>
                  <a:lnTo>
                    <a:pt x="0" y="0"/>
                  </a:lnTo>
                  <a:lnTo>
                    <a:pt x="10" y="1"/>
                  </a:lnTo>
                  <a:cubicBezTo>
                    <a:pt x="8" y="1"/>
                    <a:pt x="4" y="1"/>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49" name="Google Shape;249;p11"/>
            <p:cNvSpPr/>
            <p:nvPr/>
          </p:nvSpPr>
          <p:spPr>
            <a:xfrm>
              <a:off x="5983288" y="2741613"/>
              <a:ext cx="38100" cy="0"/>
            </a:xfrm>
            <a:custGeom>
              <a:avLst/>
              <a:gdLst/>
              <a:ahLst/>
              <a:cxnLst/>
              <a:rect l="l" t="t" r="r" b="b"/>
              <a:pathLst>
                <a:path w="20" h="120000" extrusionOk="0">
                  <a:moveTo>
                    <a:pt x="0" y="0"/>
                  </a:moveTo>
                  <a:lnTo>
                    <a:pt x="0" y="0"/>
                  </a:lnTo>
                  <a:lnTo>
                    <a:pt x="2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0" name="Google Shape;250;p11"/>
            <p:cNvSpPr/>
            <p:nvPr/>
          </p:nvSpPr>
          <p:spPr>
            <a:xfrm>
              <a:off x="6832600" y="2713038"/>
              <a:ext cx="53975" cy="1587"/>
            </a:xfrm>
            <a:custGeom>
              <a:avLst/>
              <a:gdLst/>
              <a:ahLst/>
              <a:cxnLst/>
              <a:rect l="l" t="t" r="r" b="b"/>
              <a:pathLst>
                <a:path w="28" h="1" extrusionOk="0">
                  <a:moveTo>
                    <a:pt x="0" y="1"/>
                  </a:moveTo>
                  <a:lnTo>
                    <a:pt x="0" y="1"/>
                  </a:lnTo>
                  <a:lnTo>
                    <a:pt x="28" y="0"/>
                  </a:lnTo>
                  <a:cubicBezTo>
                    <a:pt x="17" y="0"/>
                    <a:pt x="8" y="1"/>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1" name="Google Shape;251;p11"/>
            <p:cNvSpPr/>
            <p:nvPr/>
          </p:nvSpPr>
          <p:spPr>
            <a:xfrm>
              <a:off x="11317288" y="2755900"/>
              <a:ext cx="9525" cy="0"/>
            </a:xfrm>
            <a:custGeom>
              <a:avLst/>
              <a:gdLst/>
              <a:ahLst/>
              <a:cxnLst/>
              <a:rect l="l" t="t" r="r" b="b"/>
              <a:pathLst>
                <a:path w="5" h="120000" extrusionOk="0">
                  <a:moveTo>
                    <a:pt x="5" y="0"/>
                  </a:moveTo>
                  <a:lnTo>
                    <a:pt x="5" y="0"/>
                  </a:lnTo>
                  <a:lnTo>
                    <a:pt x="4" y="0"/>
                  </a:lnTo>
                  <a:lnTo>
                    <a:pt x="0" y="0"/>
                  </a:lnTo>
                  <a:lnTo>
                    <a:pt x="5"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2" name="Google Shape;252;p11"/>
            <p:cNvSpPr/>
            <p:nvPr/>
          </p:nvSpPr>
          <p:spPr>
            <a:xfrm>
              <a:off x="8534400" y="2735263"/>
              <a:ext cx="30163" cy="0"/>
            </a:xfrm>
            <a:custGeom>
              <a:avLst/>
              <a:gdLst/>
              <a:ahLst/>
              <a:cxnLst/>
              <a:rect l="l" t="t" r="r" b="b"/>
              <a:pathLst>
                <a:path w="16" h="120000" extrusionOk="0">
                  <a:moveTo>
                    <a:pt x="0" y="0"/>
                  </a:moveTo>
                  <a:lnTo>
                    <a:pt x="0" y="0"/>
                  </a:lnTo>
                  <a:cubicBezTo>
                    <a:pt x="4" y="0"/>
                    <a:pt x="9" y="0"/>
                    <a:pt x="16" y="0"/>
                  </a:cubicBezTo>
                  <a:cubicBezTo>
                    <a:pt x="15" y="0"/>
                    <a:pt x="9"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3" name="Google Shape;253;p11"/>
            <p:cNvSpPr/>
            <p:nvPr/>
          </p:nvSpPr>
          <p:spPr>
            <a:xfrm>
              <a:off x="6821488" y="2714625"/>
              <a:ext cx="9525" cy="0"/>
            </a:xfrm>
            <a:custGeom>
              <a:avLst/>
              <a:gdLst/>
              <a:ahLst/>
              <a:cxnLst/>
              <a:rect l="l" t="t" r="r" b="b"/>
              <a:pathLst>
                <a:path w="5" h="120000" extrusionOk="0">
                  <a:moveTo>
                    <a:pt x="0" y="0"/>
                  </a:moveTo>
                  <a:lnTo>
                    <a:pt x="0" y="0"/>
                  </a:lnTo>
                  <a:lnTo>
                    <a:pt x="2" y="0"/>
                  </a:lnTo>
                  <a:lnTo>
                    <a:pt x="5"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4" name="Google Shape;254;p11"/>
            <p:cNvSpPr/>
            <p:nvPr/>
          </p:nvSpPr>
          <p:spPr>
            <a:xfrm>
              <a:off x="5583238" y="2719388"/>
              <a:ext cx="25400" cy="0"/>
            </a:xfrm>
            <a:custGeom>
              <a:avLst/>
              <a:gdLst/>
              <a:ahLst/>
              <a:cxnLst/>
              <a:rect l="l" t="t" r="r" b="b"/>
              <a:pathLst>
                <a:path w="13" h="120000" extrusionOk="0">
                  <a:moveTo>
                    <a:pt x="13" y="0"/>
                  </a:moveTo>
                  <a:lnTo>
                    <a:pt x="13" y="0"/>
                  </a:lnTo>
                  <a:lnTo>
                    <a:pt x="0" y="0"/>
                  </a:lnTo>
                  <a:lnTo>
                    <a:pt x="1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5" name="Google Shape;255;p11"/>
            <p:cNvSpPr/>
            <p:nvPr/>
          </p:nvSpPr>
          <p:spPr>
            <a:xfrm>
              <a:off x="5638800" y="2740025"/>
              <a:ext cx="23813" cy="1587"/>
            </a:xfrm>
            <a:custGeom>
              <a:avLst/>
              <a:gdLst/>
              <a:ahLst/>
              <a:cxnLst/>
              <a:rect l="l" t="t" r="r" b="b"/>
              <a:pathLst>
                <a:path w="12" h="1" extrusionOk="0">
                  <a:moveTo>
                    <a:pt x="12" y="0"/>
                  </a:moveTo>
                  <a:lnTo>
                    <a:pt x="12" y="0"/>
                  </a:lnTo>
                  <a:lnTo>
                    <a:pt x="0" y="1"/>
                  </a:lnTo>
                  <a:lnTo>
                    <a:pt x="1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6" name="Google Shape;256;p11"/>
            <p:cNvSpPr/>
            <p:nvPr/>
          </p:nvSpPr>
          <p:spPr>
            <a:xfrm>
              <a:off x="4303712" y="2728913"/>
              <a:ext cx="50800" cy="0"/>
            </a:xfrm>
            <a:custGeom>
              <a:avLst/>
              <a:gdLst/>
              <a:ahLst/>
              <a:cxnLst/>
              <a:rect l="l" t="t" r="r" b="b"/>
              <a:pathLst>
                <a:path w="26" h="120000" extrusionOk="0">
                  <a:moveTo>
                    <a:pt x="26" y="0"/>
                  </a:moveTo>
                  <a:lnTo>
                    <a:pt x="26" y="0"/>
                  </a:lnTo>
                  <a:lnTo>
                    <a:pt x="0" y="0"/>
                  </a:lnTo>
                  <a:cubicBezTo>
                    <a:pt x="13" y="0"/>
                    <a:pt x="20" y="0"/>
                    <a:pt x="2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7" name="Google Shape;257;p11"/>
            <p:cNvSpPr/>
            <p:nvPr/>
          </p:nvSpPr>
          <p:spPr>
            <a:xfrm>
              <a:off x="5519738" y="2735263"/>
              <a:ext cx="9525" cy="3175"/>
            </a:xfrm>
            <a:custGeom>
              <a:avLst/>
              <a:gdLst/>
              <a:ahLst/>
              <a:cxnLst/>
              <a:rect l="l" t="t" r="r" b="b"/>
              <a:pathLst>
                <a:path w="5" h="1" extrusionOk="0">
                  <a:moveTo>
                    <a:pt x="4" y="0"/>
                  </a:moveTo>
                  <a:lnTo>
                    <a:pt x="4" y="0"/>
                  </a:lnTo>
                  <a:lnTo>
                    <a:pt x="0" y="1"/>
                  </a:lnTo>
                  <a:cubicBezTo>
                    <a:pt x="3" y="1"/>
                    <a:pt x="5" y="1"/>
                    <a:pt x="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8" name="Google Shape;258;p11"/>
            <p:cNvSpPr/>
            <p:nvPr/>
          </p:nvSpPr>
          <p:spPr>
            <a:xfrm>
              <a:off x="12096750" y="2784475"/>
              <a:ext cx="6350" cy="0"/>
            </a:xfrm>
            <a:custGeom>
              <a:avLst/>
              <a:gdLst/>
              <a:ahLst/>
              <a:cxnLst/>
              <a:rect l="l" t="t" r="r" b="b"/>
              <a:pathLst>
                <a:path w="3" h="120000" extrusionOk="0">
                  <a:moveTo>
                    <a:pt x="3" y="0"/>
                  </a:moveTo>
                  <a:lnTo>
                    <a:pt x="3" y="0"/>
                  </a:lnTo>
                  <a:lnTo>
                    <a:pt x="1" y="0"/>
                  </a:lnTo>
                  <a:lnTo>
                    <a:pt x="0" y="0"/>
                  </a:lnTo>
                  <a:lnTo>
                    <a:pt x="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59" name="Google Shape;259;p11"/>
            <p:cNvSpPr/>
            <p:nvPr/>
          </p:nvSpPr>
          <p:spPr>
            <a:xfrm>
              <a:off x="12225338" y="2773363"/>
              <a:ext cx="46038" cy="0"/>
            </a:xfrm>
            <a:custGeom>
              <a:avLst/>
              <a:gdLst/>
              <a:ahLst/>
              <a:cxnLst/>
              <a:rect l="l" t="t" r="r" b="b"/>
              <a:pathLst>
                <a:path w="24" h="120000" extrusionOk="0">
                  <a:moveTo>
                    <a:pt x="0" y="0"/>
                  </a:moveTo>
                  <a:lnTo>
                    <a:pt x="0" y="0"/>
                  </a:lnTo>
                  <a:lnTo>
                    <a:pt x="24" y="0"/>
                  </a:lnTo>
                  <a:cubicBezTo>
                    <a:pt x="15" y="0"/>
                    <a:pt x="6"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0" name="Google Shape;260;p11"/>
            <p:cNvSpPr/>
            <p:nvPr/>
          </p:nvSpPr>
          <p:spPr>
            <a:xfrm>
              <a:off x="9274175" y="2746375"/>
              <a:ext cx="55563" cy="4762"/>
            </a:xfrm>
            <a:custGeom>
              <a:avLst/>
              <a:gdLst/>
              <a:ahLst/>
              <a:cxnLst/>
              <a:rect l="l" t="t" r="r" b="b"/>
              <a:pathLst>
                <a:path w="29" h="2" extrusionOk="0">
                  <a:moveTo>
                    <a:pt x="0" y="1"/>
                  </a:moveTo>
                  <a:lnTo>
                    <a:pt x="0" y="1"/>
                  </a:lnTo>
                  <a:cubicBezTo>
                    <a:pt x="7" y="1"/>
                    <a:pt x="23" y="2"/>
                    <a:pt x="15" y="2"/>
                  </a:cubicBezTo>
                  <a:cubicBezTo>
                    <a:pt x="29" y="2"/>
                    <a:pt x="2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1" name="Google Shape;261;p11"/>
            <p:cNvSpPr/>
            <p:nvPr/>
          </p:nvSpPr>
          <p:spPr>
            <a:xfrm>
              <a:off x="11847513" y="2827338"/>
              <a:ext cx="34925" cy="3175"/>
            </a:xfrm>
            <a:custGeom>
              <a:avLst/>
              <a:gdLst/>
              <a:ahLst/>
              <a:cxnLst/>
              <a:rect l="l" t="t" r="r" b="b"/>
              <a:pathLst>
                <a:path w="18" h="1" extrusionOk="0">
                  <a:moveTo>
                    <a:pt x="3" y="1"/>
                  </a:moveTo>
                  <a:lnTo>
                    <a:pt x="3" y="1"/>
                  </a:lnTo>
                  <a:cubicBezTo>
                    <a:pt x="7" y="1"/>
                    <a:pt x="13" y="0"/>
                    <a:pt x="18" y="0"/>
                  </a:cubicBezTo>
                  <a:cubicBezTo>
                    <a:pt x="8" y="0"/>
                    <a:pt x="0" y="1"/>
                    <a:pt x="3"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2" name="Google Shape;262;p11"/>
            <p:cNvSpPr/>
            <p:nvPr/>
          </p:nvSpPr>
          <p:spPr>
            <a:xfrm>
              <a:off x="11882438" y="2825750"/>
              <a:ext cx="25400" cy="1587"/>
            </a:xfrm>
            <a:custGeom>
              <a:avLst/>
              <a:gdLst/>
              <a:ahLst/>
              <a:cxnLst/>
              <a:rect l="l" t="t" r="r" b="b"/>
              <a:pathLst>
                <a:path w="14" h="1" extrusionOk="0">
                  <a:moveTo>
                    <a:pt x="0" y="1"/>
                  </a:moveTo>
                  <a:lnTo>
                    <a:pt x="0" y="1"/>
                  </a:lnTo>
                  <a:lnTo>
                    <a:pt x="14" y="0"/>
                  </a:ln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3" name="Google Shape;263;p11"/>
            <p:cNvSpPr/>
            <p:nvPr/>
          </p:nvSpPr>
          <p:spPr>
            <a:xfrm>
              <a:off x="8915400" y="2809875"/>
              <a:ext cx="15875" cy="1587"/>
            </a:xfrm>
            <a:custGeom>
              <a:avLst/>
              <a:gdLst/>
              <a:ahLst/>
              <a:cxnLst/>
              <a:rect l="l" t="t" r="r" b="b"/>
              <a:pathLst>
                <a:path w="8" h="1" extrusionOk="0">
                  <a:moveTo>
                    <a:pt x="8" y="1"/>
                  </a:moveTo>
                  <a:lnTo>
                    <a:pt x="8" y="1"/>
                  </a:lnTo>
                  <a:cubicBezTo>
                    <a:pt x="6" y="0"/>
                    <a:pt x="3" y="0"/>
                    <a:pt x="0" y="0"/>
                  </a:cubicBezTo>
                  <a:cubicBezTo>
                    <a:pt x="1" y="0"/>
                    <a:pt x="4"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4" name="Google Shape;264;p11"/>
            <p:cNvSpPr/>
            <p:nvPr/>
          </p:nvSpPr>
          <p:spPr>
            <a:xfrm>
              <a:off x="12109450" y="2752725"/>
              <a:ext cx="454025" cy="23812"/>
            </a:xfrm>
            <a:custGeom>
              <a:avLst/>
              <a:gdLst/>
              <a:ahLst/>
              <a:cxnLst/>
              <a:rect l="l" t="t" r="r" b="b"/>
              <a:pathLst>
                <a:path w="236" h="10" extrusionOk="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5" name="Google Shape;265;p11"/>
            <p:cNvSpPr/>
            <p:nvPr/>
          </p:nvSpPr>
          <p:spPr>
            <a:xfrm>
              <a:off x="12182475" y="2816225"/>
              <a:ext cx="9525" cy="0"/>
            </a:xfrm>
            <a:custGeom>
              <a:avLst/>
              <a:gdLst/>
              <a:ahLst/>
              <a:cxnLst/>
              <a:rect l="l" t="t" r="r" b="b"/>
              <a:pathLst>
                <a:path w="5" h="120000" extrusionOk="0">
                  <a:moveTo>
                    <a:pt x="0" y="0"/>
                  </a:moveTo>
                  <a:lnTo>
                    <a:pt x="0" y="0"/>
                  </a:lnTo>
                  <a:lnTo>
                    <a:pt x="1" y="0"/>
                  </a:lnTo>
                  <a:lnTo>
                    <a:pt x="5"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6" name="Google Shape;266;p11"/>
            <p:cNvSpPr/>
            <p:nvPr/>
          </p:nvSpPr>
          <p:spPr>
            <a:xfrm>
              <a:off x="4348162" y="2827338"/>
              <a:ext cx="17463" cy="3175"/>
            </a:xfrm>
            <a:custGeom>
              <a:avLst/>
              <a:gdLst/>
              <a:ahLst/>
              <a:cxnLst/>
              <a:rect l="l" t="t" r="r" b="b"/>
              <a:pathLst>
                <a:path w="9" h="1" extrusionOk="0">
                  <a:moveTo>
                    <a:pt x="8" y="0"/>
                  </a:moveTo>
                  <a:lnTo>
                    <a:pt x="8" y="0"/>
                  </a:lnTo>
                  <a:lnTo>
                    <a:pt x="0" y="1"/>
                  </a:lnTo>
                  <a:cubicBezTo>
                    <a:pt x="7" y="0"/>
                    <a:pt x="9" y="0"/>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7" name="Google Shape;267;p11"/>
            <p:cNvSpPr/>
            <p:nvPr/>
          </p:nvSpPr>
          <p:spPr>
            <a:xfrm>
              <a:off x="12071350" y="2790825"/>
              <a:ext cx="0" cy="0"/>
            </a:xfrm>
            <a:custGeom>
              <a:avLst/>
              <a:gdLst/>
              <a:ahLst/>
              <a:cxnLst/>
              <a:rect l="l" t="t" r="r" b="b"/>
              <a:pathLst>
                <a:path w="120000" h="120000" extrusionOk="0">
                  <a:moveTo>
                    <a:pt x="0" y="0"/>
                  </a:moveTo>
                  <a:lnTo>
                    <a:pt x="0" y="0"/>
                  </a:lnTo>
                  <a:lnTo>
                    <a:pt x="0" y="0"/>
                  </a:lnTo>
                  <a:cubicBezTo>
                    <a:pt x="0" y="0"/>
                    <a:pt x="0"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8" name="Google Shape;268;p11"/>
            <p:cNvSpPr/>
            <p:nvPr/>
          </p:nvSpPr>
          <p:spPr>
            <a:xfrm>
              <a:off x="4754563" y="2827338"/>
              <a:ext cx="4763" cy="0"/>
            </a:xfrm>
            <a:custGeom>
              <a:avLst/>
              <a:gdLst/>
              <a:ahLst/>
              <a:cxnLst/>
              <a:rect l="l" t="t" r="r" b="b"/>
              <a:pathLst>
                <a:path w="2" h="120000" extrusionOk="0">
                  <a:moveTo>
                    <a:pt x="2" y="0"/>
                  </a:moveTo>
                  <a:lnTo>
                    <a:pt x="2" y="0"/>
                  </a:lnTo>
                  <a:lnTo>
                    <a:pt x="0" y="0"/>
                  </a:lnTo>
                  <a:cubicBezTo>
                    <a:pt x="1" y="0"/>
                    <a:pt x="1" y="0"/>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69" name="Google Shape;269;p11"/>
            <p:cNvSpPr/>
            <p:nvPr/>
          </p:nvSpPr>
          <p:spPr>
            <a:xfrm>
              <a:off x="4852988" y="2719388"/>
              <a:ext cx="9525" cy="3175"/>
            </a:xfrm>
            <a:custGeom>
              <a:avLst/>
              <a:gdLst/>
              <a:ahLst/>
              <a:cxnLst/>
              <a:rect l="l" t="t" r="r" b="b"/>
              <a:pathLst>
                <a:path w="5" h="1" extrusionOk="0">
                  <a:moveTo>
                    <a:pt x="5" y="1"/>
                  </a:moveTo>
                  <a:lnTo>
                    <a:pt x="5" y="1"/>
                  </a:lnTo>
                  <a:cubicBezTo>
                    <a:pt x="5" y="1"/>
                    <a:pt x="5" y="1"/>
                    <a:pt x="4" y="0"/>
                  </a:cubicBezTo>
                  <a:cubicBezTo>
                    <a:pt x="0" y="1"/>
                    <a:pt x="2" y="1"/>
                    <a:pt x="5"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0" name="Google Shape;270;p11"/>
            <p:cNvSpPr/>
            <p:nvPr/>
          </p:nvSpPr>
          <p:spPr>
            <a:xfrm>
              <a:off x="4759325" y="2827338"/>
              <a:ext cx="0" cy="0"/>
            </a:xfrm>
            <a:custGeom>
              <a:avLst/>
              <a:gdLst/>
              <a:ahLst/>
              <a:cxnLst/>
              <a:rect l="l" t="t" r="r" b="b"/>
              <a:pathLst>
                <a:path w="120000" h="120000" extrusionOk="0">
                  <a:moveTo>
                    <a:pt x="0" y="0"/>
                  </a:moveTo>
                  <a:lnTo>
                    <a:pt x="0" y="0"/>
                  </a:lnTo>
                  <a:cubicBezTo>
                    <a:pt x="0" y="0"/>
                    <a:pt x="0" y="0"/>
                    <a:pt x="0" y="0"/>
                  </a:cubicBezTo>
                  <a:cubicBezTo>
                    <a:pt x="0" y="0"/>
                    <a:pt x="0"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1" name="Google Shape;271;p11"/>
            <p:cNvSpPr/>
            <p:nvPr/>
          </p:nvSpPr>
          <p:spPr>
            <a:xfrm>
              <a:off x="6654800" y="2805113"/>
              <a:ext cx="19050" cy="1587"/>
            </a:xfrm>
            <a:custGeom>
              <a:avLst/>
              <a:gdLst/>
              <a:ahLst/>
              <a:cxnLst/>
              <a:rect l="l" t="t" r="r" b="b"/>
              <a:pathLst>
                <a:path w="10" h="1" extrusionOk="0">
                  <a:moveTo>
                    <a:pt x="10" y="1"/>
                  </a:moveTo>
                  <a:lnTo>
                    <a:pt x="10" y="1"/>
                  </a:lnTo>
                  <a:lnTo>
                    <a:pt x="2" y="0"/>
                  </a:lnTo>
                  <a:cubicBezTo>
                    <a:pt x="0" y="0"/>
                    <a:pt x="2" y="0"/>
                    <a:pt x="1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2" name="Google Shape;272;p11"/>
            <p:cNvSpPr/>
            <p:nvPr/>
          </p:nvSpPr>
          <p:spPr>
            <a:xfrm>
              <a:off x="6289675" y="2798763"/>
              <a:ext cx="6350" cy="0"/>
            </a:xfrm>
            <a:custGeom>
              <a:avLst/>
              <a:gdLst/>
              <a:ahLst/>
              <a:cxnLst/>
              <a:rect l="l" t="t" r="r" b="b"/>
              <a:pathLst>
                <a:path w="3" h="120000" extrusionOk="0">
                  <a:moveTo>
                    <a:pt x="3" y="0"/>
                  </a:moveTo>
                  <a:lnTo>
                    <a:pt x="3" y="0"/>
                  </a:lnTo>
                  <a:lnTo>
                    <a:pt x="0" y="0"/>
                  </a:lnTo>
                  <a:lnTo>
                    <a:pt x="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3" name="Google Shape;273;p11"/>
            <p:cNvSpPr/>
            <p:nvPr/>
          </p:nvSpPr>
          <p:spPr>
            <a:xfrm>
              <a:off x="9140825" y="2725738"/>
              <a:ext cx="44450" cy="0"/>
            </a:xfrm>
            <a:custGeom>
              <a:avLst/>
              <a:gdLst/>
              <a:ahLst/>
              <a:cxnLst/>
              <a:rect l="l" t="t" r="r" b="b"/>
              <a:pathLst>
                <a:path w="23" h="120000" extrusionOk="0">
                  <a:moveTo>
                    <a:pt x="23" y="0"/>
                  </a:moveTo>
                  <a:lnTo>
                    <a:pt x="23" y="0"/>
                  </a:lnTo>
                  <a:lnTo>
                    <a:pt x="0" y="0"/>
                  </a:lnTo>
                  <a:lnTo>
                    <a:pt x="2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4" name="Google Shape;274;p11"/>
            <p:cNvSpPr/>
            <p:nvPr/>
          </p:nvSpPr>
          <p:spPr>
            <a:xfrm>
              <a:off x="4737100" y="2827338"/>
              <a:ext cx="17463" cy="3175"/>
            </a:xfrm>
            <a:custGeom>
              <a:avLst/>
              <a:gdLst/>
              <a:ahLst/>
              <a:cxnLst/>
              <a:rect l="l" t="t" r="r" b="b"/>
              <a:pathLst>
                <a:path w="9" h="1" extrusionOk="0">
                  <a:moveTo>
                    <a:pt x="9" y="0"/>
                  </a:moveTo>
                  <a:lnTo>
                    <a:pt x="9" y="0"/>
                  </a:lnTo>
                  <a:lnTo>
                    <a:pt x="0" y="1"/>
                  </a:lnTo>
                  <a:cubicBezTo>
                    <a:pt x="5" y="0"/>
                    <a:pt x="8" y="0"/>
                    <a:pt x="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5" name="Google Shape;275;p11"/>
            <p:cNvSpPr/>
            <p:nvPr/>
          </p:nvSpPr>
          <p:spPr>
            <a:xfrm>
              <a:off x="7239000" y="2779713"/>
              <a:ext cx="11113" cy="3175"/>
            </a:xfrm>
            <a:custGeom>
              <a:avLst/>
              <a:gdLst/>
              <a:ahLst/>
              <a:cxnLst/>
              <a:rect l="l" t="t" r="r" b="b"/>
              <a:pathLst>
                <a:path w="6" h="1" extrusionOk="0">
                  <a:moveTo>
                    <a:pt x="6" y="0"/>
                  </a:moveTo>
                  <a:lnTo>
                    <a:pt x="6" y="0"/>
                  </a:lnTo>
                  <a:lnTo>
                    <a:pt x="0" y="1"/>
                  </a:lnTo>
                  <a:lnTo>
                    <a:pt x="4" y="1"/>
                  </a:lnTo>
                  <a:lnTo>
                    <a:pt x="6"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6" name="Google Shape;276;p11"/>
            <p:cNvSpPr/>
            <p:nvPr/>
          </p:nvSpPr>
          <p:spPr>
            <a:xfrm>
              <a:off x="7181850" y="2773363"/>
              <a:ext cx="468313" cy="15875"/>
            </a:xfrm>
            <a:custGeom>
              <a:avLst/>
              <a:gdLst/>
              <a:ahLst/>
              <a:cxnLst/>
              <a:rect l="l" t="t" r="r" b="b"/>
              <a:pathLst>
                <a:path w="244" h="7" extrusionOk="0">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7" name="Google Shape;277;p11"/>
            <p:cNvSpPr/>
            <p:nvPr/>
          </p:nvSpPr>
          <p:spPr>
            <a:xfrm>
              <a:off x="7407275" y="2787650"/>
              <a:ext cx="26988" cy="0"/>
            </a:xfrm>
            <a:custGeom>
              <a:avLst/>
              <a:gdLst/>
              <a:ahLst/>
              <a:cxnLst/>
              <a:rect l="l" t="t" r="r" b="b"/>
              <a:pathLst>
                <a:path w="14" h="120000" extrusionOk="0">
                  <a:moveTo>
                    <a:pt x="14" y="0"/>
                  </a:moveTo>
                  <a:lnTo>
                    <a:pt x="14" y="0"/>
                  </a:lnTo>
                  <a:lnTo>
                    <a:pt x="0" y="0"/>
                  </a:lnTo>
                  <a:cubicBezTo>
                    <a:pt x="8" y="0"/>
                    <a:pt x="11" y="0"/>
                    <a:pt x="1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8" name="Google Shape;278;p11"/>
            <p:cNvSpPr/>
            <p:nvPr/>
          </p:nvSpPr>
          <p:spPr>
            <a:xfrm>
              <a:off x="8123238" y="2794000"/>
              <a:ext cx="31750" cy="1587"/>
            </a:xfrm>
            <a:custGeom>
              <a:avLst/>
              <a:gdLst/>
              <a:ahLst/>
              <a:cxnLst/>
              <a:rect l="l" t="t" r="r" b="b"/>
              <a:pathLst>
                <a:path w="16" h="1" extrusionOk="0">
                  <a:moveTo>
                    <a:pt x="0" y="1"/>
                  </a:moveTo>
                  <a:lnTo>
                    <a:pt x="0" y="1"/>
                  </a:lnTo>
                  <a:lnTo>
                    <a:pt x="16" y="0"/>
                  </a:ln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79" name="Google Shape;279;p11"/>
            <p:cNvSpPr/>
            <p:nvPr/>
          </p:nvSpPr>
          <p:spPr>
            <a:xfrm>
              <a:off x="3070225" y="2794000"/>
              <a:ext cx="101600" cy="4762"/>
            </a:xfrm>
            <a:custGeom>
              <a:avLst/>
              <a:gdLst/>
              <a:ahLst/>
              <a:cxnLst/>
              <a:rect l="l" t="t" r="r" b="b"/>
              <a:pathLst>
                <a:path w="53" h="2" extrusionOk="0">
                  <a:moveTo>
                    <a:pt x="0" y="0"/>
                  </a:moveTo>
                  <a:lnTo>
                    <a:pt x="0" y="0"/>
                  </a:lnTo>
                  <a:cubicBezTo>
                    <a:pt x="2" y="1"/>
                    <a:pt x="53" y="2"/>
                    <a:pt x="52" y="0"/>
                  </a:cubicBezTo>
                  <a:lnTo>
                    <a:pt x="6"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0" name="Google Shape;280;p11"/>
            <p:cNvSpPr/>
            <p:nvPr/>
          </p:nvSpPr>
          <p:spPr>
            <a:xfrm>
              <a:off x="9963150" y="2778125"/>
              <a:ext cx="41275" cy="0"/>
            </a:xfrm>
            <a:custGeom>
              <a:avLst/>
              <a:gdLst/>
              <a:ahLst/>
              <a:cxnLst/>
              <a:rect l="l" t="t" r="r" b="b"/>
              <a:pathLst>
                <a:path w="21" h="120000" extrusionOk="0">
                  <a:moveTo>
                    <a:pt x="21" y="0"/>
                  </a:moveTo>
                  <a:lnTo>
                    <a:pt x="21" y="0"/>
                  </a:lnTo>
                  <a:lnTo>
                    <a:pt x="3" y="0"/>
                  </a:lnTo>
                  <a:lnTo>
                    <a:pt x="0" y="0"/>
                  </a:lnTo>
                  <a:cubicBezTo>
                    <a:pt x="4" y="0"/>
                    <a:pt x="15"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1" name="Google Shape;281;p11"/>
            <p:cNvSpPr/>
            <p:nvPr/>
          </p:nvSpPr>
          <p:spPr>
            <a:xfrm>
              <a:off x="7523163" y="2773363"/>
              <a:ext cx="30163" cy="3175"/>
            </a:xfrm>
            <a:custGeom>
              <a:avLst/>
              <a:gdLst/>
              <a:ahLst/>
              <a:cxnLst/>
              <a:rect l="l" t="t" r="r" b="b"/>
              <a:pathLst>
                <a:path w="16" h="1" extrusionOk="0">
                  <a:moveTo>
                    <a:pt x="16" y="0"/>
                  </a:moveTo>
                  <a:lnTo>
                    <a:pt x="16" y="0"/>
                  </a:lnTo>
                  <a:cubicBezTo>
                    <a:pt x="6" y="0"/>
                    <a:pt x="2" y="1"/>
                    <a:pt x="0" y="1"/>
                  </a:cubicBezTo>
                  <a:cubicBezTo>
                    <a:pt x="6" y="1"/>
                    <a:pt x="12" y="1"/>
                    <a:pt x="1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2" name="Google Shape;282;p11"/>
            <p:cNvSpPr/>
            <p:nvPr/>
          </p:nvSpPr>
          <p:spPr>
            <a:xfrm>
              <a:off x="10009188" y="2787650"/>
              <a:ext cx="115888" cy="3175"/>
            </a:xfrm>
            <a:custGeom>
              <a:avLst/>
              <a:gdLst/>
              <a:ahLst/>
              <a:cxnLst/>
              <a:rect l="l" t="t" r="r" b="b"/>
              <a:pathLst>
                <a:path w="60" h="2" extrusionOk="0">
                  <a:moveTo>
                    <a:pt x="0" y="0"/>
                  </a:moveTo>
                  <a:lnTo>
                    <a:pt x="0" y="0"/>
                  </a:lnTo>
                  <a:cubicBezTo>
                    <a:pt x="7" y="0"/>
                    <a:pt x="18" y="1"/>
                    <a:pt x="19" y="2"/>
                  </a:cubicBezTo>
                  <a:cubicBezTo>
                    <a:pt x="34" y="2"/>
                    <a:pt x="45" y="1"/>
                    <a:pt x="60" y="1"/>
                  </a:cubicBezTo>
                  <a:cubicBezTo>
                    <a:pt x="43" y="1"/>
                    <a:pt x="23" y="1"/>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3" name="Google Shape;283;p11"/>
            <p:cNvSpPr/>
            <p:nvPr/>
          </p:nvSpPr>
          <p:spPr>
            <a:xfrm>
              <a:off x="10125075" y="2789238"/>
              <a:ext cx="1588" cy="0"/>
            </a:xfrm>
            <a:custGeom>
              <a:avLst/>
              <a:gdLst/>
              <a:ahLst/>
              <a:cxnLst/>
              <a:rect l="l" t="t" r="r" b="b"/>
              <a:pathLst>
                <a:path w="1" h="120000" extrusionOk="0">
                  <a:moveTo>
                    <a:pt x="1" y="0"/>
                  </a:moveTo>
                  <a:lnTo>
                    <a:pt x="1" y="0"/>
                  </a:lnTo>
                  <a:lnTo>
                    <a:pt x="0" y="0"/>
                  </a:lnTo>
                  <a:lnTo>
                    <a:pt x="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4" name="Google Shape;284;p11"/>
            <p:cNvSpPr/>
            <p:nvPr/>
          </p:nvSpPr>
          <p:spPr>
            <a:xfrm>
              <a:off x="-4110038" y="2703513"/>
              <a:ext cx="16486188" cy="134937"/>
            </a:xfrm>
            <a:custGeom>
              <a:avLst/>
              <a:gdLst/>
              <a:ahLst/>
              <a:cxnLst/>
              <a:rect l="l" t="t" r="r" b="b"/>
              <a:pathLst>
                <a:path w="8594" h="60" extrusionOk="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5" name="Google Shape;285;p11"/>
            <p:cNvSpPr/>
            <p:nvPr/>
          </p:nvSpPr>
          <p:spPr>
            <a:xfrm>
              <a:off x="12117388" y="2779713"/>
              <a:ext cx="127000" cy="4762"/>
            </a:xfrm>
            <a:custGeom>
              <a:avLst/>
              <a:gdLst/>
              <a:ahLst/>
              <a:cxnLst/>
              <a:rect l="l" t="t" r="r" b="b"/>
              <a:pathLst>
                <a:path w="66" h="2" extrusionOk="0">
                  <a:moveTo>
                    <a:pt x="19" y="2"/>
                  </a:moveTo>
                  <a:lnTo>
                    <a:pt x="19" y="2"/>
                  </a:lnTo>
                  <a:cubicBezTo>
                    <a:pt x="33" y="2"/>
                    <a:pt x="66" y="2"/>
                    <a:pt x="60" y="0"/>
                  </a:cubicBezTo>
                  <a:cubicBezTo>
                    <a:pt x="60" y="2"/>
                    <a:pt x="0" y="0"/>
                    <a:pt x="19"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6" name="Google Shape;286;p11"/>
            <p:cNvSpPr/>
            <p:nvPr/>
          </p:nvSpPr>
          <p:spPr>
            <a:xfrm>
              <a:off x="12182475" y="2787650"/>
              <a:ext cx="79375" cy="1587"/>
            </a:xfrm>
            <a:custGeom>
              <a:avLst/>
              <a:gdLst/>
              <a:ahLst/>
              <a:cxnLst/>
              <a:rect l="l" t="t" r="r" b="b"/>
              <a:pathLst>
                <a:path w="41" h="1" extrusionOk="0">
                  <a:moveTo>
                    <a:pt x="25" y="1"/>
                  </a:moveTo>
                  <a:lnTo>
                    <a:pt x="25" y="1"/>
                  </a:lnTo>
                  <a:cubicBezTo>
                    <a:pt x="27" y="1"/>
                    <a:pt x="26" y="0"/>
                    <a:pt x="41" y="0"/>
                  </a:cubicBezTo>
                  <a:lnTo>
                    <a:pt x="0" y="0"/>
                  </a:lnTo>
                  <a:lnTo>
                    <a:pt x="2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7" name="Google Shape;287;p11"/>
            <p:cNvSpPr/>
            <p:nvPr/>
          </p:nvSpPr>
          <p:spPr>
            <a:xfrm>
              <a:off x="12307888" y="2809875"/>
              <a:ext cx="249238" cy="15875"/>
            </a:xfrm>
            <a:custGeom>
              <a:avLst/>
              <a:gdLst/>
              <a:ahLst/>
              <a:cxnLst/>
              <a:rect l="l" t="t" r="r" b="b"/>
              <a:pathLst>
                <a:path w="130" h="7" extrusionOk="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8" name="Google Shape;288;p11"/>
            <p:cNvSpPr/>
            <p:nvPr/>
          </p:nvSpPr>
          <p:spPr>
            <a:xfrm>
              <a:off x="12252325" y="2825750"/>
              <a:ext cx="73025" cy="1587"/>
            </a:xfrm>
            <a:custGeom>
              <a:avLst/>
              <a:gdLst/>
              <a:ahLst/>
              <a:cxnLst/>
              <a:rect l="l" t="t" r="r" b="b"/>
              <a:pathLst>
                <a:path w="38" h="1" extrusionOk="0">
                  <a:moveTo>
                    <a:pt x="4" y="1"/>
                  </a:moveTo>
                  <a:lnTo>
                    <a:pt x="4" y="1"/>
                  </a:lnTo>
                  <a:lnTo>
                    <a:pt x="38" y="0"/>
                  </a:lnTo>
                  <a:lnTo>
                    <a:pt x="34" y="0"/>
                  </a:lnTo>
                  <a:lnTo>
                    <a:pt x="0" y="1"/>
                  </a:lnTo>
                  <a:lnTo>
                    <a:pt x="4"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89" name="Google Shape;289;p11"/>
            <p:cNvSpPr/>
            <p:nvPr/>
          </p:nvSpPr>
          <p:spPr>
            <a:xfrm>
              <a:off x="10779125" y="2733675"/>
              <a:ext cx="66675" cy="4762"/>
            </a:xfrm>
            <a:custGeom>
              <a:avLst/>
              <a:gdLst/>
              <a:ahLst/>
              <a:cxnLst/>
              <a:rect l="l" t="t" r="r" b="b"/>
              <a:pathLst>
                <a:path w="35" h="2" extrusionOk="0">
                  <a:moveTo>
                    <a:pt x="35" y="2"/>
                  </a:moveTo>
                  <a:lnTo>
                    <a:pt x="35" y="2"/>
                  </a:lnTo>
                  <a:cubicBezTo>
                    <a:pt x="32" y="0"/>
                    <a:pt x="11" y="1"/>
                    <a:pt x="0" y="2"/>
                  </a:cubicBezTo>
                  <a:cubicBezTo>
                    <a:pt x="9" y="2"/>
                    <a:pt x="22" y="2"/>
                    <a:pt x="35"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0" name="Google Shape;290;p11"/>
            <p:cNvSpPr/>
            <p:nvPr/>
          </p:nvSpPr>
          <p:spPr>
            <a:xfrm>
              <a:off x="-2471738" y="2738438"/>
              <a:ext cx="496888" cy="1587"/>
            </a:xfrm>
            <a:custGeom>
              <a:avLst/>
              <a:gdLst/>
              <a:ahLst/>
              <a:cxnLst/>
              <a:rect l="l" t="t" r="r" b="b"/>
              <a:pathLst>
                <a:path w="259" h="1" extrusionOk="0">
                  <a:moveTo>
                    <a:pt x="259" y="0"/>
                  </a:moveTo>
                  <a:lnTo>
                    <a:pt x="259" y="0"/>
                  </a:lnTo>
                  <a:lnTo>
                    <a:pt x="0" y="1"/>
                  </a:lnTo>
                  <a:lnTo>
                    <a:pt x="259"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1" name="Google Shape;291;p11"/>
            <p:cNvSpPr/>
            <p:nvPr/>
          </p:nvSpPr>
          <p:spPr>
            <a:xfrm>
              <a:off x="9136063" y="2735263"/>
              <a:ext cx="387350" cy="14287"/>
            </a:xfrm>
            <a:custGeom>
              <a:avLst/>
              <a:gdLst/>
              <a:ahLst/>
              <a:cxnLst/>
              <a:rect l="l" t="t" r="r" b="b"/>
              <a:pathLst>
                <a:path w="202" h="6" extrusionOk="0">
                  <a:moveTo>
                    <a:pt x="30" y="6"/>
                  </a:moveTo>
                  <a:lnTo>
                    <a:pt x="30" y="6"/>
                  </a:lnTo>
                  <a:cubicBezTo>
                    <a:pt x="100" y="5"/>
                    <a:pt x="131" y="3"/>
                    <a:pt x="202" y="3"/>
                  </a:cubicBezTo>
                  <a:cubicBezTo>
                    <a:pt x="109" y="0"/>
                    <a:pt x="79" y="6"/>
                    <a:pt x="0" y="3"/>
                  </a:cubicBezTo>
                  <a:lnTo>
                    <a:pt x="30"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2" name="Google Shape;292;p11"/>
            <p:cNvSpPr/>
            <p:nvPr/>
          </p:nvSpPr>
          <p:spPr>
            <a:xfrm>
              <a:off x="9139238" y="2725738"/>
              <a:ext cx="142875" cy="9525"/>
            </a:xfrm>
            <a:custGeom>
              <a:avLst/>
              <a:gdLst/>
              <a:ahLst/>
              <a:cxnLst/>
              <a:rect l="l" t="t" r="r" b="b"/>
              <a:pathLst>
                <a:path w="75" h="4" extrusionOk="0">
                  <a:moveTo>
                    <a:pt x="54" y="0"/>
                  </a:moveTo>
                  <a:lnTo>
                    <a:pt x="54" y="0"/>
                  </a:lnTo>
                  <a:cubicBezTo>
                    <a:pt x="65" y="2"/>
                    <a:pt x="0" y="3"/>
                    <a:pt x="10" y="4"/>
                  </a:cubicBezTo>
                  <a:cubicBezTo>
                    <a:pt x="57" y="4"/>
                    <a:pt x="32" y="2"/>
                    <a:pt x="75" y="2"/>
                  </a:cubicBezTo>
                  <a:lnTo>
                    <a:pt x="5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3" name="Google Shape;293;p11"/>
            <p:cNvSpPr/>
            <p:nvPr/>
          </p:nvSpPr>
          <p:spPr>
            <a:xfrm>
              <a:off x="9805988" y="2817813"/>
              <a:ext cx="39688" cy="3175"/>
            </a:xfrm>
            <a:custGeom>
              <a:avLst/>
              <a:gdLst/>
              <a:ahLst/>
              <a:cxnLst/>
              <a:rect l="l" t="t" r="r" b="b"/>
              <a:pathLst>
                <a:path w="21" h="1" extrusionOk="0">
                  <a:moveTo>
                    <a:pt x="21" y="0"/>
                  </a:moveTo>
                  <a:lnTo>
                    <a:pt x="21" y="0"/>
                  </a:lnTo>
                  <a:lnTo>
                    <a:pt x="0" y="1"/>
                  </a:lnTo>
                  <a:lnTo>
                    <a:pt x="17" y="1"/>
                  </a:lnTo>
                  <a:lnTo>
                    <a:pt x="2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4" name="Google Shape;294;p11"/>
            <p:cNvSpPr/>
            <p:nvPr/>
          </p:nvSpPr>
          <p:spPr>
            <a:xfrm>
              <a:off x="8580438" y="2725738"/>
              <a:ext cx="66675" cy="3175"/>
            </a:xfrm>
            <a:custGeom>
              <a:avLst/>
              <a:gdLst/>
              <a:ahLst/>
              <a:cxnLst/>
              <a:rect l="l" t="t" r="r" b="b"/>
              <a:pathLst>
                <a:path w="35" h="1" extrusionOk="0">
                  <a:moveTo>
                    <a:pt x="27" y="1"/>
                  </a:moveTo>
                  <a:lnTo>
                    <a:pt x="27" y="1"/>
                  </a:lnTo>
                  <a:lnTo>
                    <a:pt x="35" y="1"/>
                  </a:lnTo>
                  <a:lnTo>
                    <a:pt x="0" y="0"/>
                  </a:lnTo>
                  <a:lnTo>
                    <a:pt x="27"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5" name="Google Shape;295;p11"/>
            <p:cNvSpPr/>
            <p:nvPr/>
          </p:nvSpPr>
          <p:spPr>
            <a:xfrm>
              <a:off x="8647113" y="2725738"/>
              <a:ext cx="15875" cy="3175"/>
            </a:xfrm>
            <a:custGeom>
              <a:avLst/>
              <a:gdLst/>
              <a:ahLst/>
              <a:cxnLst/>
              <a:rect l="l" t="t" r="r" b="b"/>
              <a:pathLst>
                <a:path w="8" h="1" extrusionOk="0">
                  <a:moveTo>
                    <a:pt x="8" y="0"/>
                  </a:moveTo>
                  <a:lnTo>
                    <a:pt x="8" y="0"/>
                  </a:lnTo>
                  <a:lnTo>
                    <a:pt x="0" y="1"/>
                  </a:lnTo>
                  <a:lnTo>
                    <a:pt x="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6" name="Google Shape;296;p11"/>
            <p:cNvSpPr/>
            <p:nvPr/>
          </p:nvSpPr>
          <p:spPr>
            <a:xfrm>
              <a:off x="9794875" y="2830513"/>
              <a:ext cx="90488" cy="1587"/>
            </a:xfrm>
            <a:custGeom>
              <a:avLst/>
              <a:gdLst/>
              <a:ahLst/>
              <a:cxnLst/>
              <a:rect l="l" t="t" r="r" b="b"/>
              <a:pathLst>
                <a:path w="47" h="1" extrusionOk="0">
                  <a:moveTo>
                    <a:pt x="0" y="0"/>
                  </a:moveTo>
                  <a:lnTo>
                    <a:pt x="0" y="0"/>
                  </a:lnTo>
                  <a:lnTo>
                    <a:pt x="32" y="1"/>
                  </a:lnTo>
                  <a:lnTo>
                    <a:pt x="47"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7" name="Google Shape;297;p11"/>
            <p:cNvSpPr/>
            <p:nvPr/>
          </p:nvSpPr>
          <p:spPr>
            <a:xfrm>
              <a:off x="9232900" y="2795588"/>
              <a:ext cx="84138" cy="3175"/>
            </a:xfrm>
            <a:custGeom>
              <a:avLst/>
              <a:gdLst/>
              <a:ahLst/>
              <a:cxnLst/>
              <a:rect l="l" t="t" r="r" b="b"/>
              <a:pathLst>
                <a:path w="44" h="1" extrusionOk="0">
                  <a:moveTo>
                    <a:pt x="16" y="1"/>
                  </a:moveTo>
                  <a:lnTo>
                    <a:pt x="16" y="1"/>
                  </a:lnTo>
                  <a:lnTo>
                    <a:pt x="44" y="1"/>
                  </a:lnTo>
                  <a:cubicBezTo>
                    <a:pt x="39" y="1"/>
                    <a:pt x="0" y="0"/>
                    <a:pt x="16"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8" name="Google Shape;298;p11"/>
            <p:cNvSpPr/>
            <p:nvPr/>
          </p:nvSpPr>
          <p:spPr>
            <a:xfrm>
              <a:off x="8158163" y="2725738"/>
              <a:ext cx="71438" cy="3175"/>
            </a:xfrm>
            <a:custGeom>
              <a:avLst/>
              <a:gdLst/>
              <a:ahLst/>
              <a:cxnLst/>
              <a:rect l="l" t="t" r="r" b="b"/>
              <a:pathLst>
                <a:path w="37" h="1" extrusionOk="0">
                  <a:moveTo>
                    <a:pt x="34" y="0"/>
                  </a:moveTo>
                  <a:lnTo>
                    <a:pt x="34" y="0"/>
                  </a:lnTo>
                  <a:lnTo>
                    <a:pt x="0" y="1"/>
                  </a:lnTo>
                  <a:lnTo>
                    <a:pt x="3" y="1"/>
                  </a:lnTo>
                  <a:lnTo>
                    <a:pt x="37" y="0"/>
                  </a:lnTo>
                  <a:lnTo>
                    <a:pt x="3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299" name="Google Shape;299;p11"/>
            <p:cNvSpPr/>
            <p:nvPr/>
          </p:nvSpPr>
          <p:spPr>
            <a:xfrm>
              <a:off x="8734425" y="2814638"/>
              <a:ext cx="144463" cy="3175"/>
            </a:xfrm>
            <a:custGeom>
              <a:avLst/>
              <a:gdLst/>
              <a:ahLst/>
              <a:cxnLst/>
              <a:rect l="l" t="t" r="r" b="b"/>
              <a:pathLst>
                <a:path w="76" h="2" extrusionOk="0">
                  <a:moveTo>
                    <a:pt x="56" y="0"/>
                  </a:moveTo>
                  <a:lnTo>
                    <a:pt x="56" y="0"/>
                  </a:lnTo>
                  <a:cubicBezTo>
                    <a:pt x="76" y="2"/>
                    <a:pt x="0" y="0"/>
                    <a:pt x="40" y="2"/>
                  </a:cubicBezTo>
                  <a:cubicBezTo>
                    <a:pt x="76" y="2"/>
                    <a:pt x="61" y="1"/>
                    <a:pt x="5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0" name="Google Shape;300;p11"/>
            <p:cNvSpPr/>
            <p:nvPr/>
          </p:nvSpPr>
          <p:spPr>
            <a:xfrm>
              <a:off x="8023225" y="2782888"/>
              <a:ext cx="26988" cy="1587"/>
            </a:xfrm>
            <a:custGeom>
              <a:avLst/>
              <a:gdLst/>
              <a:ahLst/>
              <a:cxnLst/>
              <a:rect l="l" t="t" r="r" b="b"/>
              <a:pathLst>
                <a:path w="14" h="1" extrusionOk="0">
                  <a:moveTo>
                    <a:pt x="14" y="0"/>
                  </a:moveTo>
                  <a:lnTo>
                    <a:pt x="14" y="0"/>
                  </a:lnTo>
                  <a:cubicBezTo>
                    <a:pt x="9" y="0"/>
                    <a:pt x="5" y="0"/>
                    <a:pt x="0" y="1"/>
                  </a:cubicBezTo>
                  <a:lnTo>
                    <a:pt x="1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1" name="Google Shape;301;p11"/>
            <p:cNvSpPr/>
            <p:nvPr/>
          </p:nvSpPr>
          <p:spPr>
            <a:xfrm>
              <a:off x="8050213" y="2782888"/>
              <a:ext cx="77788" cy="1587"/>
            </a:xfrm>
            <a:custGeom>
              <a:avLst/>
              <a:gdLst/>
              <a:ahLst/>
              <a:cxnLst/>
              <a:rect l="l" t="t" r="r" b="b"/>
              <a:pathLst>
                <a:path w="40" h="1" extrusionOk="0">
                  <a:moveTo>
                    <a:pt x="0" y="0"/>
                  </a:moveTo>
                  <a:lnTo>
                    <a:pt x="0" y="0"/>
                  </a:lnTo>
                  <a:cubicBezTo>
                    <a:pt x="15" y="0"/>
                    <a:pt x="30" y="1"/>
                    <a:pt x="40" y="1"/>
                  </a:cubicBezTo>
                  <a:cubicBezTo>
                    <a:pt x="21" y="0"/>
                    <a:pt x="15"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2" name="Google Shape;302;p11"/>
            <p:cNvSpPr/>
            <p:nvPr/>
          </p:nvSpPr>
          <p:spPr>
            <a:xfrm>
              <a:off x="7715250" y="2779713"/>
              <a:ext cx="90488" cy="7937"/>
            </a:xfrm>
            <a:custGeom>
              <a:avLst/>
              <a:gdLst/>
              <a:ahLst/>
              <a:cxnLst/>
              <a:rect l="l" t="t" r="r" b="b"/>
              <a:pathLst>
                <a:path w="47" h="3" extrusionOk="0">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3" name="Google Shape;303;p11"/>
            <p:cNvSpPr/>
            <p:nvPr/>
          </p:nvSpPr>
          <p:spPr>
            <a:xfrm>
              <a:off x="6508750" y="2713038"/>
              <a:ext cx="247650" cy="6350"/>
            </a:xfrm>
            <a:custGeom>
              <a:avLst/>
              <a:gdLst/>
              <a:ahLst/>
              <a:cxnLst/>
              <a:rect l="l" t="t" r="r" b="b"/>
              <a:pathLst>
                <a:path w="129" h="3" extrusionOk="0">
                  <a:moveTo>
                    <a:pt x="0" y="0"/>
                  </a:moveTo>
                  <a:lnTo>
                    <a:pt x="0" y="0"/>
                  </a:lnTo>
                  <a:cubicBezTo>
                    <a:pt x="50" y="1"/>
                    <a:pt x="63" y="1"/>
                    <a:pt x="60" y="2"/>
                  </a:cubicBezTo>
                  <a:cubicBezTo>
                    <a:pt x="108" y="3"/>
                    <a:pt x="100" y="0"/>
                    <a:pt x="129"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4" name="Google Shape;304;p11"/>
            <p:cNvSpPr/>
            <p:nvPr/>
          </p:nvSpPr>
          <p:spPr>
            <a:xfrm>
              <a:off x="6756400" y="2713038"/>
              <a:ext cx="33338" cy="0"/>
            </a:xfrm>
            <a:custGeom>
              <a:avLst/>
              <a:gdLst/>
              <a:ahLst/>
              <a:cxnLst/>
              <a:rect l="l" t="t" r="r" b="b"/>
              <a:pathLst>
                <a:path w="18" h="120000" extrusionOk="0">
                  <a:moveTo>
                    <a:pt x="0" y="0"/>
                  </a:moveTo>
                  <a:lnTo>
                    <a:pt x="0" y="0"/>
                  </a:lnTo>
                  <a:lnTo>
                    <a:pt x="18"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5" name="Google Shape;305;p11"/>
            <p:cNvSpPr/>
            <p:nvPr/>
          </p:nvSpPr>
          <p:spPr>
            <a:xfrm>
              <a:off x="8047038" y="2820988"/>
              <a:ext cx="58738" cy="4762"/>
            </a:xfrm>
            <a:custGeom>
              <a:avLst/>
              <a:gdLst/>
              <a:ahLst/>
              <a:cxnLst/>
              <a:rect l="l" t="t" r="r" b="b"/>
              <a:pathLst>
                <a:path w="31" h="2" extrusionOk="0">
                  <a:moveTo>
                    <a:pt x="31" y="0"/>
                  </a:moveTo>
                  <a:lnTo>
                    <a:pt x="31" y="0"/>
                  </a:lnTo>
                  <a:lnTo>
                    <a:pt x="0" y="2"/>
                  </a:lnTo>
                  <a:lnTo>
                    <a:pt x="11" y="2"/>
                  </a:lnTo>
                  <a:lnTo>
                    <a:pt x="3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6" name="Google Shape;306;p11"/>
            <p:cNvSpPr/>
            <p:nvPr/>
          </p:nvSpPr>
          <p:spPr>
            <a:xfrm>
              <a:off x="6348413" y="2711451"/>
              <a:ext cx="82550" cy="1587"/>
            </a:xfrm>
            <a:custGeom>
              <a:avLst/>
              <a:gdLst/>
              <a:ahLst/>
              <a:cxnLst/>
              <a:rect l="l" t="t" r="r" b="b"/>
              <a:pathLst>
                <a:path w="43" h="1" extrusionOk="0">
                  <a:moveTo>
                    <a:pt x="9" y="1"/>
                  </a:moveTo>
                  <a:lnTo>
                    <a:pt x="9" y="1"/>
                  </a:lnTo>
                  <a:cubicBezTo>
                    <a:pt x="18" y="1"/>
                    <a:pt x="33" y="1"/>
                    <a:pt x="41" y="1"/>
                  </a:cubicBezTo>
                  <a:cubicBezTo>
                    <a:pt x="43" y="0"/>
                    <a:pt x="0" y="1"/>
                    <a:pt x="9"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7" name="Google Shape;307;p11"/>
            <p:cNvSpPr/>
            <p:nvPr/>
          </p:nvSpPr>
          <p:spPr>
            <a:xfrm>
              <a:off x="6734175" y="2771775"/>
              <a:ext cx="96838" cy="6350"/>
            </a:xfrm>
            <a:custGeom>
              <a:avLst/>
              <a:gdLst/>
              <a:ahLst/>
              <a:cxnLst/>
              <a:rect l="l" t="t" r="r" b="b"/>
              <a:pathLst>
                <a:path w="50" h="3" extrusionOk="0">
                  <a:moveTo>
                    <a:pt x="0" y="2"/>
                  </a:moveTo>
                  <a:lnTo>
                    <a:pt x="0" y="2"/>
                  </a:lnTo>
                  <a:cubicBezTo>
                    <a:pt x="6" y="3"/>
                    <a:pt x="37" y="2"/>
                    <a:pt x="50" y="3"/>
                  </a:cubicBezTo>
                  <a:cubicBezTo>
                    <a:pt x="32" y="2"/>
                    <a:pt x="17"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8" name="Google Shape;308;p11"/>
            <p:cNvSpPr/>
            <p:nvPr/>
          </p:nvSpPr>
          <p:spPr>
            <a:xfrm>
              <a:off x="6091238" y="2722563"/>
              <a:ext cx="95250" cy="7937"/>
            </a:xfrm>
            <a:custGeom>
              <a:avLst/>
              <a:gdLst/>
              <a:ahLst/>
              <a:cxnLst/>
              <a:rect l="l" t="t" r="r" b="b"/>
              <a:pathLst>
                <a:path w="49" h="4" extrusionOk="0">
                  <a:moveTo>
                    <a:pt x="0" y="1"/>
                  </a:moveTo>
                  <a:lnTo>
                    <a:pt x="0" y="1"/>
                  </a:lnTo>
                  <a:cubicBezTo>
                    <a:pt x="10" y="2"/>
                    <a:pt x="24" y="2"/>
                    <a:pt x="18" y="4"/>
                  </a:cubicBezTo>
                  <a:cubicBezTo>
                    <a:pt x="31" y="3"/>
                    <a:pt x="4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09" name="Google Shape;309;p11"/>
            <p:cNvSpPr/>
            <p:nvPr/>
          </p:nvSpPr>
          <p:spPr>
            <a:xfrm>
              <a:off x="6559550" y="2773363"/>
              <a:ext cx="80963" cy="3175"/>
            </a:xfrm>
            <a:custGeom>
              <a:avLst/>
              <a:gdLst/>
              <a:ahLst/>
              <a:cxnLst/>
              <a:rect l="l" t="t" r="r" b="b"/>
              <a:pathLst>
                <a:path w="42" h="1" extrusionOk="0">
                  <a:moveTo>
                    <a:pt x="0" y="1"/>
                  </a:moveTo>
                  <a:lnTo>
                    <a:pt x="0" y="1"/>
                  </a:lnTo>
                  <a:lnTo>
                    <a:pt x="8" y="1"/>
                  </a:lnTo>
                  <a:lnTo>
                    <a:pt x="42" y="0"/>
                  </a:ln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0" name="Google Shape;310;p11"/>
            <p:cNvSpPr/>
            <p:nvPr/>
          </p:nvSpPr>
          <p:spPr>
            <a:xfrm>
              <a:off x="6640513" y="2806700"/>
              <a:ext cx="227013" cy="15875"/>
            </a:xfrm>
            <a:custGeom>
              <a:avLst/>
              <a:gdLst/>
              <a:ahLst/>
              <a:cxnLst/>
              <a:rect l="l" t="t" r="r" b="b"/>
              <a:pathLst>
                <a:path w="118" h="7" extrusionOk="0">
                  <a:moveTo>
                    <a:pt x="80" y="7"/>
                  </a:moveTo>
                  <a:lnTo>
                    <a:pt x="80" y="7"/>
                  </a:lnTo>
                  <a:cubicBezTo>
                    <a:pt x="118" y="5"/>
                    <a:pt x="19" y="3"/>
                    <a:pt x="85" y="1"/>
                  </a:cubicBezTo>
                  <a:cubicBezTo>
                    <a:pt x="0" y="0"/>
                    <a:pt x="92" y="4"/>
                    <a:pt x="29" y="4"/>
                  </a:cubicBezTo>
                  <a:cubicBezTo>
                    <a:pt x="66" y="4"/>
                    <a:pt x="84" y="6"/>
                    <a:pt x="80"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1" name="Google Shape;311;p11"/>
            <p:cNvSpPr/>
            <p:nvPr/>
          </p:nvSpPr>
          <p:spPr>
            <a:xfrm>
              <a:off x="6661150" y="2814638"/>
              <a:ext cx="34925" cy="1587"/>
            </a:xfrm>
            <a:custGeom>
              <a:avLst/>
              <a:gdLst/>
              <a:ahLst/>
              <a:cxnLst/>
              <a:rect l="l" t="t" r="r" b="b"/>
              <a:pathLst>
                <a:path w="18" h="1" extrusionOk="0">
                  <a:moveTo>
                    <a:pt x="18" y="1"/>
                  </a:moveTo>
                  <a:lnTo>
                    <a:pt x="18" y="1"/>
                  </a:lnTo>
                  <a:lnTo>
                    <a:pt x="0" y="0"/>
                  </a:lnTo>
                  <a:lnTo>
                    <a:pt x="18"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2" name="Google Shape;312;p11"/>
            <p:cNvSpPr/>
            <p:nvPr/>
          </p:nvSpPr>
          <p:spPr>
            <a:xfrm>
              <a:off x="5661025" y="2789238"/>
              <a:ext cx="23813" cy="1587"/>
            </a:xfrm>
            <a:custGeom>
              <a:avLst/>
              <a:gdLst/>
              <a:ahLst/>
              <a:cxnLst/>
              <a:rect l="l" t="t" r="r" b="b"/>
              <a:pathLst>
                <a:path w="13" h="1" extrusionOk="0">
                  <a:moveTo>
                    <a:pt x="0" y="1"/>
                  </a:moveTo>
                  <a:lnTo>
                    <a:pt x="0" y="1"/>
                  </a:lnTo>
                  <a:lnTo>
                    <a:pt x="13" y="0"/>
                  </a:lnTo>
                  <a:lnTo>
                    <a:pt x="0"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3" name="Google Shape;313;p11"/>
            <p:cNvSpPr/>
            <p:nvPr/>
          </p:nvSpPr>
          <p:spPr>
            <a:xfrm>
              <a:off x="6162675" y="2814638"/>
              <a:ext cx="258763" cy="7937"/>
            </a:xfrm>
            <a:custGeom>
              <a:avLst/>
              <a:gdLst/>
              <a:ahLst/>
              <a:cxnLst/>
              <a:rect l="l" t="t" r="r" b="b"/>
              <a:pathLst>
                <a:path w="135" h="4" extrusionOk="0">
                  <a:moveTo>
                    <a:pt x="77" y="2"/>
                  </a:moveTo>
                  <a:lnTo>
                    <a:pt x="77" y="2"/>
                  </a:lnTo>
                  <a:lnTo>
                    <a:pt x="135" y="0"/>
                  </a:lnTo>
                  <a:cubicBezTo>
                    <a:pt x="96" y="1"/>
                    <a:pt x="0" y="1"/>
                    <a:pt x="6" y="4"/>
                  </a:cubicBezTo>
                  <a:cubicBezTo>
                    <a:pt x="37" y="4"/>
                    <a:pt x="75" y="4"/>
                    <a:pt x="90" y="3"/>
                  </a:cubicBezTo>
                  <a:lnTo>
                    <a:pt x="77"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4" name="Google Shape;314;p11"/>
            <p:cNvSpPr/>
            <p:nvPr/>
          </p:nvSpPr>
          <p:spPr>
            <a:xfrm>
              <a:off x="5019675" y="2713038"/>
              <a:ext cx="73025" cy="4762"/>
            </a:xfrm>
            <a:custGeom>
              <a:avLst/>
              <a:gdLst/>
              <a:ahLst/>
              <a:cxnLst/>
              <a:rect l="l" t="t" r="r" b="b"/>
              <a:pathLst>
                <a:path w="38" h="2" extrusionOk="0">
                  <a:moveTo>
                    <a:pt x="13" y="1"/>
                  </a:moveTo>
                  <a:lnTo>
                    <a:pt x="13" y="1"/>
                  </a:lnTo>
                  <a:lnTo>
                    <a:pt x="38" y="0"/>
                  </a:lnTo>
                  <a:lnTo>
                    <a:pt x="7" y="0"/>
                  </a:lnTo>
                  <a:cubicBezTo>
                    <a:pt x="16" y="0"/>
                    <a:pt x="0" y="2"/>
                    <a:pt x="13"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5" name="Google Shape;315;p11"/>
            <p:cNvSpPr/>
            <p:nvPr/>
          </p:nvSpPr>
          <p:spPr>
            <a:xfrm>
              <a:off x="5021263" y="2713038"/>
              <a:ext cx="11113" cy="0"/>
            </a:xfrm>
            <a:custGeom>
              <a:avLst/>
              <a:gdLst/>
              <a:ahLst/>
              <a:cxnLst/>
              <a:rect l="l" t="t" r="r" b="b"/>
              <a:pathLst>
                <a:path w="6" h="120000" extrusionOk="0">
                  <a:moveTo>
                    <a:pt x="0" y="0"/>
                  </a:moveTo>
                  <a:lnTo>
                    <a:pt x="0" y="0"/>
                  </a:lnTo>
                  <a:lnTo>
                    <a:pt x="6"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6" name="Google Shape;316;p11"/>
            <p:cNvSpPr/>
            <p:nvPr/>
          </p:nvSpPr>
          <p:spPr>
            <a:xfrm>
              <a:off x="5864225" y="2784475"/>
              <a:ext cx="101600" cy="4762"/>
            </a:xfrm>
            <a:custGeom>
              <a:avLst/>
              <a:gdLst/>
              <a:ahLst/>
              <a:cxnLst/>
              <a:rect l="l" t="t" r="r" b="b"/>
              <a:pathLst>
                <a:path w="53" h="2" extrusionOk="0">
                  <a:moveTo>
                    <a:pt x="3" y="2"/>
                  </a:moveTo>
                  <a:lnTo>
                    <a:pt x="3" y="2"/>
                  </a:lnTo>
                  <a:cubicBezTo>
                    <a:pt x="21" y="2"/>
                    <a:pt x="36" y="2"/>
                    <a:pt x="53" y="1"/>
                  </a:cubicBezTo>
                  <a:cubicBezTo>
                    <a:pt x="46" y="1"/>
                    <a:pt x="0" y="0"/>
                    <a:pt x="3"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7" name="Google Shape;317;p11"/>
            <p:cNvSpPr/>
            <p:nvPr/>
          </p:nvSpPr>
          <p:spPr>
            <a:xfrm>
              <a:off x="4703763" y="2722563"/>
              <a:ext cx="84138" cy="1587"/>
            </a:xfrm>
            <a:custGeom>
              <a:avLst/>
              <a:gdLst/>
              <a:ahLst/>
              <a:cxnLst/>
              <a:rect l="l" t="t" r="r" b="b"/>
              <a:pathLst>
                <a:path w="44" h="1" extrusionOk="0">
                  <a:moveTo>
                    <a:pt x="3" y="1"/>
                  </a:moveTo>
                  <a:lnTo>
                    <a:pt x="3" y="1"/>
                  </a:lnTo>
                  <a:lnTo>
                    <a:pt x="44" y="0"/>
                  </a:lnTo>
                  <a:lnTo>
                    <a:pt x="0" y="0"/>
                  </a:lnTo>
                  <a:lnTo>
                    <a:pt x="3"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8" name="Google Shape;318;p11"/>
            <p:cNvSpPr/>
            <p:nvPr/>
          </p:nvSpPr>
          <p:spPr>
            <a:xfrm>
              <a:off x="4264025" y="2713038"/>
              <a:ext cx="77788" cy="4762"/>
            </a:xfrm>
            <a:custGeom>
              <a:avLst/>
              <a:gdLst/>
              <a:ahLst/>
              <a:cxnLst/>
              <a:rect l="l" t="t" r="r" b="b"/>
              <a:pathLst>
                <a:path w="41" h="2" extrusionOk="0">
                  <a:moveTo>
                    <a:pt x="41" y="1"/>
                  </a:moveTo>
                  <a:lnTo>
                    <a:pt x="41" y="1"/>
                  </a:lnTo>
                  <a:lnTo>
                    <a:pt x="34" y="0"/>
                  </a:lnTo>
                  <a:lnTo>
                    <a:pt x="0" y="1"/>
                  </a:lnTo>
                  <a:lnTo>
                    <a:pt x="7" y="2"/>
                  </a:lnTo>
                  <a:lnTo>
                    <a:pt x="4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19" name="Google Shape;319;p11"/>
            <p:cNvSpPr/>
            <p:nvPr/>
          </p:nvSpPr>
          <p:spPr>
            <a:xfrm>
              <a:off x="4800600" y="2822575"/>
              <a:ext cx="117475" cy="7937"/>
            </a:xfrm>
            <a:custGeom>
              <a:avLst/>
              <a:gdLst/>
              <a:ahLst/>
              <a:cxnLst/>
              <a:rect l="l" t="t" r="r" b="b"/>
              <a:pathLst>
                <a:path w="61" h="3" extrusionOk="0">
                  <a:moveTo>
                    <a:pt x="11" y="2"/>
                  </a:moveTo>
                  <a:lnTo>
                    <a:pt x="11" y="2"/>
                  </a:lnTo>
                  <a:cubicBezTo>
                    <a:pt x="39" y="3"/>
                    <a:pt x="61" y="0"/>
                    <a:pt x="54" y="0"/>
                  </a:cubicBezTo>
                  <a:lnTo>
                    <a:pt x="0" y="0"/>
                  </a:lnTo>
                  <a:cubicBezTo>
                    <a:pt x="13" y="2"/>
                    <a:pt x="15" y="0"/>
                    <a:pt x="46" y="0"/>
                  </a:cubicBezTo>
                  <a:lnTo>
                    <a:pt x="11"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0" name="Google Shape;320;p11"/>
            <p:cNvSpPr/>
            <p:nvPr/>
          </p:nvSpPr>
          <p:spPr>
            <a:xfrm>
              <a:off x="187325" y="2714625"/>
              <a:ext cx="1925638" cy="31750"/>
            </a:xfrm>
            <a:custGeom>
              <a:avLst/>
              <a:gdLst/>
              <a:ahLst/>
              <a:cxnLst/>
              <a:rect l="l" t="t" r="r" b="b"/>
              <a:pathLst>
                <a:path w="1004" h="14" extrusionOk="0">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1" name="Google Shape;321;p11"/>
            <p:cNvSpPr/>
            <p:nvPr/>
          </p:nvSpPr>
          <p:spPr>
            <a:xfrm>
              <a:off x="1947862" y="2735263"/>
              <a:ext cx="47625" cy="0"/>
            </a:xfrm>
            <a:custGeom>
              <a:avLst/>
              <a:gdLst/>
              <a:ahLst/>
              <a:cxnLst/>
              <a:rect l="l" t="t" r="r" b="b"/>
              <a:pathLst>
                <a:path w="25" h="120000" extrusionOk="0">
                  <a:moveTo>
                    <a:pt x="0" y="0"/>
                  </a:moveTo>
                  <a:lnTo>
                    <a:pt x="0" y="0"/>
                  </a:lnTo>
                  <a:lnTo>
                    <a:pt x="25"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2" name="Google Shape;322;p11"/>
            <p:cNvSpPr/>
            <p:nvPr/>
          </p:nvSpPr>
          <p:spPr>
            <a:xfrm>
              <a:off x="112712" y="2724150"/>
              <a:ext cx="74613" cy="0"/>
            </a:xfrm>
            <a:custGeom>
              <a:avLst/>
              <a:gdLst/>
              <a:ahLst/>
              <a:cxnLst/>
              <a:rect l="l" t="t" r="r" b="b"/>
              <a:pathLst>
                <a:path w="39" h="120000" extrusionOk="0">
                  <a:moveTo>
                    <a:pt x="0" y="0"/>
                  </a:moveTo>
                  <a:lnTo>
                    <a:pt x="0" y="0"/>
                  </a:lnTo>
                  <a:lnTo>
                    <a:pt x="39" y="0"/>
                  </a:lnTo>
                  <a:cubicBezTo>
                    <a:pt x="27" y="0"/>
                    <a:pt x="14"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3" name="Google Shape;323;p11"/>
            <p:cNvSpPr/>
            <p:nvPr/>
          </p:nvSpPr>
          <p:spPr>
            <a:xfrm>
              <a:off x="2187575" y="2717800"/>
              <a:ext cx="176213" cy="6350"/>
            </a:xfrm>
            <a:custGeom>
              <a:avLst/>
              <a:gdLst/>
              <a:ahLst/>
              <a:cxnLst/>
              <a:rect l="l" t="t" r="r" b="b"/>
              <a:pathLst>
                <a:path w="92" h="3" extrusionOk="0">
                  <a:moveTo>
                    <a:pt x="71" y="3"/>
                  </a:moveTo>
                  <a:lnTo>
                    <a:pt x="71" y="3"/>
                  </a:lnTo>
                  <a:cubicBezTo>
                    <a:pt x="47" y="2"/>
                    <a:pt x="88" y="1"/>
                    <a:pt x="92" y="0"/>
                  </a:cubicBezTo>
                  <a:lnTo>
                    <a:pt x="8" y="1"/>
                  </a:lnTo>
                  <a:cubicBezTo>
                    <a:pt x="8" y="1"/>
                    <a:pt x="0" y="2"/>
                    <a:pt x="2" y="3"/>
                  </a:cubicBezTo>
                  <a:lnTo>
                    <a:pt x="71"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4" name="Google Shape;324;p11"/>
            <p:cNvSpPr/>
            <p:nvPr/>
          </p:nvSpPr>
          <p:spPr>
            <a:xfrm>
              <a:off x="2112962" y="2714625"/>
              <a:ext cx="90488" cy="4762"/>
            </a:xfrm>
            <a:custGeom>
              <a:avLst/>
              <a:gdLst/>
              <a:ahLst/>
              <a:cxnLst/>
              <a:rect l="l" t="t" r="r" b="b"/>
              <a:pathLst>
                <a:path w="47" h="2" extrusionOk="0">
                  <a:moveTo>
                    <a:pt x="22" y="0"/>
                  </a:moveTo>
                  <a:lnTo>
                    <a:pt x="22" y="0"/>
                  </a:lnTo>
                  <a:cubicBezTo>
                    <a:pt x="19" y="1"/>
                    <a:pt x="11" y="1"/>
                    <a:pt x="0" y="2"/>
                  </a:cubicBezTo>
                  <a:lnTo>
                    <a:pt x="47" y="2"/>
                  </a:lnTo>
                  <a:cubicBezTo>
                    <a:pt x="47" y="1"/>
                    <a:pt x="41" y="0"/>
                    <a:pt x="2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5" name="Google Shape;325;p11"/>
            <p:cNvSpPr/>
            <p:nvPr/>
          </p:nvSpPr>
          <p:spPr>
            <a:xfrm>
              <a:off x="2101850" y="2811463"/>
              <a:ext cx="71438" cy="3175"/>
            </a:xfrm>
            <a:custGeom>
              <a:avLst/>
              <a:gdLst/>
              <a:ahLst/>
              <a:cxnLst/>
              <a:rect l="l" t="t" r="r" b="b"/>
              <a:pathLst>
                <a:path w="37" h="1" extrusionOk="0">
                  <a:moveTo>
                    <a:pt x="37" y="0"/>
                  </a:moveTo>
                  <a:lnTo>
                    <a:pt x="37" y="0"/>
                  </a:lnTo>
                  <a:lnTo>
                    <a:pt x="22" y="1"/>
                  </a:lnTo>
                  <a:lnTo>
                    <a:pt x="0" y="1"/>
                  </a:lnTo>
                  <a:lnTo>
                    <a:pt x="3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6" name="Google Shape;326;p11"/>
            <p:cNvSpPr/>
            <p:nvPr/>
          </p:nvSpPr>
          <p:spPr>
            <a:xfrm>
              <a:off x="1724025" y="2805113"/>
              <a:ext cx="120650" cy="4762"/>
            </a:xfrm>
            <a:custGeom>
              <a:avLst/>
              <a:gdLst/>
              <a:ahLst/>
              <a:cxnLst/>
              <a:rect l="l" t="t" r="r" b="b"/>
              <a:pathLst>
                <a:path w="63" h="2" extrusionOk="0">
                  <a:moveTo>
                    <a:pt x="0" y="0"/>
                  </a:moveTo>
                  <a:lnTo>
                    <a:pt x="0" y="0"/>
                  </a:lnTo>
                  <a:cubicBezTo>
                    <a:pt x="18" y="2"/>
                    <a:pt x="52" y="1"/>
                    <a:pt x="63" y="0"/>
                  </a:cubicBezTo>
                  <a:cubicBezTo>
                    <a:pt x="24" y="0"/>
                    <a:pt x="41"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7" name="Google Shape;327;p11"/>
            <p:cNvSpPr/>
            <p:nvPr/>
          </p:nvSpPr>
          <p:spPr>
            <a:xfrm>
              <a:off x="1744662" y="2833688"/>
              <a:ext cx="73025" cy="3175"/>
            </a:xfrm>
            <a:custGeom>
              <a:avLst/>
              <a:gdLst/>
              <a:ahLst/>
              <a:cxnLst/>
              <a:rect l="l" t="t" r="r" b="b"/>
              <a:pathLst>
                <a:path w="38" h="1" extrusionOk="0">
                  <a:moveTo>
                    <a:pt x="38" y="0"/>
                  </a:moveTo>
                  <a:lnTo>
                    <a:pt x="38" y="0"/>
                  </a:lnTo>
                  <a:lnTo>
                    <a:pt x="0" y="1"/>
                  </a:lnTo>
                  <a:lnTo>
                    <a:pt x="3" y="1"/>
                  </a:lnTo>
                  <a:lnTo>
                    <a:pt x="3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8" name="Google Shape;328;p11"/>
            <p:cNvSpPr/>
            <p:nvPr/>
          </p:nvSpPr>
          <p:spPr>
            <a:xfrm>
              <a:off x="-474663" y="2741613"/>
              <a:ext cx="34925" cy="0"/>
            </a:xfrm>
            <a:custGeom>
              <a:avLst/>
              <a:gdLst/>
              <a:ahLst/>
              <a:cxnLst/>
              <a:rect l="l" t="t" r="r" b="b"/>
              <a:pathLst>
                <a:path w="18" h="120000" extrusionOk="0">
                  <a:moveTo>
                    <a:pt x="18" y="0"/>
                  </a:moveTo>
                  <a:lnTo>
                    <a:pt x="18" y="0"/>
                  </a:lnTo>
                  <a:lnTo>
                    <a:pt x="0" y="0"/>
                  </a:lnTo>
                  <a:lnTo>
                    <a:pt x="1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29" name="Google Shape;329;p11"/>
            <p:cNvSpPr/>
            <p:nvPr/>
          </p:nvSpPr>
          <p:spPr>
            <a:xfrm>
              <a:off x="-947738" y="2725738"/>
              <a:ext cx="1239838" cy="19050"/>
            </a:xfrm>
            <a:custGeom>
              <a:avLst/>
              <a:gdLst/>
              <a:ahLst/>
              <a:cxnLst/>
              <a:rect l="l" t="t" r="r" b="b"/>
              <a:pathLst>
                <a:path w="647" h="8" extrusionOk="0">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0" name="Google Shape;330;p11"/>
            <p:cNvSpPr/>
            <p:nvPr/>
          </p:nvSpPr>
          <p:spPr>
            <a:xfrm>
              <a:off x="-1944688" y="2741613"/>
              <a:ext cx="4763" cy="0"/>
            </a:xfrm>
            <a:custGeom>
              <a:avLst/>
              <a:gdLst/>
              <a:ahLst/>
              <a:cxnLst/>
              <a:rect l="l" t="t" r="r" b="b"/>
              <a:pathLst>
                <a:path w="2" h="120000" extrusionOk="0">
                  <a:moveTo>
                    <a:pt x="1" y="0"/>
                  </a:moveTo>
                  <a:lnTo>
                    <a:pt x="1" y="0"/>
                  </a:lnTo>
                  <a:lnTo>
                    <a:pt x="2" y="0"/>
                  </a:lnTo>
                  <a:cubicBezTo>
                    <a:pt x="0" y="0"/>
                    <a:pt x="0"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1" name="Google Shape;331;p11"/>
            <p:cNvSpPr/>
            <p:nvPr/>
          </p:nvSpPr>
          <p:spPr>
            <a:xfrm>
              <a:off x="-1939925" y="2735263"/>
              <a:ext cx="173038" cy="6350"/>
            </a:xfrm>
            <a:custGeom>
              <a:avLst/>
              <a:gdLst/>
              <a:ahLst/>
              <a:cxnLst/>
              <a:rect l="l" t="t" r="r" b="b"/>
              <a:pathLst>
                <a:path w="90" h="3" extrusionOk="0">
                  <a:moveTo>
                    <a:pt x="36" y="3"/>
                  </a:moveTo>
                  <a:lnTo>
                    <a:pt x="36" y="3"/>
                  </a:lnTo>
                  <a:lnTo>
                    <a:pt x="90" y="0"/>
                  </a:lnTo>
                  <a:lnTo>
                    <a:pt x="6" y="1"/>
                  </a:lnTo>
                  <a:lnTo>
                    <a:pt x="0" y="3"/>
                  </a:lnTo>
                  <a:cubicBezTo>
                    <a:pt x="8" y="2"/>
                    <a:pt x="37" y="1"/>
                    <a:pt x="48" y="2"/>
                  </a:cubicBezTo>
                  <a:lnTo>
                    <a:pt x="36"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2" name="Google Shape;332;p11"/>
            <p:cNvSpPr/>
            <p:nvPr/>
          </p:nvSpPr>
          <p:spPr>
            <a:xfrm>
              <a:off x="-1773238" y="2733675"/>
              <a:ext cx="123825" cy="12700"/>
            </a:xfrm>
            <a:custGeom>
              <a:avLst/>
              <a:gdLst/>
              <a:ahLst/>
              <a:cxnLst/>
              <a:rect l="l" t="t" r="r" b="b"/>
              <a:pathLst>
                <a:path w="65" h="6" extrusionOk="0">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3" name="Google Shape;333;p11"/>
            <p:cNvSpPr/>
            <p:nvPr/>
          </p:nvSpPr>
          <p:spPr>
            <a:xfrm>
              <a:off x="-1057275" y="2735263"/>
              <a:ext cx="57150" cy="3175"/>
            </a:xfrm>
            <a:custGeom>
              <a:avLst/>
              <a:gdLst/>
              <a:ahLst/>
              <a:cxnLst/>
              <a:rect l="l" t="t" r="r" b="b"/>
              <a:pathLst>
                <a:path w="30" h="1" extrusionOk="0">
                  <a:moveTo>
                    <a:pt x="12" y="0"/>
                  </a:moveTo>
                  <a:lnTo>
                    <a:pt x="12" y="0"/>
                  </a:lnTo>
                  <a:lnTo>
                    <a:pt x="0" y="1"/>
                  </a:lnTo>
                  <a:lnTo>
                    <a:pt x="30" y="1"/>
                  </a:lnTo>
                  <a:lnTo>
                    <a:pt x="1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4" name="Google Shape;334;p11"/>
            <p:cNvSpPr/>
            <p:nvPr/>
          </p:nvSpPr>
          <p:spPr>
            <a:xfrm>
              <a:off x="-1116013" y="2738438"/>
              <a:ext cx="58738" cy="3175"/>
            </a:xfrm>
            <a:custGeom>
              <a:avLst/>
              <a:gdLst/>
              <a:ahLst/>
              <a:cxnLst/>
              <a:rect l="l" t="t" r="r" b="b"/>
              <a:pathLst>
                <a:path w="30" h="2" extrusionOk="0">
                  <a:moveTo>
                    <a:pt x="30" y="0"/>
                  </a:moveTo>
                  <a:lnTo>
                    <a:pt x="30" y="0"/>
                  </a:lnTo>
                  <a:lnTo>
                    <a:pt x="0" y="0"/>
                  </a:lnTo>
                  <a:cubicBezTo>
                    <a:pt x="2" y="0"/>
                    <a:pt x="4" y="1"/>
                    <a:pt x="9" y="2"/>
                  </a:cubicBezTo>
                  <a:lnTo>
                    <a:pt x="3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5" name="Google Shape;335;p11"/>
            <p:cNvSpPr/>
            <p:nvPr/>
          </p:nvSpPr>
          <p:spPr>
            <a:xfrm>
              <a:off x="-1349375" y="2735263"/>
              <a:ext cx="84138" cy="0"/>
            </a:xfrm>
            <a:custGeom>
              <a:avLst/>
              <a:gdLst/>
              <a:ahLst/>
              <a:cxnLst/>
              <a:rect l="l" t="t" r="r" b="b"/>
              <a:pathLst>
                <a:path w="44" h="120000" extrusionOk="0">
                  <a:moveTo>
                    <a:pt x="44" y="0"/>
                  </a:moveTo>
                  <a:lnTo>
                    <a:pt x="44" y="0"/>
                  </a:lnTo>
                  <a:lnTo>
                    <a:pt x="0" y="0"/>
                  </a:lnTo>
                  <a:lnTo>
                    <a:pt x="4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6" name="Google Shape;336;p11"/>
            <p:cNvSpPr/>
            <p:nvPr/>
          </p:nvSpPr>
          <p:spPr>
            <a:xfrm>
              <a:off x="-1265238" y="2735263"/>
              <a:ext cx="65088" cy="3175"/>
            </a:xfrm>
            <a:custGeom>
              <a:avLst/>
              <a:gdLst/>
              <a:ahLst/>
              <a:cxnLst/>
              <a:rect l="l" t="t" r="r" b="b"/>
              <a:pathLst>
                <a:path w="34" h="1" extrusionOk="0">
                  <a:moveTo>
                    <a:pt x="34" y="1"/>
                  </a:moveTo>
                  <a:lnTo>
                    <a:pt x="34" y="1"/>
                  </a:lnTo>
                  <a:lnTo>
                    <a:pt x="33" y="0"/>
                  </a:lnTo>
                  <a:lnTo>
                    <a:pt x="0" y="0"/>
                  </a:lnTo>
                  <a:lnTo>
                    <a:pt x="34"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7" name="Google Shape;337;p11"/>
            <p:cNvSpPr/>
            <p:nvPr/>
          </p:nvSpPr>
          <p:spPr>
            <a:xfrm>
              <a:off x="-1219200" y="2728913"/>
              <a:ext cx="103188" cy="9525"/>
            </a:xfrm>
            <a:custGeom>
              <a:avLst/>
              <a:gdLst/>
              <a:ahLst/>
              <a:cxnLst/>
              <a:rect l="l" t="t" r="r" b="b"/>
              <a:pathLst>
                <a:path w="54" h="4" extrusionOk="0">
                  <a:moveTo>
                    <a:pt x="54" y="4"/>
                  </a:moveTo>
                  <a:lnTo>
                    <a:pt x="54" y="4"/>
                  </a:lnTo>
                  <a:cubicBezTo>
                    <a:pt x="49" y="2"/>
                    <a:pt x="43" y="0"/>
                    <a:pt x="0" y="1"/>
                  </a:cubicBezTo>
                  <a:lnTo>
                    <a:pt x="9" y="3"/>
                  </a:lnTo>
                  <a:lnTo>
                    <a:pt x="54"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8" name="Google Shape;338;p11"/>
            <p:cNvSpPr/>
            <p:nvPr/>
          </p:nvSpPr>
          <p:spPr>
            <a:xfrm>
              <a:off x="1225550" y="2830513"/>
              <a:ext cx="73025" cy="3175"/>
            </a:xfrm>
            <a:custGeom>
              <a:avLst/>
              <a:gdLst/>
              <a:ahLst/>
              <a:cxnLst/>
              <a:rect l="l" t="t" r="r" b="b"/>
              <a:pathLst>
                <a:path w="38" h="2" extrusionOk="0">
                  <a:moveTo>
                    <a:pt x="34" y="0"/>
                  </a:moveTo>
                  <a:lnTo>
                    <a:pt x="34" y="0"/>
                  </a:lnTo>
                  <a:lnTo>
                    <a:pt x="0" y="1"/>
                  </a:lnTo>
                  <a:lnTo>
                    <a:pt x="4" y="2"/>
                  </a:lnTo>
                  <a:lnTo>
                    <a:pt x="38" y="1"/>
                  </a:lnTo>
                  <a:lnTo>
                    <a:pt x="3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39" name="Google Shape;339;p11"/>
            <p:cNvSpPr/>
            <p:nvPr/>
          </p:nvSpPr>
          <p:spPr>
            <a:xfrm>
              <a:off x="874712" y="2827338"/>
              <a:ext cx="39688" cy="3175"/>
            </a:xfrm>
            <a:custGeom>
              <a:avLst/>
              <a:gdLst/>
              <a:ahLst/>
              <a:cxnLst/>
              <a:rect l="l" t="t" r="r" b="b"/>
              <a:pathLst>
                <a:path w="21" h="1" extrusionOk="0">
                  <a:moveTo>
                    <a:pt x="21" y="0"/>
                  </a:moveTo>
                  <a:lnTo>
                    <a:pt x="21" y="0"/>
                  </a:lnTo>
                  <a:lnTo>
                    <a:pt x="0" y="1"/>
                  </a:lnTo>
                  <a:cubicBezTo>
                    <a:pt x="9" y="1"/>
                    <a:pt x="16" y="1"/>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0" name="Google Shape;340;p11"/>
            <p:cNvSpPr/>
            <p:nvPr/>
          </p:nvSpPr>
          <p:spPr>
            <a:xfrm>
              <a:off x="417512" y="2827338"/>
              <a:ext cx="457200" cy="31750"/>
            </a:xfrm>
            <a:custGeom>
              <a:avLst/>
              <a:gdLst/>
              <a:ahLst/>
              <a:cxnLst/>
              <a:rect l="l" t="t" r="r" b="b"/>
              <a:pathLst>
                <a:path w="238" h="14" extrusionOk="0">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1" name="Google Shape;341;p11"/>
            <p:cNvSpPr/>
            <p:nvPr/>
          </p:nvSpPr>
          <p:spPr>
            <a:xfrm>
              <a:off x="755650" y="2859087"/>
              <a:ext cx="68263" cy="4762"/>
            </a:xfrm>
            <a:custGeom>
              <a:avLst/>
              <a:gdLst/>
              <a:ahLst/>
              <a:cxnLst/>
              <a:rect l="l" t="t" r="r" b="b"/>
              <a:pathLst>
                <a:path w="36" h="2" extrusionOk="0">
                  <a:moveTo>
                    <a:pt x="0" y="1"/>
                  </a:moveTo>
                  <a:lnTo>
                    <a:pt x="0" y="1"/>
                  </a:lnTo>
                  <a:cubicBezTo>
                    <a:pt x="19" y="2"/>
                    <a:pt x="24" y="1"/>
                    <a:pt x="36" y="1"/>
                  </a:cubicBezTo>
                  <a:cubicBezTo>
                    <a:pt x="33" y="0"/>
                    <a:pt x="15" y="1"/>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2" name="Google Shape;342;p11"/>
            <p:cNvSpPr/>
            <p:nvPr/>
          </p:nvSpPr>
          <p:spPr>
            <a:xfrm>
              <a:off x="-133350" y="2798763"/>
              <a:ext cx="111125" cy="4762"/>
            </a:xfrm>
            <a:custGeom>
              <a:avLst/>
              <a:gdLst/>
              <a:ahLst/>
              <a:cxnLst/>
              <a:rect l="l" t="t" r="r" b="b"/>
              <a:pathLst>
                <a:path w="58" h="2" extrusionOk="0">
                  <a:moveTo>
                    <a:pt x="37" y="0"/>
                  </a:moveTo>
                  <a:lnTo>
                    <a:pt x="37" y="0"/>
                  </a:lnTo>
                  <a:cubicBezTo>
                    <a:pt x="34" y="1"/>
                    <a:pt x="0" y="1"/>
                    <a:pt x="7" y="2"/>
                  </a:cubicBezTo>
                  <a:lnTo>
                    <a:pt x="58" y="2"/>
                  </a:lnTo>
                  <a:cubicBezTo>
                    <a:pt x="46" y="2"/>
                    <a:pt x="42" y="1"/>
                    <a:pt x="3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3" name="Google Shape;343;p11"/>
            <p:cNvSpPr/>
            <p:nvPr/>
          </p:nvSpPr>
          <p:spPr>
            <a:xfrm>
              <a:off x="-22225" y="2800350"/>
              <a:ext cx="44450" cy="3175"/>
            </a:xfrm>
            <a:custGeom>
              <a:avLst/>
              <a:gdLst/>
              <a:ahLst/>
              <a:cxnLst/>
              <a:rect l="l" t="t" r="r" b="b"/>
              <a:pathLst>
                <a:path w="23" h="1" extrusionOk="0">
                  <a:moveTo>
                    <a:pt x="23" y="0"/>
                  </a:moveTo>
                  <a:lnTo>
                    <a:pt x="23" y="0"/>
                  </a:lnTo>
                  <a:lnTo>
                    <a:pt x="0" y="1"/>
                  </a:lnTo>
                  <a:cubicBezTo>
                    <a:pt x="6" y="1"/>
                    <a:pt x="13"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4" name="Google Shape;344;p11"/>
            <p:cNvSpPr/>
            <p:nvPr/>
          </p:nvSpPr>
          <p:spPr>
            <a:xfrm>
              <a:off x="-66675" y="2798763"/>
              <a:ext cx="6350" cy="0"/>
            </a:xfrm>
            <a:custGeom>
              <a:avLst/>
              <a:gdLst/>
              <a:ahLst/>
              <a:cxnLst/>
              <a:rect l="l" t="t" r="r" b="b"/>
              <a:pathLst>
                <a:path w="3" h="120000" extrusionOk="0">
                  <a:moveTo>
                    <a:pt x="0" y="0"/>
                  </a:moveTo>
                  <a:lnTo>
                    <a:pt x="0" y="0"/>
                  </a:lnTo>
                  <a:lnTo>
                    <a:pt x="2" y="0"/>
                  </a:lnTo>
                  <a:cubicBezTo>
                    <a:pt x="3" y="0"/>
                    <a:pt x="3" y="0"/>
                    <a:pt x="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5" name="Google Shape;345;p11"/>
            <p:cNvSpPr/>
            <p:nvPr/>
          </p:nvSpPr>
          <p:spPr>
            <a:xfrm>
              <a:off x="-1566863" y="2730500"/>
              <a:ext cx="65088" cy="3175"/>
            </a:xfrm>
            <a:custGeom>
              <a:avLst/>
              <a:gdLst/>
              <a:ahLst/>
              <a:cxnLst/>
              <a:rect l="l" t="t" r="r" b="b"/>
              <a:pathLst>
                <a:path w="34" h="1" extrusionOk="0">
                  <a:moveTo>
                    <a:pt x="33" y="1"/>
                  </a:moveTo>
                  <a:lnTo>
                    <a:pt x="33" y="1"/>
                  </a:lnTo>
                  <a:cubicBezTo>
                    <a:pt x="34" y="0"/>
                    <a:pt x="12" y="1"/>
                    <a:pt x="0" y="1"/>
                  </a:cubicBezTo>
                  <a:cubicBezTo>
                    <a:pt x="9" y="1"/>
                    <a:pt x="22" y="1"/>
                    <a:pt x="33"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6" name="Google Shape;346;p11"/>
            <p:cNvSpPr/>
            <p:nvPr/>
          </p:nvSpPr>
          <p:spPr>
            <a:xfrm>
              <a:off x="-3175000" y="2740025"/>
              <a:ext cx="38100" cy="0"/>
            </a:xfrm>
            <a:custGeom>
              <a:avLst/>
              <a:gdLst/>
              <a:ahLst/>
              <a:cxnLst/>
              <a:rect l="l" t="t" r="r" b="b"/>
              <a:pathLst>
                <a:path w="20" h="120000" extrusionOk="0">
                  <a:moveTo>
                    <a:pt x="20" y="0"/>
                  </a:moveTo>
                  <a:lnTo>
                    <a:pt x="20" y="0"/>
                  </a:lnTo>
                  <a:lnTo>
                    <a:pt x="0" y="0"/>
                  </a:lnTo>
                  <a:cubicBezTo>
                    <a:pt x="7" y="0"/>
                    <a:pt x="11" y="0"/>
                    <a:pt x="2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7" name="Google Shape;347;p11"/>
            <p:cNvSpPr/>
            <p:nvPr/>
          </p:nvSpPr>
          <p:spPr>
            <a:xfrm>
              <a:off x="-3735388" y="2803525"/>
              <a:ext cx="6350" cy="1587"/>
            </a:xfrm>
            <a:custGeom>
              <a:avLst/>
              <a:gdLst/>
              <a:ahLst/>
              <a:cxnLst/>
              <a:rect l="l" t="t" r="r" b="b"/>
              <a:pathLst>
                <a:path w="4" h="1" extrusionOk="0">
                  <a:moveTo>
                    <a:pt x="4" y="0"/>
                  </a:moveTo>
                  <a:lnTo>
                    <a:pt x="4" y="0"/>
                  </a:lnTo>
                  <a:cubicBezTo>
                    <a:pt x="3" y="0"/>
                    <a:pt x="2" y="1"/>
                    <a:pt x="0" y="1"/>
                  </a:cubicBezTo>
                  <a:cubicBezTo>
                    <a:pt x="2" y="1"/>
                    <a:pt x="3" y="1"/>
                    <a:pt x="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48" name="Google Shape;348;p11"/>
            <p:cNvSpPr/>
            <p:nvPr/>
          </p:nvSpPr>
          <p:spPr>
            <a:xfrm>
              <a:off x="-3924300" y="2803525"/>
              <a:ext cx="188913" cy="3175"/>
            </a:xfrm>
            <a:custGeom>
              <a:avLst/>
              <a:gdLst/>
              <a:ahLst/>
              <a:cxnLst/>
              <a:rect l="l" t="t" r="r" b="b"/>
              <a:pathLst>
                <a:path w="98" h="2" extrusionOk="0">
                  <a:moveTo>
                    <a:pt x="98" y="1"/>
                  </a:moveTo>
                  <a:lnTo>
                    <a:pt x="98" y="1"/>
                  </a:lnTo>
                  <a:cubicBezTo>
                    <a:pt x="84" y="2"/>
                    <a:pt x="42" y="0"/>
                    <a:pt x="26" y="1"/>
                  </a:cubicBezTo>
                  <a:lnTo>
                    <a:pt x="28" y="1"/>
                  </a:lnTo>
                  <a:lnTo>
                    <a:pt x="0" y="2"/>
                  </a:lnTo>
                  <a:cubicBezTo>
                    <a:pt x="27" y="2"/>
                    <a:pt x="82" y="2"/>
                    <a:pt x="9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sp>
        <p:nvSpPr>
          <p:cNvPr id="349" name="Google Shape;349;p11"/>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0"/>
              </a:spcBef>
              <a:spcAft>
                <a:spcPts val="0"/>
              </a:spcAft>
              <a:buClr>
                <a:schemeClr val="lt1"/>
              </a:buClr>
              <a:buSzPts val="2400"/>
              <a:buNone/>
              <a:defRPr sz="2400">
                <a:solidFill>
                  <a:schemeClr val="lt1"/>
                </a:solidFill>
              </a:defRPr>
            </a:lvl1pPr>
            <a:lvl2pPr marL="914400" lvl="1" indent="-228600" algn="l">
              <a:lnSpc>
                <a:spcPct val="90000"/>
              </a:lnSpc>
              <a:spcBef>
                <a:spcPts val="600"/>
              </a:spcBef>
              <a:spcAft>
                <a:spcPts val="0"/>
              </a:spcAft>
              <a:buClr>
                <a:schemeClr val="lt1"/>
              </a:buClr>
              <a:buSzPts val="1800"/>
              <a:buNone/>
              <a:defRPr sz="1800">
                <a:solidFill>
                  <a:schemeClr val="lt1"/>
                </a:solidFill>
              </a:defRPr>
            </a:lvl2pPr>
            <a:lvl3pPr marL="1371600" lvl="2" indent="-228600" algn="l">
              <a:lnSpc>
                <a:spcPct val="90000"/>
              </a:lnSpc>
              <a:spcBef>
                <a:spcPts val="600"/>
              </a:spcBef>
              <a:spcAft>
                <a:spcPts val="0"/>
              </a:spcAft>
              <a:buClr>
                <a:schemeClr val="lt1"/>
              </a:buClr>
              <a:buSzPts val="1600"/>
              <a:buNone/>
              <a:defRPr sz="1600">
                <a:solidFill>
                  <a:schemeClr val="lt1"/>
                </a:solidFill>
              </a:defRPr>
            </a:lvl3pPr>
            <a:lvl4pPr marL="1828800" lvl="3" indent="-228600" algn="l">
              <a:lnSpc>
                <a:spcPct val="90000"/>
              </a:lnSpc>
              <a:spcBef>
                <a:spcPts val="600"/>
              </a:spcBef>
              <a:spcAft>
                <a:spcPts val="0"/>
              </a:spcAft>
              <a:buClr>
                <a:schemeClr val="lt1"/>
              </a:buClr>
              <a:buSzPts val="1400"/>
              <a:buNone/>
              <a:defRPr sz="1400">
                <a:solidFill>
                  <a:schemeClr val="lt1"/>
                </a:solidFill>
              </a:defRPr>
            </a:lvl4pPr>
            <a:lvl5pPr marL="2286000" lvl="4" indent="-228600" algn="l">
              <a:lnSpc>
                <a:spcPct val="90000"/>
              </a:lnSpc>
              <a:spcBef>
                <a:spcPts val="600"/>
              </a:spcBef>
              <a:spcAft>
                <a:spcPts val="0"/>
              </a:spcAft>
              <a:buClr>
                <a:schemeClr val="lt1"/>
              </a:buClr>
              <a:buSzPts val="1400"/>
              <a:buNone/>
              <a:defRPr sz="1400">
                <a:solidFill>
                  <a:schemeClr val="lt1"/>
                </a:solidFill>
              </a:defRPr>
            </a:lvl5pPr>
            <a:lvl6pPr marL="2743200" lvl="5" indent="-228600" algn="l">
              <a:lnSpc>
                <a:spcPct val="90000"/>
              </a:lnSpc>
              <a:spcBef>
                <a:spcPts val="600"/>
              </a:spcBef>
              <a:spcAft>
                <a:spcPts val="0"/>
              </a:spcAft>
              <a:buClr>
                <a:schemeClr val="lt1"/>
              </a:buClr>
              <a:buSzPts val="1400"/>
              <a:buNone/>
              <a:defRPr sz="1400">
                <a:solidFill>
                  <a:schemeClr val="lt1"/>
                </a:solidFill>
              </a:defRPr>
            </a:lvl6pPr>
            <a:lvl7pPr marL="3200400" lvl="6" indent="-228600" algn="l">
              <a:lnSpc>
                <a:spcPct val="90000"/>
              </a:lnSpc>
              <a:spcBef>
                <a:spcPts val="600"/>
              </a:spcBef>
              <a:spcAft>
                <a:spcPts val="0"/>
              </a:spcAft>
              <a:buClr>
                <a:schemeClr val="lt1"/>
              </a:buClr>
              <a:buSzPts val="1400"/>
              <a:buNone/>
              <a:defRPr sz="1400">
                <a:solidFill>
                  <a:schemeClr val="lt1"/>
                </a:solidFill>
              </a:defRPr>
            </a:lvl7pPr>
            <a:lvl8pPr marL="3657600" lvl="7" indent="-228600" algn="l">
              <a:lnSpc>
                <a:spcPct val="90000"/>
              </a:lnSpc>
              <a:spcBef>
                <a:spcPts val="600"/>
              </a:spcBef>
              <a:spcAft>
                <a:spcPts val="0"/>
              </a:spcAft>
              <a:buClr>
                <a:schemeClr val="lt1"/>
              </a:buClr>
              <a:buSzPts val="1400"/>
              <a:buNone/>
              <a:defRPr sz="1400">
                <a:solidFill>
                  <a:schemeClr val="lt1"/>
                </a:solidFill>
              </a:defRPr>
            </a:lvl8pPr>
            <a:lvl9pPr marL="4114800" lvl="8" indent="-228600" algn="l">
              <a:lnSpc>
                <a:spcPct val="90000"/>
              </a:lnSpc>
              <a:spcBef>
                <a:spcPts val="600"/>
              </a:spcBef>
              <a:spcAft>
                <a:spcPts val="0"/>
              </a:spcAft>
              <a:buClr>
                <a:schemeClr val="lt1"/>
              </a:buClr>
              <a:buSzPts val="1400"/>
              <a:buNone/>
              <a:defRPr sz="1400">
                <a:solidFill>
                  <a:schemeClr val="lt1"/>
                </a:solidFill>
              </a:defRPr>
            </a:lvl9pPr>
          </a:lstStyle>
          <a:p>
            <a:endParaRPr/>
          </a:p>
        </p:txBody>
      </p:sp>
      <p:sp>
        <p:nvSpPr>
          <p:cNvPr id="350" name="Google Shape;350;p11"/>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1" name="Google Shape;351;p11"/>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2" name="Google Shape;352;p11"/>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3"/>
        <p:cNvGrpSpPr/>
        <p:nvPr/>
      </p:nvGrpSpPr>
      <p:grpSpPr>
        <a:xfrm>
          <a:off x="0" y="0"/>
          <a:ext cx="0" cy="0"/>
          <a:chOff x="0" y="0"/>
          <a:chExt cx="0" cy="0"/>
        </a:xfrm>
      </p:grpSpPr>
      <p:sp>
        <p:nvSpPr>
          <p:cNvPr id="354" name="Google Shape;354;p12"/>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355" name="Google Shape;355;p12" descr="Line graphic"/>
          <p:cNvGrpSpPr/>
          <p:nvPr/>
        </p:nvGrpSpPr>
        <p:grpSpPr>
          <a:xfrm>
            <a:off x="1522413" y="1514475"/>
            <a:ext cx="10569575" cy="64008"/>
            <a:chOff x="1522413" y="1514475"/>
            <a:chExt cx="10569575" cy="64008"/>
          </a:xfrm>
        </p:grpSpPr>
        <p:sp>
          <p:nvSpPr>
            <p:cNvPr id="356" name="Google Shape;356;p12"/>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57" name="Google Shape;357;p12"/>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58" name="Google Shape;358;p12"/>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59" name="Google Shape;359;p12"/>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0" name="Google Shape;360;p12"/>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1" name="Google Shape;361;p12"/>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2" name="Google Shape;362;p12"/>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3" name="Google Shape;363;p12"/>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4" name="Google Shape;364;p12"/>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5" name="Google Shape;365;p12"/>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6" name="Google Shape;366;p12"/>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7" name="Google Shape;367;p12"/>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8" name="Google Shape;368;p12"/>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69" name="Google Shape;369;p12"/>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0" name="Google Shape;370;p12"/>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1" name="Google Shape;371;p12"/>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2" name="Google Shape;372;p12"/>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3" name="Google Shape;373;p12"/>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4" name="Google Shape;374;p12"/>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5" name="Google Shape;375;p12"/>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6" name="Google Shape;376;p12"/>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7" name="Google Shape;377;p12"/>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8" name="Google Shape;378;p12"/>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79" name="Google Shape;379;p12"/>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0" name="Google Shape;380;p12"/>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1" name="Google Shape;381;p12"/>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2" name="Google Shape;382;p12"/>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3" name="Google Shape;383;p12"/>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4" name="Google Shape;384;p12"/>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5" name="Google Shape;385;p12"/>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6" name="Google Shape;386;p12"/>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7" name="Google Shape;387;p12"/>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8" name="Google Shape;388;p12"/>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89" name="Google Shape;389;p12"/>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0" name="Google Shape;390;p12"/>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1" name="Google Shape;391;p12"/>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2" name="Google Shape;392;p12"/>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3" name="Google Shape;393;p12"/>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4" name="Google Shape;394;p12"/>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5" name="Google Shape;395;p12"/>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6" name="Google Shape;396;p12"/>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7" name="Google Shape;397;p12"/>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8" name="Google Shape;398;p12"/>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399" name="Google Shape;399;p12"/>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0" name="Google Shape;400;p12"/>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1" name="Google Shape;401;p12"/>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2" name="Google Shape;402;p12"/>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3" name="Google Shape;403;p12"/>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4" name="Google Shape;404;p12"/>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5" name="Google Shape;405;p12"/>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6" name="Google Shape;406;p12"/>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7" name="Google Shape;407;p12"/>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8" name="Google Shape;408;p12"/>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09" name="Google Shape;409;p12"/>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0" name="Google Shape;410;p12"/>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1" name="Google Shape;411;p12"/>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2" name="Google Shape;412;p12"/>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3" name="Google Shape;413;p12"/>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4" name="Google Shape;414;p12"/>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5" name="Google Shape;415;p12"/>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6" name="Google Shape;416;p12"/>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7" name="Google Shape;417;p12"/>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8" name="Google Shape;418;p12"/>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19" name="Google Shape;419;p12"/>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0" name="Google Shape;420;p12"/>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1" name="Google Shape;421;p12"/>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2" name="Google Shape;422;p12"/>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3" name="Google Shape;423;p12"/>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4" name="Google Shape;424;p12"/>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5" name="Google Shape;425;p12"/>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6" name="Google Shape;426;p12"/>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7" name="Google Shape;427;p12"/>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8" name="Google Shape;428;p12"/>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29" name="Google Shape;429;p12"/>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sp>
        <p:nvSpPr>
          <p:cNvPr id="430" name="Google Shape;430;p12"/>
          <p:cNvSpPr txBox="1">
            <a:spLocks noGrp="1"/>
          </p:cNvSpPr>
          <p:nvPr>
            <p:ph type="body" idx="1"/>
          </p:nvPr>
        </p:nvSpPr>
        <p:spPr>
          <a:xfrm>
            <a:off x="1522413" y="1905000"/>
            <a:ext cx="4419599" cy="42672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800"/>
              </a:spcBef>
              <a:spcAft>
                <a:spcPts val="0"/>
              </a:spcAft>
              <a:buClr>
                <a:schemeClr val="lt1"/>
              </a:buClr>
              <a:buSzPts val="2400"/>
              <a:buChar char="▪"/>
              <a:defRPr sz="2400"/>
            </a:lvl1pPr>
            <a:lvl2pPr marL="914400" lvl="1" indent="-355600" algn="l">
              <a:lnSpc>
                <a:spcPct val="90000"/>
              </a:lnSpc>
              <a:spcBef>
                <a:spcPts val="600"/>
              </a:spcBef>
              <a:spcAft>
                <a:spcPts val="0"/>
              </a:spcAft>
              <a:buClr>
                <a:schemeClr val="lt1"/>
              </a:buClr>
              <a:buSzPts val="2000"/>
              <a:buChar char="–"/>
              <a:defRPr sz="2000"/>
            </a:lvl2pPr>
            <a:lvl3pPr marL="1371600" lvl="2" indent="-342900" algn="l">
              <a:lnSpc>
                <a:spcPct val="90000"/>
              </a:lnSpc>
              <a:spcBef>
                <a:spcPts val="600"/>
              </a:spcBef>
              <a:spcAft>
                <a:spcPts val="0"/>
              </a:spcAft>
              <a:buClr>
                <a:schemeClr val="lt1"/>
              </a:buClr>
              <a:buSzPts val="1800"/>
              <a:buChar char="▪"/>
              <a:defRPr sz="1800"/>
            </a:lvl3pPr>
            <a:lvl4pPr marL="1828800" lvl="3" indent="-330200" algn="l">
              <a:lnSpc>
                <a:spcPct val="90000"/>
              </a:lnSpc>
              <a:spcBef>
                <a:spcPts val="600"/>
              </a:spcBef>
              <a:spcAft>
                <a:spcPts val="0"/>
              </a:spcAft>
              <a:buClr>
                <a:schemeClr val="lt1"/>
              </a:buClr>
              <a:buSzPts val="1600"/>
              <a:buChar char="–"/>
              <a:defRPr sz="1600"/>
            </a:lvl4pPr>
            <a:lvl5pPr marL="2286000" lvl="4" indent="-330200" algn="l">
              <a:lnSpc>
                <a:spcPct val="90000"/>
              </a:lnSpc>
              <a:spcBef>
                <a:spcPts val="600"/>
              </a:spcBef>
              <a:spcAft>
                <a:spcPts val="0"/>
              </a:spcAft>
              <a:buClr>
                <a:schemeClr val="lt1"/>
              </a:buClr>
              <a:buSzPts val="1600"/>
              <a:buChar char="▪"/>
              <a:defRPr sz="1600"/>
            </a:lvl5pPr>
            <a:lvl6pPr marL="2743200" lvl="5" indent="-330200" algn="l">
              <a:lnSpc>
                <a:spcPct val="90000"/>
              </a:lnSpc>
              <a:spcBef>
                <a:spcPts val="600"/>
              </a:spcBef>
              <a:spcAft>
                <a:spcPts val="0"/>
              </a:spcAft>
              <a:buClr>
                <a:schemeClr val="lt1"/>
              </a:buClr>
              <a:buSzPts val="1600"/>
              <a:buChar char="–"/>
              <a:defRPr sz="1600"/>
            </a:lvl6pPr>
            <a:lvl7pPr marL="3200400" lvl="6" indent="-330200" algn="l">
              <a:lnSpc>
                <a:spcPct val="90000"/>
              </a:lnSpc>
              <a:spcBef>
                <a:spcPts val="600"/>
              </a:spcBef>
              <a:spcAft>
                <a:spcPts val="0"/>
              </a:spcAft>
              <a:buClr>
                <a:schemeClr val="lt1"/>
              </a:buClr>
              <a:buSzPts val="1600"/>
              <a:buChar char="▪"/>
              <a:defRPr sz="1600"/>
            </a:lvl7pPr>
            <a:lvl8pPr marL="3657600" lvl="7" indent="-330200" algn="l">
              <a:lnSpc>
                <a:spcPct val="90000"/>
              </a:lnSpc>
              <a:spcBef>
                <a:spcPts val="600"/>
              </a:spcBef>
              <a:spcAft>
                <a:spcPts val="0"/>
              </a:spcAft>
              <a:buClr>
                <a:schemeClr val="lt1"/>
              </a:buClr>
              <a:buSzPts val="1600"/>
              <a:buChar char="–"/>
              <a:defRPr sz="1600"/>
            </a:lvl8pPr>
            <a:lvl9pPr marL="4114800" lvl="8" indent="-330200" algn="l">
              <a:lnSpc>
                <a:spcPct val="90000"/>
              </a:lnSpc>
              <a:spcBef>
                <a:spcPts val="600"/>
              </a:spcBef>
              <a:spcAft>
                <a:spcPts val="0"/>
              </a:spcAft>
              <a:buClr>
                <a:schemeClr val="lt1"/>
              </a:buClr>
              <a:buSzPts val="1600"/>
              <a:buChar char="▪"/>
              <a:defRPr sz="1600"/>
            </a:lvl9pPr>
          </a:lstStyle>
          <a:p>
            <a:endParaRPr/>
          </a:p>
        </p:txBody>
      </p:sp>
      <p:sp>
        <p:nvSpPr>
          <p:cNvPr id="431" name="Google Shape;431;p12"/>
          <p:cNvSpPr txBox="1">
            <a:spLocks noGrp="1"/>
          </p:cNvSpPr>
          <p:nvPr>
            <p:ph type="body" idx="2"/>
          </p:nvPr>
        </p:nvSpPr>
        <p:spPr>
          <a:xfrm>
            <a:off x="6246815" y="1905000"/>
            <a:ext cx="4419598" cy="42672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800"/>
              </a:spcBef>
              <a:spcAft>
                <a:spcPts val="0"/>
              </a:spcAft>
              <a:buClr>
                <a:schemeClr val="lt1"/>
              </a:buClr>
              <a:buSzPts val="2400"/>
              <a:buChar char="▪"/>
              <a:defRPr sz="2400"/>
            </a:lvl1pPr>
            <a:lvl2pPr marL="914400" lvl="1" indent="-355600" algn="l">
              <a:lnSpc>
                <a:spcPct val="90000"/>
              </a:lnSpc>
              <a:spcBef>
                <a:spcPts val="600"/>
              </a:spcBef>
              <a:spcAft>
                <a:spcPts val="0"/>
              </a:spcAft>
              <a:buClr>
                <a:schemeClr val="lt1"/>
              </a:buClr>
              <a:buSzPts val="2000"/>
              <a:buChar char="–"/>
              <a:defRPr sz="2000"/>
            </a:lvl2pPr>
            <a:lvl3pPr marL="1371600" lvl="2" indent="-342900" algn="l">
              <a:lnSpc>
                <a:spcPct val="90000"/>
              </a:lnSpc>
              <a:spcBef>
                <a:spcPts val="600"/>
              </a:spcBef>
              <a:spcAft>
                <a:spcPts val="0"/>
              </a:spcAft>
              <a:buClr>
                <a:schemeClr val="lt1"/>
              </a:buClr>
              <a:buSzPts val="1800"/>
              <a:buChar char="▪"/>
              <a:defRPr sz="1800"/>
            </a:lvl3pPr>
            <a:lvl4pPr marL="1828800" lvl="3" indent="-330200" algn="l">
              <a:lnSpc>
                <a:spcPct val="90000"/>
              </a:lnSpc>
              <a:spcBef>
                <a:spcPts val="600"/>
              </a:spcBef>
              <a:spcAft>
                <a:spcPts val="0"/>
              </a:spcAft>
              <a:buClr>
                <a:schemeClr val="lt1"/>
              </a:buClr>
              <a:buSzPts val="1600"/>
              <a:buChar char="–"/>
              <a:defRPr sz="1600"/>
            </a:lvl4pPr>
            <a:lvl5pPr marL="2286000" lvl="4" indent="-330200" algn="l">
              <a:lnSpc>
                <a:spcPct val="90000"/>
              </a:lnSpc>
              <a:spcBef>
                <a:spcPts val="600"/>
              </a:spcBef>
              <a:spcAft>
                <a:spcPts val="0"/>
              </a:spcAft>
              <a:buClr>
                <a:schemeClr val="lt1"/>
              </a:buClr>
              <a:buSzPts val="1600"/>
              <a:buChar char="▪"/>
              <a:defRPr sz="1600"/>
            </a:lvl5pPr>
            <a:lvl6pPr marL="2743200" lvl="5" indent="-330200" algn="l">
              <a:lnSpc>
                <a:spcPct val="90000"/>
              </a:lnSpc>
              <a:spcBef>
                <a:spcPts val="600"/>
              </a:spcBef>
              <a:spcAft>
                <a:spcPts val="0"/>
              </a:spcAft>
              <a:buClr>
                <a:schemeClr val="lt1"/>
              </a:buClr>
              <a:buSzPts val="1600"/>
              <a:buChar char="–"/>
              <a:defRPr sz="1600"/>
            </a:lvl6pPr>
            <a:lvl7pPr marL="3200400" lvl="6" indent="-330200" algn="l">
              <a:lnSpc>
                <a:spcPct val="90000"/>
              </a:lnSpc>
              <a:spcBef>
                <a:spcPts val="600"/>
              </a:spcBef>
              <a:spcAft>
                <a:spcPts val="0"/>
              </a:spcAft>
              <a:buClr>
                <a:schemeClr val="lt1"/>
              </a:buClr>
              <a:buSzPts val="1600"/>
              <a:buChar char="▪"/>
              <a:defRPr sz="1600"/>
            </a:lvl7pPr>
            <a:lvl8pPr marL="3657600" lvl="7" indent="-330200" algn="l">
              <a:lnSpc>
                <a:spcPct val="90000"/>
              </a:lnSpc>
              <a:spcBef>
                <a:spcPts val="600"/>
              </a:spcBef>
              <a:spcAft>
                <a:spcPts val="0"/>
              </a:spcAft>
              <a:buClr>
                <a:schemeClr val="lt1"/>
              </a:buClr>
              <a:buSzPts val="1600"/>
              <a:buChar char="–"/>
              <a:defRPr sz="1600"/>
            </a:lvl8pPr>
            <a:lvl9pPr marL="4114800" lvl="8" indent="-330200" algn="l">
              <a:lnSpc>
                <a:spcPct val="90000"/>
              </a:lnSpc>
              <a:spcBef>
                <a:spcPts val="600"/>
              </a:spcBef>
              <a:spcAft>
                <a:spcPts val="0"/>
              </a:spcAft>
              <a:buClr>
                <a:schemeClr val="lt1"/>
              </a:buClr>
              <a:buSzPts val="1600"/>
              <a:buChar char="▪"/>
              <a:defRPr sz="1600"/>
            </a:lvl9pPr>
          </a:lstStyle>
          <a:p>
            <a:endParaRPr/>
          </a:p>
        </p:txBody>
      </p:sp>
      <p:sp>
        <p:nvSpPr>
          <p:cNvPr id="432" name="Google Shape;432;p12"/>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3" name="Google Shape;433;p12"/>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4" name="Google Shape;434;p12"/>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5"/>
        <p:cNvGrpSpPr/>
        <p:nvPr/>
      </p:nvGrpSpPr>
      <p:grpSpPr>
        <a:xfrm>
          <a:off x="0" y="0"/>
          <a:ext cx="0" cy="0"/>
          <a:chOff x="0" y="0"/>
          <a:chExt cx="0" cy="0"/>
        </a:xfrm>
      </p:grpSpPr>
      <p:sp>
        <p:nvSpPr>
          <p:cNvPr id="436" name="Google Shape;436;p13"/>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onsola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437" name="Google Shape;437;p13" descr="Line graphic"/>
          <p:cNvGrpSpPr/>
          <p:nvPr/>
        </p:nvGrpSpPr>
        <p:grpSpPr>
          <a:xfrm>
            <a:off x="1522413" y="1514475"/>
            <a:ext cx="10569575" cy="64008"/>
            <a:chOff x="1522413" y="1514475"/>
            <a:chExt cx="10569575" cy="64008"/>
          </a:xfrm>
        </p:grpSpPr>
        <p:sp>
          <p:nvSpPr>
            <p:cNvPr id="438" name="Google Shape;438;p13"/>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39" name="Google Shape;439;p13"/>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0" name="Google Shape;440;p13"/>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1" name="Google Shape;441;p13"/>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2" name="Google Shape;442;p13"/>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3" name="Google Shape;443;p13"/>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4" name="Google Shape;444;p13"/>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5" name="Google Shape;445;p13"/>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6" name="Google Shape;446;p13"/>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7" name="Google Shape;447;p13"/>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8" name="Google Shape;448;p13"/>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49" name="Google Shape;449;p13"/>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0" name="Google Shape;450;p13"/>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1" name="Google Shape;451;p13"/>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2" name="Google Shape;452;p13"/>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3" name="Google Shape;453;p13"/>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4" name="Google Shape;454;p13"/>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5" name="Google Shape;455;p13"/>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6" name="Google Shape;456;p13"/>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7" name="Google Shape;457;p13"/>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8" name="Google Shape;458;p13"/>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59" name="Google Shape;459;p13"/>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0" name="Google Shape;460;p13"/>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1" name="Google Shape;461;p13"/>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2" name="Google Shape;462;p13"/>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3" name="Google Shape;463;p13"/>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4" name="Google Shape;464;p13"/>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5" name="Google Shape;465;p13"/>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6" name="Google Shape;466;p13"/>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7" name="Google Shape;467;p13"/>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8" name="Google Shape;468;p13"/>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69" name="Google Shape;469;p13"/>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0" name="Google Shape;470;p13"/>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1" name="Google Shape;471;p13"/>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2" name="Google Shape;472;p13"/>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3" name="Google Shape;473;p13"/>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4" name="Google Shape;474;p13"/>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5" name="Google Shape;475;p13"/>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6" name="Google Shape;476;p13"/>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7" name="Google Shape;477;p13"/>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8" name="Google Shape;478;p13"/>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79" name="Google Shape;479;p13"/>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0" name="Google Shape;480;p13"/>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1" name="Google Shape;481;p13"/>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2" name="Google Shape;482;p13"/>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3" name="Google Shape;483;p13"/>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4" name="Google Shape;484;p13"/>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5" name="Google Shape;485;p13"/>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6" name="Google Shape;486;p13"/>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7" name="Google Shape;487;p13"/>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8" name="Google Shape;488;p13"/>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89" name="Google Shape;489;p13"/>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0" name="Google Shape;490;p13"/>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1" name="Google Shape;491;p13"/>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2" name="Google Shape;492;p13"/>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3" name="Google Shape;493;p13"/>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4" name="Google Shape;494;p13"/>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5" name="Google Shape;495;p13"/>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6" name="Google Shape;496;p13"/>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7" name="Google Shape;497;p13"/>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8" name="Google Shape;498;p13"/>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499" name="Google Shape;499;p13"/>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0" name="Google Shape;500;p13"/>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1" name="Google Shape;501;p13"/>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2" name="Google Shape;502;p13"/>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3" name="Google Shape;503;p13"/>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4" name="Google Shape;504;p13"/>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5" name="Google Shape;505;p13"/>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6" name="Google Shape;506;p13"/>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7" name="Google Shape;507;p13"/>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8" name="Google Shape;508;p13"/>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09" name="Google Shape;509;p13"/>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10" name="Google Shape;510;p13"/>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11" name="Google Shape;511;p13"/>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sp>
        <p:nvSpPr>
          <p:cNvPr id="512" name="Google Shape;512;p13"/>
          <p:cNvSpPr txBox="1">
            <a:spLocks noGrp="1"/>
          </p:cNvSpPr>
          <p:nvPr>
            <p:ph type="body" idx="1"/>
          </p:nvPr>
        </p:nvSpPr>
        <p:spPr>
          <a:xfrm>
            <a:off x="1522413" y="1905000"/>
            <a:ext cx="4416552" cy="762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Clr>
                <a:schemeClr val="lt1"/>
              </a:buClr>
              <a:buSzPts val="2400"/>
              <a:buNone/>
              <a:defRPr sz="2400" b="0"/>
            </a:lvl1pPr>
            <a:lvl2pPr marL="914400" lvl="1" indent="-228600" algn="l">
              <a:lnSpc>
                <a:spcPct val="90000"/>
              </a:lnSpc>
              <a:spcBef>
                <a:spcPts val="600"/>
              </a:spcBef>
              <a:spcAft>
                <a:spcPts val="0"/>
              </a:spcAft>
              <a:buClr>
                <a:schemeClr val="lt1"/>
              </a:buClr>
              <a:buSzPts val="2000"/>
              <a:buNone/>
              <a:defRPr sz="2000" b="1"/>
            </a:lvl2pPr>
            <a:lvl3pPr marL="1371600" lvl="2" indent="-228600" algn="l">
              <a:lnSpc>
                <a:spcPct val="90000"/>
              </a:lnSpc>
              <a:spcBef>
                <a:spcPts val="600"/>
              </a:spcBef>
              <a:spcAft>
                <a:spcPts val="0"/>
              </a:spcAft>
              <a:buClr>
                <a:schemeClr val="lt1"/>
              </a:buClr>
              <a:buSzPts val="1800"/>
              <a:buNone/>
              <a:defRPr sz="1800" b="1"/>
            </a:lvl3pPr>
            <a:lvl4pPr marL="1828800" lvl="3" indent="-228600" algn="l">
              <a:lnSpc>
                <a:spcPct val="90000"/>
              </a:lnSpc>
              <a:spcBef>
                <a:spcPts val="600"/>
              </a:spcBef>
              <a:spcAft>
                <a:spcPts val="0"/>
              </a:spcAft>
              <a:buClr>
                <a:schemeClr val="lt1"/>
              </a:buClr>
              <a:buSzPts val="1600"/>
              <a:buNone/>
              <a:defRPr sz="1600" b="1"/>
            </a:lvl4pPr>
            <a:lvl5pPr marL="2286000" lvl="4" indent="-228600" algn="l">
              <a:lnSpc>
                <a:spcPct val="90000"/>
              </a:lnSpc>
              <a:spcBef>
                <a:spcPts val="600"/>
              </a:spcBef>
              <a:spcAft>
                <a:spcPts val="0"/>
              </a:spcAft>
              <a:buClr>
                <a:schemeClr val="lt1"/>
              </a:buClr>
              <a:buSzPts val="1600"/>
              <a:buNone/>
              <a:defRPr sz="1600" b="1"/>
            </a:lvl5pPr>
            <a:lvl6pPr marL="2743200" lvl="5" indent="-228600" algn="l">
              <a:lnSpc>
                <a:spcPct val="90000"/>
              </a:lnSpc>
              <a:spcBef>
                <a:spcPts val="600"/>
              </a:spcBef>
              <a:spcAft>
                <a:spcPts val="0"/>
              </a:spcAft>
              <a:buClr>
                <a:schemeClr val="lt1"/>
              </a:buClr>
              <a:buSzPts val="1600"/>
              <a:buNone/>
              <a:defRPr sz="1600" b="1"/>
            </a:lvl6pPr>
            <a:lvl7pPr marL="3200400" lvl="6" indent="-228600" algn="l">
              <a:lnSpc>
                <a:spcPct val="90000"/>
              </a:lnSpc>
              <a:spcBef>
                <a:spcPts val="600"/>
              </a:spcBef>
              <a:spcAft>
                <a:spcPts val="0"/>
              </a:spcAft>
              <a:buClr>
                <a:schemeClr val="lt1"/>
              </a:buClr>
              <a:buSzPts val="1600"/>
              <a:buNone/>
              <a:defRPr sz="1600" b="1"/>
            </a:lvl7pPr>
            <a:lvl8pPr marL="3657600" lvl="7" indent="-228600" algn="l">
              <a:lnSpc>
                <a:spcPct val="90000"/>
              </a:lnSpc>
              <a:spcBef>
                <a:spcPts val="600"/>
              </a:spcBef>
              <a:spcAft>
                <a:spcPts val="0"/>
              </a:spcAft>
              <a:buClr>
                <a:schemeClr val="lt1"/>
              </a:buClr>
              <a:buSzPts val="1600"/>
              <a:buNone/>
              <a:defRPr sz="1600" b="1"/>
            </a:lvl8pPr>
            <a:lvl9pPr marL="4114800" lvl="8" indent="-228600" algn="l">
              <a:lnSpc>
                <a:spcPct val="90000"/>
              </a:lnSpc>
              <a:spcBef>
                <a:spcPts val="600"/>
              </a:spcBef>
              <a:spcAft>
                <a:spcPts val="0"/>
              </a:spcAft>
              <a:buClr>
                <a:schemeClr val="lt1"/>
              </a:buClr>
              <a:buSzPts val="1600"/>
              <a:buNone/>
              <a:defRPr sz="1600" b="1"/>
            </a:lvl9pPr>
          </a:lstStyle>
          <a:p>
            <a:endParaRPr/>
          </a:p>
        </p:txBody>
      </p:sp>
      <p:sp>
        <p:nvSpPr>
          <p:cNvPr id="513" name="Google Shape;513;p13"/>
          <p:cNvSpPr txBox="1">
            <a:spLocks noGrp="1"/>
          </p:cNvSpPr>
          <p:nvPr>
            <p:ph type="body" idx="2"/>
          </p:nvPr>
        </p:nvSpPr>
        <p:spPr>
          <a:xfrm>
            <a:off x="1522413" y="2819399"/>
            <a:ext cx="4416552" cy="3352801"/>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800"/>
              </a:spcBef>
              <a:spcAft>
                <a:spcPts val="0"/>
              </a:spcAft>
              <a:buClr>
                <a:schemeClr val="lt1"/>
              </a:buClr>
              <a:buSzPts val="2400"/>
              <a:buChar char="▪"/>
              <a:defRPr sz="2400"/>
            </a:lvl1pPr>
            <a:lvl2pPr marL="914400" lvl="1" indent="-355600" algn="l">
              <a:lnSpc>
                <a:spcPct val="90000"/>
              </a:lnSpc>
              <a:spcBef>
                <a:spcPts val="600"/>
              </a:spcBef>
              <a:spcAft>
                <a:spcPts val="0"/>
              </a:spcAft>
              <a:buClr>
                <a:schemeClr val="lt1"/>
              </a:buClr>
              <a:buSzPts val="2000"/>
              <a:buChar char="–"/>
              <a:defRPr sz="2000"/>
            </a:lvl2pPr>
            <a:lvl3pPr marL="1371600" lvl="2" indent="-342900" algn="l">
              <a:lnSpc>
                <a:spcPct val="90000"/>
              </a:lnSpc>
              <a:spcBef>
                <a:spcPts val="600"/>
              </a:spcBef>
              <a:spcAft>
                <a:spcPts val="0"/>
              </a:spcAft>
              <a:buClr>
                <a:schemeClr val="lt1"/>
              </a:buClr>
              <a:buSzPts val="1800"/>
              <a:buChar char="▪"/>
              <a:defRPr sz="1800"/>
            </a:lvl3pPr>
            <a:lvl4pPr marL="1828800" lvl="3" indent="-330200" algn="l">
              <a:lnSpc>
                <a:spcPct val="90000"/>
              </a:lnSpc>
              <a:spcBef>
                <a:spcPts val="600"/>
              </a:spcBef>
              <a:spcAft>
                <a:spcPts val="0"/>
              </a:spcAft>
              <a:buClr>
                <a:schemeClr val="lt1"/>
              </a:buClr>
              <a:buSzPts val="1600"/>
              <a:buChar char="–"/>
              <a:defRPr sz="1600"/>
            </a:lvl4pPr>
            <a:lvl5pPr marL="2286000" lvl="4" indent="-330200" algn="l">
              <a:lnSpc>
                <a:spcPct val="90000"/>
              </a:lnSpc>
              <a:spcBef>
                <a:spcPts val="600"/>
              </a:spcBef>
              <a:spcAft>
                <a:spcPts val="0"/>
              </a:spcAft>
              <a:buClr>
                <a:schemeClr val="lt1"/>
              </a:buClr>
              <a:buSzPts val="1600"/>
              <a:buChar char="▪"/>
              <a:defRPr sz="1600"/>
            </a:lvl5pPr>
            <a:lvl6pPr marL="2743200" lvl="5" indent="-330200" algn="l">
              <a:lnSpc>
                <a:spcPct val="90000"/>
              </a:lnSpc>
              <a:spcBef>
                <a:spcPts val="600"/>
              </a:spcBef>
              <a:spcAft>
                <a:spcPts val="0"/>
              </a:spcAft>
              <a:buClr>
                <a:schemeClr val="lt1"/>
              </a:buClr>
              <a:buSzPts val="1600"/>
              <a:buChar char="–"/>
              <a:defRPr sz="1600"/>
            </a:lvl6pPr>
            <a:lvl7pPr marL="3200400" lvl="6" indent="-330200" algn="l">
              <a:lnSpc>
                <a:spcPct val="90000"/>
              </a:lnSpc>
              <a:spcBef>
                <a:spcPts val="600"/>
              </a:spcBef>
              <a:spcAft>
                <a:spcPts val="0"/>
              </a:spcAft>
              <a:buClr>
                <a:schemeClr val="lt1"/>
              </a:buClr>
              <a:buSzPts val="1600"/>
              <a:buChar char="▪"/>
              <a:defRPr sz="1600"/>
            </a:lvl7pPr>
            <a:lvl8pPr marL="3657600" lvl="7" indent="-330200" algn="l">
              <a:lnSpc>
                <a:spcPct val="90000"/>
              </a:lnSpc>
              <a:spcBef>
                <a:spcPts val="600"/>
              </a:spcBef>
              <a:spcAft>
                <a:spcPts val="0"/>
              </a:spcAft>
              <a:buClr>
                <a:schemeClr val="lt1"/>
              </a:buClr>
              <a:buSzPts val="1600"/>
              <a:buChar char="–"/>
              <a:defRPr sz="1600"/>
            </a:lvl8pPr>
            <a:lvl9pPr marL="4114800" lvl="8" indent="-330200" algn="l">
              <a:lnSpc>
                <a:spcPct val="90000"/>
              </a:lnSpc>
              <a:spcBef>
                <a:spcPts val="600"/>
              </a:spcBef>
              <a:spcAft>
                <a:spcPts val="0"/>
              </a:spcAft>
              <a:buClr>
                <a:schemeClr val="lt1"/>
              </a:buClr>
              <a:buSzPts val="1600"/>
              <a:buChar char="▪"/>
              <a:defRPr sz="1600"/>
            </a:lvl9pPr>
          </a:lstStyle>
          <a:p>
            <a:endParaRPr/>
          </a:p>
        </p:txBody>
      </p:sp>
      <p:sp>
        <p:nvSpPr>
          <p:cNvPr id="514" name="Google Shape;514;p13"/>
          <p:cNvSpPr txBox="1">
            <a:spLocks noGrp="1"/>
          </p:cNvSpPr>
          <p:nvPr>
            <p:ph type="body" idx="3"/>
          </p:nvPr>
        </p:nvSpPr>
        <p:spPr>
          <a:xfrm>
            <a:off x="6249860" y="1905000"/>
            <a:ext cx="4416552" cy="762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Clr>
                <a:schemeClr val="lt1"/>
              </a:buClr>
              <a:buSzPts val="2400"/>
              <a:buNone/>
              <a:defRPr sz="2400" b="0"/>
            </a:lvl1pPr>
            <a:lvl2pPr marL="914400" lvl="1" indent="-228600" algn="l">
              <a:lnSpc>
                <a:spcPct val="90000"/>
              </a:lnSpc>
              <a:spcBef>
                <a:spcPts val="600"/>
              </a:spcBef>
              <a:spcAft>
                <a:spcPts val="0"/>
              </a:spcAft>
              <a:buClr>
                <a:schemeClr val="lt1"/>
              </a:buClr>
              <a:buSzPts val="2000"/>
              <a:buNone/>
              <a:defRPr sz="2000" b="1"/>
            </a:lvl2pPr>
            <a:lvl3pPr marL="1371600" lvl="2" indent="-228600" algn="l">
              <a:lnSpc>
                <a:spcPct val="90000"/>
              </a:lnSpc>
              <a:spcBef>
                <a:spcPts val="600"/>
              </a:spcBef>
              <a:spcAft>
                <a:spcPts val="0"/>
              </a:spcAft>
              <a:buClr>
                <a:schemeClr val="lt1"/>
              </a:buClr>
              <a:buSzPts val="1800"/>
              <a:buNone/>
              <a:defRPr sz="1800" b="1"/>
            </a:lvl3pPr>
            <a:lvl4pPr marL="1828800" lvl="3" indent="-228600" algn="l">
              <a:lnSpc>
                <a:spcPct val="90000"/>
              </a:lnSpc>
              <a:spcBef>
                <a:spcPts val="600"/>
              </a:spcBef>
              <a:spcAft>
                <a:spcPts val="0"/>
              </a:spcAft>
              <a:buClr>
                <a:schemeClr val="lt1"/>
              </a:buClr>
              <a:buSzPts val="1600"/>
              <a:buNone/>
              <a:defRPr sz="1600" b="1"/>
            </a:lvl4pPr>
            <a:lvl5pPr marL="2286000" lvl="4" indent="-228600" algn="l">
              <a:lnSpc>
                <a:spcPct val="90000"/>
              </a:lnSpc>
              <a:spcBef>
                <a:spcPts val="600"/>
              </a:spcBef>
              <a:spcAft>
                <a:spcPts val="0"/>
              </a:spcAft>
              <a:buClr>
                <a:schemeClr val="lt1"/>
              </a:buClr>
              <a:buSzPts val="1600"/>
              <a:buNone/>
              <a:defRPr sz="1600" b="1"/>
            </a:lvl5pPr>
            <a:lvl6pPr marL="2743200" lvl="5" indent="-228600" algn="l">
              <a:lnSpc>
                <a:spcPct val="90000"/>
              </a:lnSpc>
              <a:spcBef>
                <a:spcPts val="600"/>
              </a:spcBef>
              <a:spcAft>
                <a:spcPts val="0"/>
              </a:spcAft>
              <a:buClr>
                <a:schemeClr val="lt1"/>
              </a:buClr>
              <a:buSzPts val="1600"/>
              <a:buNone/>
              <a:defRPr sz="1600" b="1"/>
            </a:lvl6pPr>
            <a:lvl7pPr marL="3200400" lvl="6" indent="-228600" algn="l">
              <a:lnSpc>
                <a:spcPct val="90000"/>
              </a:lnSpc>
              <a:spcBef>
                <a:spcPts val="600"/>
              </a:spcBef>
              <a:spcAft>
                <a:spcPts val="0"/>
              </a:spcAft>
              <a:buClr>
                <a:schemeClr val="lt1"/>
              </a:buClr>
              <a:buSzPts val="1600"/>
              <a:buNone/>
              <a:defRPr sz="1600" b="1"/>
            </a:lvl7pPr>
            <a:lvl8pPr marL="3657600" lvl="7" indent="-228600" algn="l">
              <a:lnSpc>
                <a:spcPct val="90000"/>
              </a:lnSpc>
              <a:spcBef>
                <a:spcPts val="600"/>
              </a:spcBef>
              <a:spcAft>
                <a:spcPts val="0"/>
              </a:spcAft>
              <a:buClr>
                <a:schemeClr val="lt1"/>
              </a:buClr>
              <a:buSzPts val="1600"/>
              <a:buNone/>
              <a:defRPr sz="1600" b="1"/>
            </a:lvl8pPr>
            <a:lvl9pPr marL="4114800" lvl="8" indent="-228600" algn="l">
              <a:lnSpc>
                <a:spcPct val="90000"/>
              </a:lnSpc>
              <a:spcBef>
                <a:spcPts val="600"/>
              </a:spcBef>
              <a:spcAft>
                <a:spcPts val="0"/>
              </a:spcAft>
              <a:buClr>
                <a:schemeClr val="lt1"/>
              </a:buClr>
              <a:buSzPts val="1600"/>
              <a:buNone/>
              <a:defRPr sz="1600" b="1"/>
            </a:lvl9pPr>
          </a:lstStyle>
          <a:p>
            <a:endParaRPr/>
          </a:p>
        </p:txBody>
      </p:sp>
      <p:sp>
        <p:nvSpPr>
          <p:cNvPr id="515" name="Google Shape;515;p13"/>
          <p:cNvSpPr txBox="1">
            <a:spLocks noGrp="1"/>
          </p:cNvSpPr>
          <p:nvPr>
            <p:ph type="body" idx="4"/>
          </p:nvPr>
        </p:nvSpPr>
        <p:spPr>
          <a:xfrm>
            <a:off x="6249860" y="2819399"/>
            <a:ext cx="4416552" cy="3352801"/>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800"/>
              </a:spcBef>
              <a:spcAft>
                <a:spcPts val="0"/>
              </a:spcAft>
              <a:buClr>
                <a:schemeClr val="lt1"/>
              </a:buClr>
              <a:buSzPts val="2400"/>
              <a:buChar char="▪"/>
              <a:defRPr sz="2400"/>
            </a:lvl1pPr>
            <a:lvl2pPr marL="914400" lvl="1" indent="-355600" algn="l">
              <a:lnSpc>
                <a:spcPct val="90000"/>
              </a:lnSpc>
              <a:spcBef>
                <a:spcPts val="600"/>
              </a:spcBef>
              <a:spcAft>
                <a:spcPts val="0"/>
              </a:spcAft>
              <a:buClr>
                <a:schemeClr val="lt1"/>
              </a:buClr>
              <a:buSzPts val="2000"/>
              <a:buChar char="–"/>
              <a:defRPr sz="2000"/>
            </a:lvl2pPr>
            <a:lvl3pPr marL="1371600" lvl="2" indent="-342900" algn="l">
              <a:lnSpc>
                <a:spcPct val="90000"/>
              </a:lnSpc>
              <a:spcBef>
                <a:spcPts val="600"/>
              </a:spcBef>
              <a:spcAft>
                <a:spcPts val="0"/>
              </a:spcAft>
              <a:buClr>
                <a:schemeClr val="lt1"/>
              </a:buClr>
              <a:buSzPts val="1800"/>
              <a:buChar char="▪"/>
              <a:defRPr sz="1800"/>
            </a:lvl3pPr>
            <a:lvl4pPr marL="1828800" lvl="3" indent="-330200" algn="l">
              <a:lnSpc>
                <a:spcPct val="90000"/>
              </a:lnSpc>
              <a:spcBef>
                <a:spcPts val="600"/>
              </a:spcBef>
              <a:spcAft>
                <a:spcPts val="0"/>
              </a:spcAft>
              <a:buClr>
                <a:schemeClr val="lt1"/>
              </a:buClr>
              <a:buSzPts val="1600"/>
              <a:buChar char="–"/>
              <a:defRPr sz="1600"/>
            </a:lvl4pPr>
            <a:lvl5pPr marL="2286000" lvl="4" indent="-330200" algn="l">
              <a:lnSpc>
                <a:spcPct val="90000"/>
              </a:lnSpc>
              <a:spcBef>
                <a:spcPts val="600"/>
              </a:spcBef>
              <a:spcAft>
                <a:spcPts val="0"/>
              </a:spcAft>
              <a:buClr>
                <a:schemeClr val="lt1"/>
              </a:buClr>
              <a:buSzPts val="1600"/>
              <a:buChar char="▪"/>
              <a:defRPr sz="1600"/>
            </a:lvl5pPr>
            <a:lvl6pPr marL="2743200" lvl="5" indent="-330200" algn="l">
              <a:lnSpc>
                <a:spcPct val="90000"/>
              </a:lnSpc>
              <a:spcBef>
                <a:spcPts val="600"/>
              </a:spcBef>
              <a:spcAft>
                <a:spcPts val="0"/>
              </a:spcAft>
              <a:buClr>
                <a:schemeClr val="lt1"/>
              </a:buClr>
              <a:buSzPts val="1600"/>
              <a:buChar char="–"/>
              <a:defRPr sz="1600"/>
            </a:lvl6pPr>
            <a:lvl7pPr marL="3200400" lvl="6" indent="-330200" algn="l">
              <a:lnSpc>
                <a:spcPct val="90000"/>
              </a:lnSpc>
              <a:spcBef>
                <a:spcPts val="600"/>
              </a:spcBef>
              <a:spcAft>
                <a:spcPts val="0"/>
              </a:spcAft>
              <a:buClr>
                <a:schemeClr val="lt1"/>
              </a:buClr>
              <a:buSzPts val="1600"/>
              <a:buChar char="▪"/>
              <a:defRPr sz="1600"/>
            </a:lvl7pPr>
            <a:lvl8pPr marL="3657600" lvl="7" indent="-330200" algn="l">
              <a:lnSpc>
                <a:spcPct val="90000"/>
              </a:lnSpc>
              <a:spcBef>
                <a:spcPts val="600"/>
              </a:spcBef>
              <a:spcAft>
                <a:spcPts val="0"/>
              </a:spcAft>
              <a:buClr>
                <a:schemeClr val="lt1"/>
              </a:buClr>
              <a:buSzPts val="1600"/>
              <a:buChar char="–"/>
              <a:defRPr sz="1600"/>
            </a:lvl8pPr>
            <a:lvl9pPr marL="4114800" lvl="8" indent="-330200" algn="l">
              <a:lnSpc>
                <a:spcPct val="90000"/>
              </a:lnSpc>
              <a:spcBef>
                <a:spcPts val="600"/>
              </a:spcBef>
              <a:spcAft>
                <a:spcPts val="0"/>
              </a:spcAft>
              <a:buClr>
                <a:schemeClr val="lt1"/>
              </a:buClr>
              <a:buSzPts val="1600"/>
              <a:buChar char="▪"/>
              <a:defRPr sz="1600"/>
            </a:lvl9pPr>
          </a:lstStyle>
          <a:p>
            <a:endParaRPr/>
          </a:p>
        </p:txBody>
      </p:sp>
      <p:sp>
        <p:nvSpPr>
          <p:cNvPr id="516" name="Google Shape;516;p13"/>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7" name="Google Shape;517;p13"/>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8" name="Google Shape;518;p13"/>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9"/>
        <p:cNvGrpSpPr/>
        <p:nvPr/>
      </p:nvGrpSpPr>
      <p:grpSpPr>
        <a:xfrm>
          <a:off x="0" y="0"/>
          <a:ext cx="0" cy="0"/>
          <a:chOff x="0" y="0"/>
          <a:chExt cx="0" cy="0"/>
        </a:xfrm>
      </p:grpSpPr>
      <p:sp>
        <p:nvSpPr>
          <p:cNvPr id="520" name="Google Shape;520;p14"/>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521" name="Google Shape;521;p14" descr="Line graphic"/>
          <p:cNvGrpSpPr/>
          <p:nvPr/>
        </p:nvGrpSpPr>
        <p:grpSpPr>
          <a:xfrm>
            <a:off x="1522413" y="1514475"/>
            <a:ext cx="10569575" cy="64008"/>
            <a:chOff x="1522413" y="1514475"/>
            <a:chExt cx="10569575" cy="64008"/>
          </a:xfrm>
        </p:grpSpPr>
        <p:sp>
          <p:nvSpPr>
            <p:cNvPr id="522" name="Google Shape;522;p14"/>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23" name="Google Shape;523;p14"/>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24" name="Google Shape;524;p14"/>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25" name="Google Shape;525;p14"/>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26" name="Google Shape;526;p14"/>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27" name="Google Shape;527;p14"/>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28" name="Google Shape;528;p14"/>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29" name="Google Shape;529;p14"/>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0" name="Google Shape;530;p14"/>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1" name="Google Shape;531;p14"/>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2" name="Google Shape;532;p14"/>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3" name="Google Shape;533;p14"/>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4" name="Google Shape;534;p14"/>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5" name="Google Shape;535;p14"/>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6" name="Google Shape;536;p14"/>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7" name="Google Shape;537;p14"/>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8" name="Google Shape;538;p14"/>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39" name="Google Shape;539;p14"/>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0" name="Google Shape;540;p14"/>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1" name="Google Shape;541;p14"/>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2" name="Google Shape;542;p14"/>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3" name="Google Shape;543;p14"/>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4" name="Google Shape;544;p14"/>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5" name="Google Shape;545;p14"/>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6" name="Google Shape;546;p14"/>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7" name="Google Shape;547;p14"/>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8" name="Google Shape;548;p14"/>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49" name="Google Shape;549;p14"/>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0" name="Google Shape;550;p14"/>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1" name="Google Shape;551;p14"/>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2" name="Google Shape;552;p14"/>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3" name="Google Shape;553;p14"/>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4" name="Google Shape;554;p14"/>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5" name="Google Shape;555;p14"/>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6" name="Google Shape;556;p14"/>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7" name="Google Shape;557;p14"/>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8" name="Google Shape;558;p14"/>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59" name="Google Shape;559;p14"/>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0" name="Google Shape;560;p14"/>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1" name="Google Shape;561;p14"/>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2" name="Google Shape;562;p14"/>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3" name="Google Shape;563;p14"/>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4" name="Google Shape;564;p14"/>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5" name="Google Shape;565;p14"/>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6" name="Google Shape;566;p14"/>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7" name="Google Shape;567;p14"/>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8" name="Google Shape;568;p14"/>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69" name="Google Shape;569;p14"/>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0" name="Google Shape;570;p14"/>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1" name="Google Shape;571;p14"/>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2" name="Google Shape;572;p14"/>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3" name="Google Shape;573;p14"/>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4" name="Google Shape;574;p14"/>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5" name="Google Shape;575;p14"/>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6" name="Google Shape;576;p14"/>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7" name="Google Shape;577;p14"/>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8" name="Google Shape;578;p14"/>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79" name="Google Shape;579;p14"/>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0" name="Google Shape;580;p14"/>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1" name="Google Shape;581;p14"/>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2" name="Google Shape;582;p14"/>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3" name="Google Shape;583;p14"/>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4" name="Google Shape;584;p14"/>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5" name="Google Shape;585;p14"/>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6" name="Google Shape;586;p14"/>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7" name="Google Shape;587;p14"/>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8" name="Google Shape;588;p14"/>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89" name="Google Shape;589;p14"/>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90" name="Google Shape;590;p14"/>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91" name="Google Shape;591;p14"/>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92" name="Google Shape;592;p14"/>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93" name="Google Shape;593;p14"/>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94" name="Google Shape;594;p14"/>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595" name="Google Shape;595;p14"/>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sp>
        <p:nvSpPr>
          <p:cNvPr id="596" name="Google Shape;596;p14"/>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7" name="Google Shape;597;p14"/>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8" name="Google Shape;598;p14"/>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9"/>
        <p:cNvGrpSpPr/>
        <p:nvPr/>
      </p:nvGrpSpPr>
      <p:grpSpPr>
        <a:xfrm>
          <a:off x="0" y="0"/>
          <a:ext cx="0" cy="0"/>
          <a:chOff x="0" y="0"/>
          <a:chExt cx="0" cy="0"/>
        </a:xfrm>
      </p:grpSpPr>
      <p:sp>
        <p:nvSpPr>
          <p:cNvPr id="600" name="Google Shape;600;p15"/>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1" name="Google Shape;601;p15"/>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2" name="Google Shape;602;p15"/>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3"/>
        <p:cNvGrpSpPr/>
        <p:nvPr/>
      </p:nvGrpSpPr>
      <p:grpSpPr>
        <a:xfrm>
          <a:off x="0" y="0"/>
          <a:ext cx="0" cy="0"/>
          <a:chOff x="0" y="0"/>
          <a:chExt cx="0" cy="0"/>
        </a:xfrm>
      </p:grpSpPr>
      <p:sp>
        <p:nvSpPr>
          <p:cNvPr id="604" name="Google Shape;604;p16"/>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onsolas"/>
              <a:buNone/>
              <a:defRPr sz="3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5" name="Google Shape;605;p16"/>
          <p:cNvSpPr txBox="1">
            <a:spLocks noGrp="1"/>
          </p:cNvSpPr>
          <p:nvPr>
            <p:ph type="body" idx="1"/>
          </p:nvPr>
        </p:nvSpPr>
        <p:spPr>
          <a:xfrm>
            <a:off x="1522413" y="3429000"/>
            <a:ext cx="2743200" cy="27432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200"/>
              </a:spcBef>
              <a:spcAft>
                <a:spcPts val="0"/>
              </a:spcAft>
              <a:buClr>
                <a:schemeClr val="lt1"/>
              </a:buClr>
              <a:buSzPts val="1600"/>
              <a:buNone/>
              <a:defRPr sz="1600"/>
            </a:lvl1pPr>
            <a:lvl2pPr marL="914400" lvl="1" indent="-228600" algn="l">
              <a:lnSpc>
                <a:spcPct val="90000"/>
              </a:lnSpc>
              <a:spcBef>
                <a:spcPts val="600"/>
              </a:spcBef>
              <a:spcAft>
                <a:spcPts val="0"/>
              </a:spcAft>
              <a:buClr>
                <a:schemeClr val="lt1"/>
              </a:buClr>
              <a:buSzPts val="1200"/>
              <a:buNone/>
              <a:defRPr sz="1200"/>
            </a:lvl2pPr>
            <a:lvl3pPr marL="1371600" lvl="2" indent="-228600" algn="l">
              <a:lnSpc>
                <a:spcPct val="90000"/>
              </a:lnSpc>
              <a:spcBef>
                <a:spcPts val="600"/>
              </a:spcBef>
              <a:spcAft>
                <a:spcPts val="0"/>
              </a:spcAft>
              <a:buClr>
                <a:schemeClr val="lt1"/>
              </a:buClr>
              <a:buSzPts val="1000"/>
              <a:buNone/>
              <a:defRPr sz="1000"/>
            </a:lvl3pPr>
            <a:lvl4pPr marL="1828800" lvl="3" indent="-228600" algn="l">
              <a:lnSpc>
                <a:spcPct val="90000"/>
              </a:lnSpc>
              <a:spcBef>
                <a:spcPts val="600"/>
              </a:spcBef>
              <a:spcAft>
                <a:spcPts val="0"/>
              </a:spcAft>
              <a:buClr>
                <a:schemeClr val="lt1"/>
              </a:buClr>
              <a:buSzPts val="900"/>
              <a:buNone/>
              <a:defRPr sz="900"/>
            </a:lvl4pPr>
            <a:lvl5pPr marL="2286000" lvl="4" indent="-228600" algn="l">
              <a:lnSpc>
                <a:spcPct val="90000"/>
              </a:lnSpc>
              <a:spcBef>
                <a:spcPts val="600"/>
              </a:spcBef>
              <a:spcAft>
                <a:spcPts val="0"/>
              </a:spcAft>
              <a:buClr>
                <a:schemeClr val="lt1"/>
              </a:buClr>
              <a:buSzPts val="900"/>
              <a:buNone/>
              <a:defRPr sz="900"/>
            </a:lvl5pPr>
            <a:lvl6pPr marL="2743200" lvl="5" indent="-228600" algn="l">
              <a:lnSpc>
                <a:spcPct val="90000"/>
              </a:lnSpc>
              <a:spcBef>
                <a:spcPts val="600"/>
              </a:spcBef>
              <a:spcAft>
                <a:spcPts val="0"/>
              </a:spcAft>
              <a:buClr>
                <a:schemeClr val="lt1"/>
              </a:buClr>
              <a:buSzPts val="900"/>
              <a:buNone/>
              <a:defRPr sz="900"/>
            </a:lvl6pPr>
            <a:lvl7pPr marL="3200400" lvl="6" indent="-228600" algn="l">
              <a:lnSpc>
                <a:spcPct val="90000"/>
              </a:lnSpc>
              <a:spcBef>
                <a:spcPts val="600"/>
              </a:spcBef>
              <a:spcAft>
                <a:spcPts val="0"/>
              </a:spcAft>
              <a:buClr>
                <a:schemeClr val="lt1"/>
              </a:buClr>
              <a:buSzPts val="900"/>
              <a:buNone/>
              <a:defRPr sz="900"/>
            </a:lvl7pPr>
            <a:lvl8pPr marL="3657600" lvl="7" indent="-228600" algn="l">
              <a:lnSpc>
                <a:spcPct val="90000"/>
              </a:lnSpc>
              <a:spcBef>
                <a:spcPts val="600"/>
              </a:spcBef>
              <a:spcAft>
                <a:spcPts val="0"/>
              </a:spcAft>
              <a:buClr>
                <a:schemeClr val="lt1"/>
              </a:buClr>
              <a:buSzPts val="900"/>
              <a:buNone/>
              <a:defRPr sz="900"/>
            </a:lvl8pPr>
            <a:lvl9pPr marL="4114800" lvl="8" indent="-228600" algn="l">
              <a:lnSpc>
                <a:spcPct val="90000"/>
              </a:lnSpc>
              <a:spcBef>
                <a:spcPts val="600"/>
              </a:spcBef>
              <a:spcAft>
                <a:spcPts val="0"/>
              </a:spcAft>
              <a:buClr>
                <a:schemeClr val="lt1"/>
              </a:buClr>
              <a:buSzPts val="900"/>
              <a:buNone/>
              <a:defRPr sz="900"/>
            </a:lvl9pPr>
          </a:lstStyle>
          <a:p>
            <a:endParaRPr/>
          </a:p>
        </p:txBody>
      </p:sp>
      <p:sp>
        <p:nvSpPr>
          <p:cNvPr id="606" name="Google Shape;606;p16"/>
          <p:cNvSpPr txBox="1">
            <a:spLocks noGrp="1"/>
          </p:cNvSpPr>
          <p:nvPr>
            <p:ph type="body" idx="2"/>
          </p:nvPr>
        </p:nvSpPr>
        <p:spPr>
          <a:xfrm>
            <a:off x="4710022" y="1905000"/>
            <a:ext cx="5669280" cy="40386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800"/>
              </a:spcBef>
              <a:spcAft>
                <a:spcPts val="0"/>
              </a:spcAft>
              <a:buClr>
                <a:schemeClr val="lt1"/>
              </a:buClr>
              <a:buSzPts val="2400"/>
              <a:buChar char="▪"/>
              <a:defRPr sz="2400"/>
            </a:lvl1pPr>
            <a:lvl2pPr marL="914400" lvl="1" indent="-355600" algn="l">
              <a:lnSpc>
                <a:spcPct val="90000"/>
              </a:lnSpc>
              <a:spcBef>
                <a:spcPts val="600"/>
              </a:spcBef>
              <a:spcAft>
                <a:spcPts val="0"/>
              </a:spcAft>
              <a:buClr>
                <a:schemeClr val="lt1"/>
              </a:buClr>
              <a:buSzPts val="2000"/>
              <a:buChar char="–"/>
              <a:defRPr sz="2000"/>
            </a:lvl2pPr>
            <a:lvl3pPr marL="1371600" lvl="2" indent="-342900" algn="l">
              <a:lnSpc>
                <a:spcPct val="90000"/>
              </a:lnSpc>
              <a:spcBef>
                <a:spcPts val="600"/>
              </a:spcBef>
              <a:spcAft>
                <a:spcPts val="0"/>
              </a:spcAft>
              <a:buClr>
                <a:schemeClr val="lt1"/>
              </a:buClr>
              <a:buSzPts val="1800"/>
              <a:buChar char="▪"/>
              <a:defRPr sz="1800"/>
            </a:lvl3pPr>
            <a:lvl4pPr marL="1828800" lvl="3" indent="-330200" algn="l">
              <a:lnSpc>
                <a:spcPct val="90000"/>
              </a:lnSpc>
              <a:spcBef>
                <a:spcPts val="600"/>
              </a:spcBef>
              <a:spcAft>
                <a:spcPts val="0"/>
              </a:spcAft>
              <a:buClr>
                <a:schemeClr val="lt1"/>
              </a:buClr>
              <a:buSzPts val="1600"/>
              <a:buChar char="–"/>
              <a:defRPr sz="1600"/>
            </a:lvl4pPr>
            <a:lvl5pPr marL="2286000" lvl="4" indent="-330200" algn="l">
              <a:lnSpc>
                <a:spcPct val="90000"/>
              </a:lnSpc>
              <a:spcBef>
                <a:spcPts val="600"/>
              </a:spcBef>
              <a:spcAft>
                <a:spcPts val="0"/>
              </a:spcAft>
              <a:buClr>
                <a:schemeClr val="lt1"/>
              </a:buClr>
              <a:buSzPts val="1600"/>
              <a:buChar char="▪"/>
              <a:defRPr sz="1600"/>
            </a:lvl5pPr>
            <a:lvl6pPr marL="2743200" lvl="5" indent="-330200" algn="l">
              <a:lnSpc>
                <a:spcPct val="90000"/>
              </a:lnSpc>
              <a:spcBef>
                <a:spcPts val="600"/>
              </a:spcBef>
              <a:spcAft>
                <a:spcPts val="0"/>
              </a:spcAft>
              <a:buClr>
                <a:schemeClr val="lt1"/>
              </a:buClr>
              <a:buSzPts val="1600"/>
              <a:buChar char="–"/>
              <a:defRPr sz="1600"/>
            </a:lvl6pPr>
            <a:lvl7pPr marL="3200400" lvl="6" indent="-330200" algn="l">
              <a:lnSpc>
                <a:spcPct val="90000"/>
              </a:lnSpc>
              <a:spcBef>
                <a:spcPts val="600"/>
              </a:spcBef>
              <a:spcAft>
                <a:spcPts val="0"/>
              </a:spcAft>
              <a:buClr>
                <a:schemeClr val="lt1"/>
              </a:buClr>
              <a:buSzPts val="1600"/>
              <a:buChar char="▪"/>
              <a:defRPr sz="1600"/>
            </a:lvl7pPr>
            <a:lvl8pPr marL="3657600" lvl="7" indent="-330200" algn="l">
              <a:lnSpc>
                <a:spcPct val="90000"/>
              </a:lnSpc>
              <a:spcBef>
                <a:spcPts val="600"/>
              </a:spcBef>
              <a:spcAft>
                <a:spcPts val="0"/>
              </a:spcAft>
              <a:buClr>
                <a:schemeClr val="lt1"/>
              </a:buClr>
              <a:buSzPts val="1600"/>
              <a:buChar char="–"/>
              <a:defRPr sz="1600"/>
            </a:lvl8pPr>
            <a:lvl9pPr marL="4114800" lvl="8" indent="-330200" algn="l">
              <a:lnSpc>
                <a:spcPct val="90000"/>
              </a:lnSpc>
              <a:spcBef>
                <a:spcPts val="600"/>
              </a:spcBef>
              <a:spcAft>
                <a:spcPts val="0"/>
              </a:spcAft>
              <a:buClr>
                <a:schemeClr val="lt1"/>
              </a:buClr>
              <a:buSzPts val="1600"/>
              <a:buChar char="▪"/>
              <a:defRPr sz="1600"/>
            </a:lvl9pPr>
          </a:lstStyle>
          <a:p>
            <a:endParaRPr/>
          </a:p>
        </p:txBody>
      </p:sp>
      <p:grpSp>
        <p:nvGrpSpPr>
          <p:cNvPr id="607" name="Google Shape;607;p16" descr="Box graphic"/>
          <p:cNvGrpSpPr/>
          <p:nvPr/>
        </p:nvGrpSpPr>
        <p:grpSpPr>
          <a:xfrm>
            <a:off x="4417839" y="1630821"/>
            <a:ext cx="6291028" cy="4575885"/>
            <a:chOff x="4417839" y="1630821"/>
            <a:chExt cx="6291028" cy="4575885"/>
          </a:xfrm>
        </p:grpSpPr>
        <p:grpSp>
          <p:nvGrpSpPr>
            <p:cNvPr id="608" name="Google Shape;608;p16"/>
            <p:cNvGrpSpPr/>
            <p:nvPr/>
          </p:nvGrpSpPr>
          <p:grpSpPr>
            <a:xfrm>
              <a:off x="5414491" y="1630821"/>
              <a:ext cx="5294376" cy="4114800"/>
              <a:chOff x="3310555" y="716546"/>
              <a:chExt cx="5294376" cy="4114800"/>
            </a:xfrm>
          </p:grpSpPr>
          <p:grpSp>
            <p:nvGrpSpPr>
              <p:cNvPr id="609" name="Google Shape;609;p16"/>
              <p:cNvGrpSpPr/>
              <p:nvPr/>
            </p:nvGrpSpPr>
            <p:grpSpPr>
              <a:xfrm flipH="1">
                <a:off x="3310555" y="737968"/>
                <a:ext cx="5294376" cy="54864"/>
                <a:chOff x="1522413" y="1514475"/>
                <a:chExt cx="10569575" cy="64008"/>
              </a:xfrm>
            </p:grpSpPr>
            <p:sp>
              <p:nvSpPr>
                <p:cNvPr id="610" name="Google Shape;610;p16"/>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1" name="Google Shape;611;p16"/>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2" name="Google Shape;612;p16"/>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3" name="Google Shape;613;p16"/>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4" name="Google Shape;614;p16"/>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5" name="Google Shape;615;p16"/>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6" name="Google Shape;616;p16"/>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7" name="Google Shape;617;p16"/>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8" name="Google Shape;618;p16"/>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19" name="Google Shape;619;p16"/>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0" name="Google Shape;620;p16"/>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1" name="Google Shape;621;p16"/>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2" name="Google Shape;622;p16"/>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3" name="Google Shape;623;p16"/>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4" name="Google Shape;624;p16"/>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5" name="Google Shape;625;p16"/>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6" name="Google Shape;626;p16"/>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7" name="Google Shape;627;p16"/>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8" name="Google Shape;628;p16"/>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29" name="Google Shape;629;p16"/>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0" name="Google Shape;630;p16"/>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1" name="Google Shape;631;p16"/>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2" name="Google Shape;632;p16"/>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3" name="Google Shape;633;p16"/>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4" name="Google Shape;634;p16"/>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5" name="Google Shape;635;p16"/>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6" name="Google Shape;636;p16"/>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7" name="Google Shape;637;p16"/>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8" name="Google Shape;638;p16"/>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39" name="Google Shape;639;p16"/>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0" name="Google Shape;640;p16"/>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1" name="Google Shape;641;p16"/>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2" name="Google Shape;642;p16"/>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3" name="Google Shape;643;p16"/>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4" name="Google Shape;644;p16"/>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5" name="Google Shape;645;p16"/>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6" name="Google Shape;646;p16"/>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7" name="Google Shape;647;p16"/>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8" name="Google Shape;648;p16"/>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49" name="Google Shape;649;p16"/>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0" name="Google Shape;650;p16"/>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1" name="Google Shape;651;p16"/>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2" name="Google Shape;652;p16"/>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3" name="Google Shape;653;p16"/>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4" name="Google Shape;654;p16"/>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5" name="Google Shape;655;p16"/>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6" name="Google Shape;656;p16"/>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7" name="Google Shape;657;p16"/>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8" name="Google Shape;658;p16"/>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59" name="Google Shape;659;p16"/>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0" name="Google Shape;660;p16"/>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1" name="Google Shape;661;p16"/>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2" name="Google Shape;662;p16"/>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3" name="Google Shape;663;p16"/>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4" name="Google Shape;664;p16"/>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5" name="Google Shape;665;p16"/>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6" name="Google Shape;666;p16"/>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7" name="Google Shape;667;p16"/>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8" name="Google Shape;668;p16"/>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69" name="Google Shape;669;p16"/>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0" name="Google Shape;670;p16"/>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1" name="Google Shape;671;p16"/>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2" name="Google Shape;672;p16"/>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3" name="Google Shape;673;p16"/>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4" name="Google Shape;674;p16"/>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5" name="Google Shape;675;p16"/>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6" name="Google Shape;676;p16"/>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7" name="Google Shape;677;p16"/>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8" name="Google Shape;678;p16"/>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79" name="Google Shape;679;p16"/>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0" name="Google Shape;680;p16"/>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1" name="Google Shape;681;p16"/>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2" name="Google Shape;682;p16"/>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3" name="Google Shape;683;p16"/>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grpSp>
            <p:nvGrpSpPr>
              <p:cNvPr id="684" name="Google Shape;684;p16"/>
              <p:cNvGrpSpPr/>
              <p:nvPr/>
            </p:nvGrpSpPr>
            <p:grpSpPr>
              <a:xfrm rot="-5400000" flipH="1">
                <a:off x="6492229" y="2755658"/>
                <a:ext cx="4114800" cy="36576"/>
                <a:chOff x="1522413" y="1514475"/>
                <a:chExt cx="10569575" cy="64008"/>
              </a:xfrm>
            </p:grpSpPr>
            <p:sp>
              <p:nvSpPr>
                <p:cNvPr id="685" name="Google Shape;685;p16"/>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6" name="Google Shape;686;p16"/>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7" name="Google Shape;687;p16"/>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8" name="Google Shape;688;p16"/>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89" name="Google Shape;689;p16"/>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0" name="Google Shape;690;p16"/>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1" name="Google Shape;691;p16"/>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2" name="Google Shape;692;p16"/>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3" name="Google Shape;693;p16"/>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4" name="Google Shape;694;p16"/>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5" name="Google Shape;695;p16"/>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6" name="Google Shape;696;p16"/>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7" name="Google Shape;697;p16"/>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8" name="Google Shape;698;p16"/>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699" name="Google Shape;699;p16"/>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0" name="Google Shape;700;p16"/>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1" name="Google Shape;701;p16"/>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2" name="Google Shape;702;p16"/>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3" name="Google Shape;703;p16"/>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4" name="Google Shape;704;p16"/>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5" name="Google Shape;705;p16"/>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6" name="Google Shape;706;p16"/>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7" name="Google Shape;707;p16"/>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8" name="Google Shape;708;p16"/>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09" name="Google Shape;709;p16"/>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0" name="Google Shape;710;p16"/>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1" name="Google Shape;711;p16"/>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2" name="Google Shape;712;p16"/>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3" name="Google Shape;713;p16"/>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4" name="Google Shape;714;p16"/>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5" name="Google Shape;715;p16"/>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6" name="Google Shape;716;p16"/>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7" name="Google Shape;717;p16"/>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8" name="Google Shape;718;p16"/>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19" name="Google Shape;719;p16"/>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0" name="Google Shape;720;p16"/>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1" name="Google Shape;721;p16"/>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2" name="Google Shape;722;p16"/>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3" name="Google Shape;723;p16"/>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4" name="Google Shape;724;p16"/>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5" name="Google Shape;725;p16"/>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6" name="Google Shape;726;p16"/>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7" name="Google Shape;727;p16"/>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8" name="Google Shape;728;p16"/>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29" name="Google Shape;729;p16"/>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0" name="Google Shape;730;p16"/>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1" name="Google Shape;731;p16"/>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2" name="Google Shape;732;p16"/>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3" name="Google Shape;733;p16"/>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4" name="Google Shape;734;p16"/>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5" name="Google Shape;735;p16"/>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6" name="Google Shape;736;p16"/>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7" name="Google Shape;737;p16"/>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8" name="Google Shape;738;p16"/>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39" name="Google Shape;739;p16"/>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0" name="Google Shape;740;p16"/>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1" name="Google Shape;741;p16"/>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2" name="Google Shape;742;p16"/>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3" name="Google Shape;743;p16"/>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4" name="Google Shape;744;p16"/>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5" name="Google Shape;745;p16"/>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6" name="Google Shape;746;p16"/>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7" name="Google Shape;747;p16"/>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8" name="Google Shape;748;p16"/>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49" name="Google Shape;749;p16"/>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0" name="Google Shape;750;p16"/>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1" name="Google Shape;751;p16"/>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2" name="Google Shape;752;p16"/>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3" name="Google Shape;753;p16"/>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4" name="Google Shape;754;p16"/>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5" name="Google Shape;755;p16"/>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6" name="Google Shape;756;p16"/>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7" name="Google Shape;757;p16"/>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58" name="Google Shape;758;p16"/>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grpSp>
        <p:grpSp>
          <p:nvGrpSpPr>
            <p:cNvPr id="759" name="Google Shape;759;p16"/>
            <p:cNvGrpSpPr/>
            <p:nvPr/>
          </p:nvGrpSpPr>
          <p:grpSpPr>
            <a:xfrm rot="10800000">
              <a:off x="4417839" y="2091906"/>
              <a:ext cx="5294376" cy="4114800"/>
              <a:chOff x="3310555" y="716546"/>
              <a:chExt cx="5294376" cy="4114800"/>
            </a:xfrm>
          </p:grpSpPr>
          <p:grpSp>
            <p:nvGrpSpPr>
              <p:cNvPr id="760" name="Google Shape;760;p16"/>
              <p:cNvGrpSpPr/>
              <p:nvPr/>
            </p:nvGrpSpPr>
            <p:grpSpPr>
              <a:xfrm flipH="1">
                <a:off x="3310555" y="737968"/>
                <a:ext cx="5294376" cy="54864"/>
                <a:chOff x="1522413" y="1514475"/>
                <a:chExt cx="10569575" cy="64008"/>
              </a:xfrm>
            </p:grpSpPr>
            <p:sp>
              <p:nvSpPr>
                <p:cNvPr id="761" name="Google Shape;761;p16"/>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2" name="Google Shape;762;p16"/>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3" name="Google Shape;763;p16"/>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4" name="Google Shape;764;p16"/>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5" name="Google Shape;765;p16"/>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6" name="Google Shape;766;p16"/>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7" name="Google Shape;767;p16"/>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8" name="Google Shape;768;p16"/>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69" name="Google Shape;769;p16"/>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0" name="Google Shape;770;p16"/>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1" name="Google Shape;771;p16"/>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2" name="Google Shape;772;p16"/>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3" name="Google Shape;773;p16"/>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4" name="Google Shape;774;p16"/>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5" name="Google Shape;775;p16"/>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6" name="Google Shape;776;p16"/>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7" name="Google Shape;777;p16"/>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8" name="Google Shape;778;p16"/>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79" name="Google Shape;779;p16"/>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0" name="Google Shape;780;p16"/>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1" name="Google Shape;781;p16"/>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2" name="Google Shape;782;p16"/>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3" name="Google Shape;783;p16"/>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4" name="Google Shape;784;p16"/>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5" name="Google Shape;785;p16"/>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6" name="Google Shape;786;p16"/>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7" name="Google Shape;787;p16"/>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8" name="Google Shape;788;p16"/>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89" name="Google Shape;789;p16"/>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0" name="Google Shape;790;p16"/>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1" name="Google Shape;791;p16"/>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2" name="Google Shape;792;p16"/>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3" name="Google Shape;793;p16"/>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4" name="Google Shape;794;p16"/>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5" name="Google Shape;795;p16"/>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6" name="Google Shape;796;p16"/>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7" name="Google Shape;797;p16"/>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8" name="Google Shape;798;p16"/>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799" name="Google Shape;799;p16"/>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0" name="Google Shape;800;p16"/>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1" name="Google Shape;801;p16"/>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2" name="Google Shape;802;p16"/>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3" name="Google Shape;803;p16"/>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4" name="Google Shape;804;p16"/>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5" name="Google Shape;805;p16"/>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6" name="Google Shape;806;p16"/>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7" name="Google Shape;807;p16"/>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8" name="Google Shape;808;p16"/>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09" name="Google Shape;809;p16"/>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0" name="Google Shape;810;p16"/>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1" name="Google Shape;811;p16"/>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2" name="Google Shape;812;p16"/>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3" name="Google Shape;813;p16"/>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4" name="Google Shape;814;p16"/>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5" name="Google Shape;815;p16"/>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6" name="Google Shape;816;p16"/>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7" name="Google Shape;817;p16"/>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8" name="Google Shape;818;p16"/>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19" name="Google Shape;819;p16"/>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0" name="Google Shape;820;p16"/>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1" name="Google Shape;821;p16"/>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2" name="Google Shape;822;p16"/>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3" name="Google Shape;823;p16"/>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4" name="Google Shape;824;p16"/>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5" name="Google Shape;825;p16"/>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6" name="Google Shape;826;p16"/>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7" name="Google Shape;827;p16"/>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8" name="Google Shape;828;p16"/>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29" name="Google Shape;829;p16"/>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0" name="Google Shape;830;p16"/>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1" name="Google Shape;831;p16"/>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2" name="Google Shape;832;p16"/>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3" name="Google Shape;833;p16"/>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4" name="Google Shape;834;p16"/>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grpSp>
            <p:nvGrpSpPr>
              <p:cNvPr id="835" name="Google Shape;835;p16"/>
              <p:cNvGrpSpPr/>
              <p:nvPr/>
            </p:nvGrpSpPr>
            <p:grpSpPr>
              <a:xfrm rot="-5400000" flipH="1">
                <a:off x="6492229" y="2755658"/>
                <a:ext cx="4114800" cy="36576"/>
                <a:chOff x="1522413" y="1514475"/>
                <a:chExt cx="10569575" cy="64008"/>
              </a:xfrm>
            </p:grpSpPr>
            <p:sp>
              <p:nvSpPr>
                <p:cNvPr id="836" name="Google Shape;836;p16"/>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7" name="Google Shape;837;p16"/>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8" name="Google Shape;838;p16"/>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39" name="Google Shape;839;p16"/>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0" name="Google Shape;840;p16"/>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1" name="Google Shape;841;p16"/>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2" name="Google Shape;842;p16"/>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3" name="Google Shape;843;p16"/>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4" name="Google Shape;844;p16"/>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5" name="Google Shape;845;p16"/>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6" name="Google Shape;846;p16"/>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7" name="Google Shape;847;p16"/>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8" name="Google Shape;848;p16"/>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49" name="Google Shape;849;p16"/>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0" name="Google Shape;850;p16"/>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1" name="Google Shape;851;p16"/>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2" name="Google Shape;852;p16"/>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3" name="Google Shape;853;p16"/>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4" name="Google Shape;854;p16"/>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5" name="Google Shape;855;p16"/>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6" name="Google Shape;856;p16"/>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7" name="Google Shape;857;p16"/>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8" name="Google Shape;858;p16"/>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59" name="Google Shape;859;p16"/>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0" name="Google Shape;860;p16"/>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1" name="Google Shape;861;p16"/>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2" name="Google Shape;862;p16"/>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3" name="Google Shape;863;p16"/>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4" name="Google Shape;864;p16"/>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5" name="Google Shape;865;p16"/>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6" name="Google Shape;866;p16"/>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7" name="Google Shape;867;p16"/>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8" name="Google Shape;868;p16"/>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69" name="Google Shape;869;p16"/>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0" name="Google Shape;870;p16"/>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1" name="Google Shape;871;p16"/>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2" name="Google Shape;872;p16"/>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3" name="Google Shape;873;p16"/>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4" name="Google Shape;874;p16"/>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5" name="Google Shape;875;p16"/>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6" name="Google Shape;876;p16"/>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7" name="Google Shape;877;p16"/>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8" name="Google Shape;878;p16"/>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79" name="Google Shape;879;p16"/>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0" name="Google Shape;880;p16"/>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1" name="Google Shape;881;p16"/>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2" name="Google Shape;882;p16"/>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3" name="Google Shape;883;p16"/>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4" name="Google Shape;884;p16"/>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5" name="Google Shape;885;p16"/>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6" name="Google Shape;886;p16"/>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7" name="Google Shape;887;p16"/>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8" name="Google Shape;888;p16"/>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89" name="Google Shape;889;p16"/>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0" name="Google Shape;890;p16"/>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1" name="Google Shape;891;p16"/>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2" name="Google Shape;892;p16"/>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3" name="Google Shape;893;p16"/>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4" name="Google Shape;894;p16"/>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5" name="Google Shape;895;p16"/>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6" name="Google Shape;896;p16"/>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7" name="Google Shape;897;p16"/>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8" name="Google Shape;898;p16"/>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899" name="Google Shape;899;p16"/>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0" name="Google Shape;900;p16"/>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1" name="Google Shape;901;p16"/>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2" name="Google Shape;902;p16"/>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3" name="Google Shape;903;p16"/>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4" name="Google Shape;904;p16"/>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5" name="Google Shape;905;p16"/>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6" name="Google Shape;906;p16"/>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7" name="Google Shape;907;p16"/>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8" name="Google Shape;908;p16"/>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09" name="Google Shape;909;p16"/>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grpSp>
      </p:grpSp>
      <p:sp>
        <p:nvSpPr>
          <p:cNvPr id="910" name="Google Shape;910;p16"/>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1" name="Google Shape;911;p16"/>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2" name="Google Shape;912;p16"/>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13"/>
        <p:cNvGrpSpPr/>
        <p:nvPr/>
      </p:nvGrpSpPr>
      <p:grpSpPr>
        <a:xfrm>
          <a:off x="0" y="0"/>
          <a:ext cx="0" cy="0"/>
          <a:chOff x="0" y="0"/>
          <a:chExt cx="0" cy="0"/>
        </a:xfrm>
      </p:grpSpPr>
      <p:sp>
        <p:nvSpPr>
          <p:cNvPr id="914" name="Google Shape;914;p17"/>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onsolas"/>
              <a:buNone/>
              <a:defRPr sz="3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5" name="Google Shape;915;p17" descr="An empty placeholder to add an image. Click on the placeholder and select the image that you wish to add."/>
          <p:cNvSpPr>
            <a:spLocks noGrp="1"/>
          </p:cNvSpPr>
          <p:nvPr>
            <p:ph type="pic" idx="2"/>
          </p:nvPr>
        </p:nvSpPr>
        <p:spPr>
          <a:xfrm>
            <a:off x="1745838" y="1884311"/>
            <a:ext cx="5669280" cy="4041648"/>
          </a:xfrm>
          <a:prstGeom prst="rect">
            <a:avLst/>
          </a:prstGeom>
          <a:solidFill>
            <a:schemeClr val="dk1"/>
          </a:solidFill>
          <a:ln>
            <a:noFill/>
          </a:ln>
        </p:spPr>
      </p:sp>
      <p:grpSp>
        <p:nvGrpSpPr>
          <p:cNvPr id="916" name="Google Shape;916;p17" descr="Box graphic"/>
          <p:cNvGrpSpPr/>
          <p:nvPr/>
        </p:nvGrpSpPr>
        <p:grpSpPr>
          <a:xfrm flipH="1">
            <a:off x="1447500" y="1630821"/>
            <a:ext cx="6291028" cy="4575885"/>
            <a:chOff x="4417839" y="1630821"/>
            <a:chExt cx="6291028" cy="4575885"/>
          </a:xfrm>
        </p:grpSpPr>
        <p:grpSp>
          <p:nvGrpSpPr>
            <p:cNvPr id="917" name="Google Shape;917;p17"/>
            <p:cNvGrpSpPr/>
            <p:nvPr/>
          </p:nvGrpSpPr>
          <p:grpSpPr>
            <a:xfrm>
              <a:off x="5414491" y="1630821"/>
              <a:ext cx="5294376" cy="4114800"/>
              <a:chOff x="3310555" y="716546"/>
              <a:chExt cx="5294376" cy="4114800"/>
            </a:xfrm>
          </p:grpSpPr>
          <p:grpSp>
            <p:nvGrpSpPr>
              <p:cNvPr id="918" name="Google Shape;918;p17"/>
              <p:cNvGrpSpPr/>
              <p:nvPr/>
            </p:nvGrpSpPr>
            <p:grpSpPr>
              <a:xfrm flipH="1">
                <a:off x="3310555" y="737968"/>
                <a:ext cx="5294376" cy="54864"/>
                <a:chOff x="1522413" y="1514475"/>
                <a:chExt cx="10569575" cy="64008"/>
              </a:xfrm>
            </p:grpSpPr>
            <p:sp>
              <p:nvSpPr>
                <p:cNvPr id="919" name="Google Shape;919;p1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0" name="Google Shape;920;p1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1" name="Google Shape;921;p1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2" name="Google Shape;922;p1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3" name="Google Shape;923;p1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4" name="Google Shape;924;p1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5" name="Google Shape;925;p1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6" name="Google Shape;926;p1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7" name="Google Shape;927;p1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8" name="Google Shape;928;p1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29" name="Google Shape;929;p1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0" name="Google Shape;930;p1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1" name="Google Shape;931;p1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2" name="Google Shape;932;p1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3" name="Google Shape;933;p1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4" name="Google Shape;934;p1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5" name="Google Shape;935;p1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6" name="Google Shape;936;p1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7" name="Google Shape;937;p1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8" name="Google Shape;938;p1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39" name="Google Shape;939;p1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0" name="Google Shape;940;p1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1" name="Google Shape;941;p1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2" name="Google Shape;942;p1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3" name="Google Shape;943;p1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4" name="Google Shape;944;p1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5" name="Google Shape;945;p1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6" name="Google Shape;946;p1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7" name="Google Shape;947;p1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8" name="Google Shape;948;p1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49" name="Google Shape;949;p1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0" name="Google Shape;950;p1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1" name="Google Shape;951;p1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2" name="Google Shape;952;p1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3" name="Google Shape;953;p1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4" name="Google Shape;954;p1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5" name="Google Shape;955;p1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6" name="Google Shape;956;p1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7" name="Google Shape;957;p1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8" name="Google Shape;958;p1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59" name="Google Shape;959;p1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0" name="Google Shape;960;p1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1" name="Google Shape;961;p1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2" name="Google Shape;962;p1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3" name="Google Shape;963;p1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4" name="Google Shape;964;p1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5" name="Google Shape;965;p1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6" name="Google Shape;966;p1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7" name="Google Shape;967;p1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8" name="Google Shape;968;p1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69" name="Google Shape;969;p1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0" name="Google Shape;970;p1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1" name="Google Shape;971;p1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2" name="Google Shape;972;p1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3" name="Google Shape;973;p1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4" name="Google Shape;974;p1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5" name="Google Shape;975;p1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6" name="Google Shape;976;p1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7" name="Google Shape;977;p1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8" name="Google Shape;978;p1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79" name="Google Shape;979;p1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0" name="Google Shape;980;p1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1" name="Google Shape;981;p1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2" name="Google Shape;982;p1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3" name="Google Shape;983;p1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4" name="Google Shape;984;p1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5" name="Google Shape;985;p1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6" name="Google Shape;986;p1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7" name="Google Shape;987;p1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8" name="Google Shape;988;p1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89" name="Google Shape;989;p1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0" name="Google Shape;990;p1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1" name="Google Shape;991;p1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2" name="Google Shape;992;p1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grpSp>
            <p:nvGrpSpPr>
              <p:cNvPr id="993" name="Google Shape;993;p17"/>
              <p:cNvGrpSpPr/>
              <p:nvPr/>
            </p:nvGrpSpPr>
            <p:grpSpPr>
              <a:xfrm rot="-5400000" flipH="1">
                <a:off x="6492229" y="2755658"/>
                <a:ext cx="4114800" cy="36576"/>
                <a:chOff x="1522413" y="1514475"/>
                <a:chExt cx="10569575" cy="64008"/>
              </a:xfrm>
            </p:grpSpPr>
            <p:sp>
              <p:nvSpPr>
                <p:cNvPr id="994" name="Google Shape;994;p1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5" name="Google Shape;995;p1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6" name="Google Shape;996;p1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7" name="Google Shape;997;p1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8" name="Google Shape;998;p1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999" name="Google Shape;999;p1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0" name="Google Shape;1000;p1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1" name="Google Shape;1001;p1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2" name="Google Shape;1002;p1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3" name="Google Shape;1003;p1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4" name="Google Shape;1004;p1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5" name="Google Shape;1005;p1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6" name="Google Shape;1006;p1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7" name="Google Shape;1007;p1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8" name="Google Shape;1008;p1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09" name="Google Shape;1009;p1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0" name="Google Shape;1010;p1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1" name="Google Shape;1011;p1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2" name="Google Shape;1012;p1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3" name="Google Shape;1013;p1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4" name="Google Shape;1014;p1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5" name="Google Shape;1015;p1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6" name="Google Shape;1016;p1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7" name="Google Shape;1017;p1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8" name="Google Shape;1018;p1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19" name="Google Shape;1019;p1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0" name="Google Shape;1020;p1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1" name="Google Shape;1021;p1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2" name="Google Shape;1022;p1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3" name="Google Shape;1023;p1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4" name="Google Shape;1024;p1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5" name="Google Shape;1025;p1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6" name="Google Shape;1026;p1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7" name="Google Shape;1027;p1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8" name="Google Shape;1028;p1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29" name="Google Shape;1029;p1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0" name="Google Shape;1030;p1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1" name="Google Shape;1031;p1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2" name="Google Shape;1032;p1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3" name="Google Shape;1033;p1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4" name="Google Shape;1034;p1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5" name="Google Shape;1035;p1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6" name="Google Shape;1036;p1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7" name="Google Shape;1037;p1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8" name="Google Shape;1038;p1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39" name="Google Shape;1039;p1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0" name="Google Shape;1040;p1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1" name="Google Shape;1041;p1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2" name="Google Shape;1042;p1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3" name="Google Shape;1043;p1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4" name="Google Shape;1044;p1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5" name="Google Shape;1045;p1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6" name="Google Shape;1046;p1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7" name="Google Shape;1047;p1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8" name="Google Shape;1048;p1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49" name="Google Shape;1049;p1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0" name="Google Shape;1050;p1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1" name="Google Shape;1051;p1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2" name="Google Shape;1052;p1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3" name="Google Shape;1053;p1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4" name="Google Shape;1054;p1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5" name="Google Shape;1055;p1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6" name="Google Shape;1056;p1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7" name="Google Shape;1057;p1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8" name="Google Shape;1058;p1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59" name="Google Shape;1059;p1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0" name="Google Shape;1060;p1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1" name="Google Shape;1061;p1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2" name="Google Shape;1062;p1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3" name="Google Shape;1063;p1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4" name="Google Shape;1064;p1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5" name="Google Shape;1065;p1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6" name="Google Shape;1066;p1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67" name="Google Shape;1067;p1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grpSp>
        <p:grpSp>
          <p:nvGrpSpPr>
            <p:cNvPr id="1068" name="Google Shape;1068;p17"/>
            <p:cNvGrpSpPr/>
            <p:nvPr/>
          </p:nvGrpSpPr>
          <p:grpSpPr>
            <a:xfrm rot="10800000">
              <a:off x="4417839" y="2091906"/>
              <a:ext cx="5294376" cy="4114800"/>
              <a:chOff x="3310555" y="716546"/>
              <a:chExt cx="5294376" cy="4114800"/>
            </a:xfrm>
          </p:grpSpPr>
          <p:grpSp>
            <p:nvGrpSpPr>
              <p:cNvPr id="1069" name="Google Shape;1069;p17"/>
              <p:cNvGrpSpPr/>
              <p:nvPr/>
            </p:nvGrpSpPr>
            <p:grpSpPr>
              <a:xfrm flipH="1">
                <a:off x="3310555" y="737968"/>
                <a:ext cx="5294376" cy="54864"/>
                <a:chOff x="1522413" y="1514475"/>
                <a:chExt cx="10569575" cy="64008"/>
              </a:xfrm>
            </p:grpSpPr>
            <p:sp>
              <p:nvSpPr>
                <p:cNvPr id="1070" name="Google Shape;1070;p1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1" name="Google Shape;1071;p1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2" name="Google Shape;1072;p1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3" name="Google Shape;1073;p1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4" name="Google Shape;1074;p1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5" name="Google Shape;1075;p1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6" name="Google Shape;1076;p1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7" name="Google Shape;1077;p1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8" name="Google Shape;1078;p1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79" name="Google Shape;1079;p1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0" name="Google Shape;1080;p1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1" name="Google Shape;1081;p1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2" name="Google Shape;1082;p1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3" name="Google Shape;1083;p1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4" name="Google Shape;1084;p1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5" name="Google Shape;1085;p1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6" name="Google Shape;1086;p1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7" name="Google Shape;1087;p1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8" name="Google Shape;1088;p1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89" name="Google Shape;1089;p1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0" name="Google Shape;1090;p1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1" name="Google Shape;1091;p1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2" name="Google Shape;1092;p1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3" name="Google Shape;1093;p1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4" name="Google Shape;1094;p1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5" name="Google Shape;1095;p1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6" name="Google Shape;1096;p1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7" name="Google Shape;1097;p1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8" name="Google Shape;1098;p1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099" name="Google Shape;1099;p1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0" name="Google Shape;1100;p1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1" name="Google Shape;1101;p1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2" name="Google Shape;1102;p1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3" name="Google Shape;1103;p1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4" name="Google Shape;1104;p1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5" name="Google Shape;1105;p1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6" name="Google Shape;1106;p1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7" name="Google Shape;1107;p1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8" name="Google Shape;1108;p1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09" name="Google Shape;1109;p1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0" name="Google Shape;1110;p1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1" name="Google Shape;1111;p1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2" name="Google Shape;1112;p1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3" name="Google Shape;1113;p1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4" name="Google Shape;1114;p1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5" name="Google Shape;1115;p1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6" name="Google Shape;1116;p1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7" name="Google Shape;1117;p1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8" name="Google Shape;1118;p1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19" name="Google Shape;1119;p1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0" name="Google Shape;1120;p1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1" name="Google Shape;1121;p1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2" name="Google Shape;1122;p1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3" name="Google Shape;1123;p1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4" name="Google Shape;1124;p1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5" name="Google Shape;1125;p1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6" name="Google Shape;1126;p1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7" name="Google Shape;1127;p1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8" name="Google Shape;1128;p1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29" name="Google Shape;1129;p1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0" name="Google Shape;1130;p1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1" name="Google Shape;1131;p1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2" name="Google Shape;1132;p1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3" name="Google Shape;1133;p1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4" name="Google Shape;1134;p1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5" name="Google Shape;1135;p1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6" name="Google Shape;1136;p1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7" name="Google Shape;1137;p1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8" name="Google Shape;1138;p1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39" name="Google Shape;1139;p1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0" name="Google Shape;1140;p1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1" name="Google Shape;1141;p1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2" name="Google Shape;1142;p1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3" name="Google Shape;1143;p1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grpSp>
            <p:nvGrpSpPr>
              <p:cNvPr id="1144" name="Google Shape;1144;p17"/>
              <p:cNvGrpSpPr/>
              <p:nvPr/>
            </p:nvGrpSpPr>
            <p:grpSpPr>
              <a:xfrm rot="-5400000" flipH="1">
                <a:off x="6492229" y="2755658"/>
                <a:ext cx="4114800" cy="36576"/>
                <a:chOff x="1522413" y="1514475"/>
                <a:chExt cx="10569575" cy="64008"/>
              </a:xfrm>
            </p:grpSpPr>
            <p:sp>
              <p:nvSpPr>
                <p:cNvPr id="1145" name="Google Shape;1145;p1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6" name="Google Shape;1146;p1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7" name="Google Shape;1147;p1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8" name="Google Shape;1148;p1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49" name="Google Shape;1149;p1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0" name="Google Shape;1150;p1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1" name="Google Shape;1151;p1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2" name="Google Shape;1152;p1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3" name="Google Shape;1153;p1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4" name="Google Shape;1154;p1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5" name="Google Shape;1155;p1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6" name="Google Shape;1156;p1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7" name="Google Shape;1157;p1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8" name="Google Shape;1158;p1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59" name="Google Shape;1159;p1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0" name="Google Shape;1160;p1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1" name="Google Shape;1161;p1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2" name="Google Shape;1162;p1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3" name="Google Shape;1163;p1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4" name="Google Shape;1164;p1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5" name="Google Shape;1165;p1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6" name="Google Shape;1166;p1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7" name="Google Shape;1167;p1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8" name="Google Shape;1168;p1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69" name="Google Shape;1169;p1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0" name="Google Shape;1170;p1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1" name="Google Shape;1171;p1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2" name="Google Shape;1172;p1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3" name="Google Shape;1173;p1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4" name="Google Shape;1174;p1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5" name="Google Shape;1175;p1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6" name="Google Shape;1176;p1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7" name="Google Shape;1177;p1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8" name="Google Shape;1178;p1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79" name="Google Shape;1179;p1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0" name="Google Shape;1180;p1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1" name="Google Shape;1181;p1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2" name="Google Shape;1182;p1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3" name="Google Shape;1183;p1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4" name="Google Shape;1184;p1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5" name="Google Shape;1185;p1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6" name="Google Shape;1186;p1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7" name="Google Shape;1187;p1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8" name="Google Shape;1188;p1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89" name="Google Shape;1189;p1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0" name="Google Shape;1190;p1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1" name="Google Shape;1191;p1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2" name="Google Shape;1192;p1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3" name="Google Shape;1193;p1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4" name="Google Shape;1194;p1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5" name="Google Shape;1195;p1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6" name="Google Shape;1196;p1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7" name="Google Shape;1197;p1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8" name="Google Shape;1198;p1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199" name="Google Shape;1199;p1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0" name="Google Shape;1200;p1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1" name="Google Shape;1201;p1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2" name="Google Shape;1202;p1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3" name="Google Shape;1203;p1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4" name="Google Shape;1204;p1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5" name="Google Shape;1205;p1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6" name="Google Shape;1206;p1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7" name="Google Shape;1207;p1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8" name="Google Shape;1208;p1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09" name="Google Shape;1209;p1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0" name="Google Shape;1210;p1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1" name="Google Shape;1211;p1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2" name="Google Shape;1212;p1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3" name="Google Shape;1213;p1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4" name="Google Shape;1214;p1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5" name="Google Shape;1215;p1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6" name="Google Shape;1216;p1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7" name="Google Shape;1217;p1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18" name="Google Shape;1218;p1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grpSp>
      </p:grpSp>
      <p:sp>
        <p:nvSpPr>
          <p:cNvPr id="1219" name="Google Shape;1219;p17"/>
          <p:cNvSpPr txBox="1">
            <a:spLocks noGrp="1"/>
          </p:cNvSpPr>
          <p:nvPr>
            <p:ph type="body" idx="1"/>
          </p:nvPr>
        </p:nvSpPr>
        <p:spPr>
          <a:xfrm>
            <a:off x="7905959" y="3411748"/>
            <a:ext cx="2743200" cy="27432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200"/>
              </a:spcBef>
              <a:spcAft>
                <a:spcPts val="0"/>
              </a:spcAft>
              <a:buClr>
                <a:schemeClr val="lt1"/>
              </a:buClr>
              <a:buSzPts val="1600"/>
              <a:buNone/>
              <a:defRPr sz="1600"/>
            </a:lvl1pPr>
            <a:lvl2pPr marL="914400" lvl="1" indent="-228600" algn="l">
              <a:lnSpc>
                <a:spcPct val="90000"/>
              </a:lnSpc>
              <a:spcBef>
                <a:spcPts val="600"/>
              </a:spcBef>
              <a:spcAft>
                <a:spcPts val="0"/>
              </a:spcAft>
              <a:buClr>
                <a:schemeClr val="lt1"/>
              </a:buClr>
              <a:buSzPts val="1200"/>
              <a:buNone/>
              <a:defRPr sz="1200"/>
            </a:lvl2pPr>
            <a:lvl3pPr marL="1371600" lvl="2" indent="-228600" algn="l">
              <a:lnSpc>
                <a:spcPct val="90000"/>
              </a:lnSpc>
              <a:spcBef>
                <a:spcPts val="600"/>
              </a:spcBef>
              <a:spcAft>
                <a:spcPts val="0"/>
              </a:spcAft>
              <a:buClr>
                <a:schemeClr val="lt1"/>
              </a:buClr>
              <a:buSzPts val="1000"/>
              <a:buNone/>
              <a:defRPr sz="1000"/>
            </a:lvl3pPr>
            <a:lvl4pPr marL="1828800" lvl="3" indent="-228600" algn="l">
              <a:lnSpc>
                <a:spcPct val="90000"/>
              </a:lnSpc>
              <a:spcBef>
                <a:spcPts val="600"/>
              </a:spcBef>
              <a:spcAft>
                <a:spcPts val="0"/>
              </a:spcAft>
              <a:buClr>
                <a:schemeClr val="lt1"/>
              </a:buClr>
              <a:buSzPts val="900"/>
              <a:buNone/>
              <a:defRPr sz="900"/>
            </a:lvl4pPr>
            <a:lvl5pPr marL="2286000" lvl="4" indent="-228600" algn="l">
              <a:lnSpc>
                <a:spcPct val="90000"/>
              </a:lnSpc>
              <a:spcBef>
                <a:spcPts val="600"/>
              </a:spcBef>
              <a:spcAft>
                <a:spcPts val="0"/>
              </a:spcAft>
              <a:buClr>
                <a:schemeClr val="lt1"/>
              </a:buClr>
              <a:buSzPts val="900"/>
              <a:buNone/>
              <a:defRPr sz="900"/>
            </a:lvl5pPr>
            <a:lvl6pPr marL="2743200" lvl="5" indent="-228600" algn="l">
              <a:lnSpc>
                <a:spcPct val="90000"/>
              </a:lnSpc>
              <a:spcBef>
                <a:spcPts val="600"/>
              </a:spcBef>
              <a:spcAft>
                <a:spcPts val="0"/>
              </a:spcAft>
              <a:buClr>
                <a:schemeClr val="lt1"/>
              </a:buClr>
              <a:buSzPts val="900"/>
              <a:buNone/>
              <a:defRPr sz="900"/>
            </a:lvl6pPr>
            <a:lvl7pPr marL="3200400" lvl="6" indent="-228600" algn="l">
              <a:lnSpc>
                <a:spcPct val="90000"/>
              </a:lnSpc>
              <a:spcBef>
                <a:spcPts val="600"/>
              </a:spcBef>
              <a:spcAft>
                <a:spcPts val="0"/>
              </a:spcAft>
              <a:buClr>
                <a:schemeClr val="lt1"/>
              </a:buClr>
              <a:buSzPts val="900"/>
              <a:buNone/>
              <a:defRPr sz="900"/>
            </a:lvl7pPr>
            <a:lvl8pPr marL="3657600" lvl="7" indent="-228600" algn="l">
              <a:lnSpc>
                <a:spcPct val="90000"/>
              </a:lnSpc>
              <a:spcBef>
                <a:spcPts val="600"/>
              </a:spcBef>
              <a:spcAft>
                <a:spcPts val="0"/>
              </a:spcAft>
              <a:buClr>
                <a:schemeClr val="lt1"/>
              </a:buClr>
              <a:buSzPts val="900"/>
              <a:buNone/>
              <a:defRPr sz="900"/>
            </a:lvl8pPr>
            <a:lvl9pPr marL="4114800" lvl="8" indent="-228600" algn="l">
              <a:lnSpc>
                <a:spcPct val="90000"/>
              </a:lnSpc>
              <a:spcBef>
                <a:spcPts val="600"/>
              </a:spcBef>
              <a:spcAft>
                <a:spcPts val="0"/>
              </a:spcAft>
              <a:buClr>
                <a:schemeClr val="lt1"/>
              </a:buClr>
              <a:buSzPts val="900"/>
              <a:buNone/>
              <a:defRPr sz="900"/>
            </a:lvl9pPr>
          </a:lstStyle>
          <a:p>
            <a:endParaRPr/>
          </a:p>
        </p:txBody>
      </p:sp>
      <p:sp>
        <p:nvSpPr>
          <p:cNvPr id="1220" name="Google Shape;1220;p17"/>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1" name="Google Shape;1221;p17"/>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2" name="Google Shape;1222;p17"/>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23"/>
        <p:cNvGrpSpPr/>
        <p:nvPr/>
      </p:nvGrpSpPr>
      <p:grpSpPr>
        <a:xfrm>
          <a:off x="0" y="0"/>
          <a:ext cx="0" cy="0"/>
          <a:chOff x="0" y="0"/>
          <a:chExt cx="0" cy="0"/>
        </a:xfrm>
      </p:grpSpPr>
      <p:sp>
        <p:nvSpPr>
          <p:cNvPr id="1224" name="Google Shape;1224;p18"/>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25" name="Google Shape;1225;p18" descr="Line graphic"/>
          <p:cNvGrpSpPr/>
          <p:nvPr/>
        </p:nvGrpSpPr>
        <p:grpSpPr>
          <a:xfrm>
            <a:off x="1522413" y="1514475"/>
            <a:ext cx="10569575" cy="64008"/>
            <a:chOff x="1522413" y="1514475"/>
            <a:chExt cx="10569575" cy="64008"/>
          </a:xfrm>
        </p:grpSpPr>
        <p:sp>
          <p:nvSpPr>
            <p:cNvPr id="1226" name="Google Shape;1226;p18"/>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27" name="Google Shape;1227;p18"/>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28" name="Google Shape;1228;p18"/>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29" name="Google Shape;1229;p18"/>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0" name="Google Shape;1230;p18"/>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1" name="Google Shape;1231;p18"/>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2" name="Google Shape;1232;p18"/>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3" name="Google Shape;1233;p18"/>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4" name="Google Shape;1234;p18"/>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5" name="Google Shape;1235;p18"/>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6" name="Google Shape;1236;p18"/>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7" name="Google Shape;1237;p18"/>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8" name="Google Shape;1238;p18"/>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39" name="Google Shape;1239;p18"/>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0" name="Google Shape;1240;p18"/>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1" name="Google Shape;1241;p18"/>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2" name="Google Shape;1242;p18"/>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3" name="Google Shape;1243;p18"/>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4" name="Google Shape;1244;p18"/>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5" name="Google Shape;1245;p18"/>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6" name="Google Shape;1246;p18"/>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7" name="Google Shape;1247;p18"/>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8" name="Google Shape;1248;p18"/>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49" name="Google Shape;1249;p18"/>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0" name="Google Shape;1250;p18"/>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1" name="Google Shape;1251;p18"/>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2" name="Google Shape;1252;p18"/>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3" name="Google Shape;1253;p18"/>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4" name="Google Shape;1254;p18"/>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5" name="Google Shape;1255;p18"/>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6" name="Google Shape;1256;p18"/>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7" name="Google Shape;1257;p18"/>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8" name="Google Shape;1258;p18"/>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59" name="Google Shape;1259;p18"/>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0" name="Google Shape;1260;p18"/>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1" name="Google Shape;1261;p18"/>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2" name="Google Shape;1262;p18"/>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3" name="Google Shape;1263;p18"/>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4" name="Google Shape;1264;p18"/>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5" name="Google Shape;1265;p18"/>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6" name="Google Shape;1266;p18"/>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7" name="Google Shape;1267;p18"/>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8" name="Google Shape;1268;p18"/>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69" name="Google Shape;1269;p18"/>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0" name="Google Shape;1270;p18"/>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1" name="Google Shape;1271;p18"/>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2" name="Google Shape;1272;p18"/>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3" name="Google Shape;1273;p18"/>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4" name="Google Shape;1274;p18"/>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5" name="Google Shape;1275;p18"/>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6" name="Google Shape;1276;p18"/>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7" name="Google Shape;1277;p18"/>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8" name="Google Shape;1278;p18"/>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79" name="Google Shape;1279;p18"/>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0" name="Google Shape;1280;p18"/>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1" name="Google Shape;1281;p18"/>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2" name="Google Shape;1282;p18"/>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3" name="Google Shape;1283;p18"/>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4" name="Google Shape;1284;p18"/>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5" name="Google Shape;1285;p18"/>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6" name="Google Shape;1286;p18"/>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7" name="Google Shape;1287;p18"/>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8" name="Google Shape;1288;p18"/>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89" name="Google Shape;1289;p18"/>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0" name="Google Shape;1290;p18"/>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1" name="Google Shape;1291;p18"/>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2" name="Google Shape;1292;p18"/>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3" name="Google Shape;1293;p18"/>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4" name="Google Shape;1294;p18"/>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5" name="Google Shape;1295;p18"/>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6" name="Google Shape;1296;p18"/>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7" name="Google Shape;1297;p18"/>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8" name="Google Shape;1298;p18"/>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299" name="Google Shape;1299;p18"/>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sp>
        <p:nvSpPr>
          <p:cNvPr id="1300" name="Google Shape;1300;p18"/>
          <p:cNvSpPr txBox="1">
            <a:spLocks noGrp="1"/>
          </p:cNvSpPr>
          <p:nvPr>
            <p:ph type="body" idx="1"/>
          </p:nvPr>
        </p:nvSpPr>
        <p:spPr>
          <a:xfrm rot="5400000">
            <a:off x="3960814" y="-533400"/>
            <a:ext cx="4267200" cy="9144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lt1"/>
              </a:buClr>
              <a:buSzPts val="1800"/>
              <a:buChar char="▪"/>
              <a:defRPr/>
            </a:lvl1pPr>
            <a:lvl2pPr marL="914400" lvl="1" indent="-342900" algn="l">
              <a:lnSpc>
                <a:spcPct val="90000"/>
              </a:lnSpc>
              <a:spcBef>
                <a:spcPts val="600"/>
              </a:spcBef>
              <a:spcAft>
                <a:spcPts val="0"/>
              </a:spcAft>
              <a:buClr>
                <a:schemeClr val="lt1"/>
              </a:buClr>
              <a:buSzPts val="1800"/>
              <a:buChar char="–"/>
              <a:defRPr/>
            </a:lvl2pPr>
            <a:lvl3pPr marL="1371600" lvl="2" indent="-342900" algn="l">
              <a:lnSpc>
                <a:spcPct val="90000"/>
              </a:lnSpc>
              <a:spcBef>
                <a:spcPts val="600"/>
              </a:spcBef>
              <a:spcAft>
                <a:spcPts val="0"/>
              </a:spcAft>
              <a:buClr>
                <a:schemeClr val="lt1"/>
              </a:buClr>
              <a:buSzPts val="1800"/>
              <a:buChar char="▪"/>
              <a:defRPr/>
            </a:lvl3pPr>
            <a:lvl4pPr marL="1828800" lvl="3" indent="-342900" algn="l">
              <a:lnSpc>
                <a:spcPct val="90000"/>
              </a:lnSpc>
              <a:spcBef>
                <a:spcPts val="600"/>
              </a:spcBef>
              <a:spcAft>
                <a:spcPts val="0"/>
              </a:spcAft>
              <a:buClr>
                <a:schemeClr val="lt1"/>
              </a:buClr>
              <a:buSzPts val="1800"/>
              <a:buChar char="–"/>
              <a:defRPr/>
            </a:lvl4pPr>
            <a:lvl5pPr marL="2286000" lvl="4" indent="-330200" algn="l">
              <a:lnSpc>
                <a:spcPct val="90000"/>
              </a:lnSpc>
              <a:spcBef>
                <a:spcPts val="600"/>
              </a:spcBef>
              <a:spcAft>
                <a:spcPts val="0"/>
              </a:spcAft>
              <a:buClr>
                <a:schemeClr val="lt1"/>
              </a:buClr>
              <a:buSzPts val="1600"/>
              <a:buChar char="▪"/>
              <a:defRPr/>
            </a:lvl5pPr>
            <a:lvl6pPr marL="2743200" lvl="5" indent="-330200" algn="l">
              <a:lnSpc>
                <a:spcPct val="90000"/>
              </a:lnSpc>
              <a:spcBef>
                <a:spcPts val="600"/>
              </a:spcBef>
              <a:spcAft>
                <a:spcPts val="0"/>
              </a:spcAft>
              <a:buClr>
                <a:schemeClr val="lt1"/>
              </a:buClr>
              <a:buSzPts val="1600"/>
              <a:buChar char="–"/>
              <a:defRPr/>
            </a:lvl6pPr>
            <a:lvl7pPr marL="3200400" lvl="6" indent="-330200" algn="l">
              <a:lnSpc>
                <a:spcPct val="90000"/>
              </a:lnSpc>
              <a:spcBef>
                <a:spcPts val="600"/>
              </a:spcBef>
              <a:spcAft>
                <a:spcPts val="0"/>
              </a:spcAft>
              <a:buClr>
                <a:schemeClr val="lt1"/>
              </a:buClr>
              <a:buSzPts val="1600"/>
              <a:buChar char="▪"/>
              <a:defRPr/>
            </a:lvl7pPr>
            <a:lvl8pPr marL="3657600" lvl="7" indent="-330200" algn="l">
              <a:lnSpc>
                <a:spcPct val="90000"/>
              </a:lnSpc>
              <a:spcBef>
                <a:spcPts val="600"/>
              </a:spcBef>
              <a:spcAft>
                <a:spcPts val="0"/>
              </a:spcAft>
              <a:buClr>
                <a:schemeClr val="lt1"/>
              </a:buClr>
              <a:buSzPts val="1600"/>
              <a:buChar char="–"/>
              <a:defRPr/>
            </a:lvl8pPr>
            <a:lvl9pPr marL="4114800" lvl="8" indent="-330200" algn="l">
              <a:lnSpc>
                <a:spcPct val="90000"/>
              </a:lnSpc>
              <a:spcBef>
                <a:spcPts val="600"/>
              </a:spcBef>
              <a:spcAft>
                <a:spcPts val="0"/>
              </a:spcAft>
              <a:buClr>
                <a:schemeClr val="lt1"/>
              </a:buClr>
              <a:buSzPts val="1600"/>
              <a:buChar char="▪"/>
              <a:defRPr/>
            </a:lvl9pPr>
          </a:lstStyle>
          <a:p>
            <a:endParaRPr/>
          </a:p>
        </p:txBody>
      </p:sp>
      <p:sp>
        <p:nvSpPr>
          <p:cNvPr id="1301" name="Google Shape;1301;p18"/>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2" name="Google Shape;1302;p18"/>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3" name="Google Shape;1303;p18"/>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04"/>
        <p:cNvGrpSpPr/>
        <p:nvPr/>
      </p:nvGrpSpPr>
      <p:grpSpPr>
        <a:xfrm>
          <a:off x="0" y="0"/>
          <a:ext cx="0" cy="0"/>
          <a:chOff x="0" y="0"/>
          <a:chExt cx="0" cy="0"/>
        </a:xfrm>
      </p:grpSpPr>
      <p:sp>
        <p:nvSpPr>
          <p:cNvPr id="1305" name="Google Shape;1305;p19"/>
          <p:cNvSpPr txBox="1">
            <a:spLocks noGrp="1"/>
          </p:cNvSpPr>
          <p:nvPr>
            <p:ph type="title"/>
          </p:nvPr>
        </p:nvSpPr>
        <p:spPr>
          <a:xfrm rot="5400000">
            <a:off x="8096539" y="2539713"/>
            <a:ext cx="5901747" cy="1371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306" name="Google Shape;1306;p19" descr="Line graphic"/>
          <p:cNvGrpSpPr/>
          <p:nvPr/>
        </p:nvGrpSpPr>
        <p:grpSpPr>
          <a:xfrm rot="5400000">
            <a:off x="6864412" y="3472598"/>
            <a:ext cx="6492240" cy="64008"/>
            <a:chOff x="1522413" y="1514475"/>
            <a:chExt cx="10569575" cy="64008"/>
          </a:xfrm>
        </p:grpSpPr>
        <p:sp>
          <p:nvSpPr>
            <p:cNvPr id="1307" name="Google Shape;1307;p19"/>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08" name="Google Shape;1308;p19"/>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09" name="Google Shape;1309;p19"/>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0" name="Google Shape;1310;p19"/>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1" name="Google Shape;1311;p19"/>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2" name="Google Shape;1312;p19"/>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3" name="Google Shape;1313;p19"/>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4" name="Google Shape;1314;p19"/>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5" name="Google Shape;1315;p19"/>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6" name="Google Shape;1316;p19"/>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7" name="Google Shape;1317;p19"/>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8" name="Google Shape;1318;p19"/>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19" name="Google Shape;1319;p19"/>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0" name="Google Shape;1320;p19"/>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1" name="Google Shape;1321;p19"/>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2" name="Google Shape;1322;p19"/>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3" name="Google Shape;1323;p19"/>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4" name="Google Shape;1324;p19"/>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5" name="Google Shape;1325;p19"/>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6" name="Google Shape;1326;p19"/>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7" name="Google Shape;1327;p19"/>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8" name="Google Shape;1328;p19"/>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29" name="Google Shape;1329;p19"/>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0" name="Google Shape;1330;p19"/>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1" name="Google Shape;1331;p19"/>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2" name="Google Shape;1332;p19"/>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3" name="Google Shape;1333;p19"/>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4" name="Google Shape;1334;p19"/>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5" name="Google Shape;1335;p19"/>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6" name="Google Shape;1336;p19"/>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7" name="Google Shape;1337;p19"/>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8" name="Google Shape;1338;p19"/>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39" name="Google Shape;1339;p19"/>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0" name="Google Shape;1340;p19"/>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1" name="Google Shape;1341;p19"/>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2" name="Google Shape;1342;p19"/>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3" name="Google Shape;1343;p19"/>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4" name="Google Shape;1344;p19"/>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5" name="Google Shape;1345;p19"/>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6" name="Google Shape;1346;p19"/>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7" name="Google Shape;1347;p19"/>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8" name="Google Shape;1348;p19"/>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49" name="Google Shape;1349;p19"/>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0" name="Google Shape;1350;p19"/>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1" name="Google Shape;1351;p19"/>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2" name="Google Shape;1352;p19"/>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3" name="Google Shape;1353;p19"/>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4" name="Google Shape;1354;p19"/>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5" name="Google Shape;1355;p19"/>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6" name="Google Shape;1356;p19"/>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7" name="Google Shape;1357;p19"/>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8" name="Google Shape;1358;p19"/>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59" name="Google Shape;1359;p19"/>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0" name="Google Shape;1360;p19"/>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1" name="Google Shape;1361;p19"/>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2" name="Google Shape;1362;p19"/>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3" name="Google Shape;1363;p19"/>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4" name="Google Shape;1364;p19"/>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5" name="Google Shape;1365;p19"/>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6" name="Google Shape;1366;p19"/>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7" name="Google Shape;1367;p19"/>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8" name="Google Shape;1368;p19"/>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69" name="Google Shape;1369;p19"/>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0" name="Google Shape;1370;p19"/>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1" name="Google Shape;1371;p19"/>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2" name="Google Shape;1372;p19"/>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3" name="Google Shape;1373;p19"/>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4" name="Google Shape;1374;p19"/>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5" name="Google Shape;1375;p19"/>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6" name="Google Shape;1376;p19"/>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7" name="Google Shape;1377;p19"/>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8" name="Google Shape;1378;p19"/>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79" name="Google Shape;1379;p19"/>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80" name="Google Shape;1380;p19"/>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grpSp>
      <p:sp>
        <p:nvSpPr>
          <p:cNvPr id="1381" name="Google Shape;1381;p19"/>
          <p:cNvSpPr txBox="1">
            <a:spLocks noGrp="1"/>
          </p:cNvSpPr>
          <p:nvPr>
            <p:ph type="body" idx="1"/>
          </p:nvPr>
        </p:nvSpPr>
        <p:spPr>
          <a:xfrm rot="5400000">
            <a:off x="2230726" y="-1344901"/>
            <a:ext cx="5898573" cy="91440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800"/>
              </a:spcBef>
              <a:spcAft>
                <a:spcPts val="0"/>
              </a:spcAft>
              <a:buClr>
                <a:schemeClr val="lt1"/>
              </a:buClr>
              <a:buSzPts val="1800"/>
              <a:buChar char="▪"/>
              <a:defRPr/>
            </a:lvl1pPr>
            <a:lvl2pPr marL="914400" lvl="1" indent="-342900" algn="l">
              <a:lnSpc>
                <a:spcPct val="90000"/>
              </a:lnSpc>
              <a:spcBef>
                <a:spcPts val="600"/>
              </a:spcBef>
              <a:spcAft>
                <a:spcPts val="0"/>
              </a:spcAft>
              <a:buClr>
                <a:schemeClr val="lt1"/>
              </a:buClr>
              <a:buSzPts val="1800"/>
              <a:buChar char="–"/>
              <a:defRPr/>
            </a:lvl2pPr>
            <a:lvl3pPr marL="1371600" lvl="2" indent="-342900" algn="l">
              <a:lnSpc>
                <a:spcPct val="90000"/>
              </a:lnSpc>
              <a:spcBef>
                <a:spcPts val="600"/>
              </a:spcBef>
              <a:spcAft>
                <a:spcPts val="0"/>
              </a:spcAft>
              <a:buClr>
                <a:schemeClr val="lt1"/>
              </a:buClr>
              <a:buSzPts val="1800"/>
              <a:buChar char="▪"/>
              <a:defRPr/>
            </a:lvl3pPr>
            <a:lvl4pPr marL="1828800" lvl="3" indent="-342900" algn="l">
              <a:lnSpc>
                <a:spcPct val="90000"/>
              </a:lnSpc>
              <a:spcBef>
                <a:spcPts val="600"/>
              </a:spcBef>
              <a:spcAft>
                <a:spcPts val="0"/>
              </a:spcAft>
              <a:buClr>
                <a:schemeClr val="lt1"/>
              </a:buClr>
              <a:buSzPts val="1800"/>
              <a:buChar char="–"/>
              <a:defRPr/>
            </a:lvl4pPr>
            <a:lvl5pPr marL="2286000" lvl="4" indent="-330200" algn="l">
              <a:lnSpc>
                <a:spcPct val="90000"/>
              </a:lnSpc>
              <a:spcBef>
                <a:spcPts val="600"/>
              </a:spcBef>
              <a:spcAft>
                <a:spcPts val="0"/>
              </a:spcAft>
              <a:buClr>
                <a:schemeClr val="lt1"/>
              </a:buClr>
              <a:buSzPts val="1600"/>
              <a:buChar char="▪"/>
              <a:defRPr/>
            </a:lvl5pPr>
            <a:lvl6pPr marL="2743200" lvl="5" indent="-228600" algn="l">
              <a:lnSpc>
                <a:spcPct val="90000"/>
              </a:lnSpc>
              <a:spcBef>
                <a:spcPts val="600"/>
              </a:spcBef>
              <a:spcAft>
                <a:spcPts val="0"/>
              </a:spcAft>
              <a:buClr>
                <a:schemeClr val="lt1"/>
              </a:buClr>
              <a:buSzPts val="1600"/>
              <a:buNone/>
              <a:defRPr/>
            </a:lvl6pPr>
            <a:lvl7pPr marL="3200400" lvl="6" indent="-330200" algn="l">
              <a:lnSpc>
                <a:spcPct val="90000"/>
              </a:lnSpc>
              <a:spcBef>
                <a:spcPts val="600"/>
              </a:spcBef>
              <a:spcAft>
                <a:spcPts val="0"/>
              </a:spcAft>
              <a:buClr>
                <a:schemeClr val="lt1"/>
              </a:buClr>
              <a:buSzPts val="1600"/>
              <a:buChar char="▪"/>
              <a:defRPr/>
            </a:lvl7pPr>
            <a:lvl8pPr marL="3657600" lvl="7" indent="-330200" algn="l">
              <a:lnSpc>
                <a:spcPct val="90000"/>
              </a:lnSpc>
              <a:spcBef>
                <a:spcPts val="600"/>
              </a:spcBef>
              <a:spcAft>
                <a:spcPts val="0"/>
              </a:spcAft>
              <a:buClr>
                <a:schemeClr val="lt1"/>
              </a:buClr>
              <a:buSzPts val="1600"/>
              <a:buChar char="–"/>
              <a:defRPr/>
            </a:lvl8pPr>
            <a:lvl9pPr marL="4114800" lvl="8" indent="-330200" algn="l">
              <a:lnSpc>
                <a:spcPct val="90000"/>
              </a:lnSpc>
              <a:spcBef>
                <a:spcPts val="600"/>
              </a:spcBef>
              <a:spcAft>
                <a:spcPts val="0"/>
              </a:spcAft>
              <a:buClr>
                <a:schemeClr val="lt1"/>
              </a:buClr>
              <a:buSzPts val="1600"/>
              <a:buChar char="▪"/>
              <a:defRPr/>
            </a:lvl9pPr>
          </a:lstStyle>
          <a:p>
            <a:endParaRPr/>
          </a:p>
        </p:txBody>
      </p:sp>
      <p:sp>
        <p:nvSpPr>
          <p:cNvPr id="1382" name="Google Shape;1382;p19"/>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3" name="Google Shape;1383;p19"/>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4" name="Google Shape;1384;p19"/>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lt1"/>
              </a:buClr>
              <a:buSzPts val="3200"/>
              <a:buFont typeface="Consolas"/>
              <a:buNone/>
              <a:defRPr sz="3200" b="0" i="0" u="none" strike="noStrike" cap="none">
                <a:solidFill>
                  <a:schemeClr val="lt1"/>
                </a:solidFill>
                <a:latin typeface="Consolas"/>
                <a:ea typeface="Consolas"/>
                <a:cs typeface="Consolas"/>
                <a:sym typeface="Consola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800"/>
              </a:spcBef>
              <a:spcAft>
                <a:spcPts val="0"/>
              </a:spcAft>
              <a:buClr>
                <a:schemeClr val="lt1"/>
              </a:buClr>
              <a:buSzPts val="2400"/>
              <a:buFont typeface="Arial"/>
              <a:buChar char="▪"/>
              <a:defRPr sz="2400" b="0" i="0" u="none" strike="noStrike" cap="none">
                <a:solidFill>
                  <a:schemeClr val="lt1"/>
                </a:solidFill>
                <a:latin typeface="Corbel"/>
                <a:ea typeface="Corbel"/>
                <a:cs typeface="Corbel"/>
                <a:sym typeface="Corbel"/>
              </a:defRPr>
            </a:lvl1pPr>
            <a:lvl2pPr marL="914400" marR="0" lvl="1" indent="-355600" algn="l" rtl="0">
              <a:lnSpc>
                <a:spcPct val="90000"/>
              </a:lnSpc>
              <a:spcBef>
                <a:spcPts val="600"/>
              </a:spcBef>
              <a:spcAft>
                <a:spcPts val="0"/>
              </a:spcAft>
              <a:buClr>
                <a:schemeClr val="lt1"/>
              </a:buClr>
              <a:buSzPts val="2000"/>
              <a:buFont typeface="Consolas"/>
              <a:buChar char="–"/>
              <a:defRPr sz="2000" b="0" i="0" u="none" strike="noStrike" cap="none">
                <a:solidFill>
                  <a:schemeClr val="lt1"/>
                </a:solidFill>
                <a:latin typeface="Corbel"/>
                <a:ea typeface="Corbel"/>
                <a:cs typeface="Corbel"/>
                <a:sym typeface="Corbel"/>
              </a:defRPr>
            </a:lvl2pPr>
            <a:lvl3pPr marL="1371600" marR="0" lvl="2" indent="-342900" algn="l" rtl="0">
              <a:lnSpc>
                <a:spcPct val="90000"/>
              </a:lnSpc>
              <a:spcBef>
                <a:spcPts val="600"/>
              </a:spcBef>
              <a:spcAft>
                <a:spcPts val="0"/>
              </a:spcAft>
              <a:buClr>
                <a:schemeClr val="lt1"/>
              </a:buClr>
              <a:buSzPts val="1800"/>
              <a:buFont typeface="Arial"/>
              <a:buChar char="▪"/>
              <a:defRPr sz="1800" b="0" i="0" u="none" strike="noStrike" cap="none">
                <a:solidFill>
                  <a:schemeClr val="lt1"/>
                </a:solidFill>
                <a:latin typeface="Corbel"/>
                <a:ea typeface="Corbel"/>
                <a:cs typeface="Corbel"/>
                <a:sym typeface="Corbel"/>
              </a:defRPr>
            </a:lvl3pPr>
            <a:lvl4pPr marL="1828800" marR="0" lvl="3" indent="-330200" algn="l" rtl="0">
              <a:lnSpc>
                <a:spcPct val="90000"/>
              </a:lnSpc>
              <a:spcBef>
                <a:spcPts val="600"/>
              </a:spcBef>
              <a:spcAft>
                <a:spcPts val="0"/>
              </a:spcAft>
              <a:buClr>
                <a:schemeClr val="lt1"/>
              </a:buClr>
              <a:buSzPts val="1600"/>
              <a:buFont typeface="Consolas"/>
              <a:buChar char="–"/>
              <a:defRPr sz="1600" b="0" i="0" u="none" strike="noStrike" cap="none">
                <a:solidFill>
                  <a:schemeClr val="lt1"/>
                </a:solidFill>
                <a:latin typeface="Corbel"/>
                <a:ea typeface="Corbel"/>
                <a:cs typeface="Corbel"/>
                <a:sym typeface="Corbel"/>
              </a:defRPr>
            </a:lvl4pPr>
            <a:lvl5pPr marL="2286000" marR="0" lvl="4" indent="-330200" algn="l" rtl="0">
              <a:lnSpc>
                <a:spcPct val="90000"/>
              </a:lnSpc>
              <a:spcBef>
                <a:spcPts val="600"/>
              </a:spcBef>
              <a:spcAft>
                <a:spcPts val="0"/>
              </a:spcAft>
              <a:buClr>
                <a:schemeClr val="lt1"/>
              </a:buClr>
              <a:buSzPts val="1600"/>
              <a:buFont typeface="Arial"/>
              <a:buChar char="▪"/>
              <a:defRPr sz="1600" b="0" i="0" u="none" strike="noStrike" cap="none">
                <a:solidFill>
                  <a:schemeClr val="lt1"/>
                </a:solidFill>
                <a:latin typeface="Corbel"/>
                <a:ea typeface="Corbel"/>
                <a:cs typeface="Corbel"/>
                <a:sym typeface="Corbel"/>
              </a:defRPr>
            </a:lvl5pPr>
            <a:lvl6pPr marL="2743200" marR="0" lvl="5" indent="-330200" algn="l" rtl="0">
              <a:lnSpc>
                <a:spcPct val="90000"/>
              </a:lnSpc>
              <a:spcBef>
                <a:spcPts val="600"/>
              </a:spcBef>
              <a:spcAft>
                <a:spcPts val="0"/>
              </a:spcAft>
              <a:buClr>
                <a:schemeClr val="lt1"/>
              </a:buClr>
              <a:buSzPts val="1600"/>
              <a:buFont typeface="Consolas"/>
              <a:buChar char="–"/>
              <a:defRPr sz="1600" b="0" i="0" u="none" strike="noStrike" cap="none">
                <a:solidFill>
                  <a:schemeClr val="lt1"/>
                </a:solidFill>
                <a:latin typeface="Corbel"/>
                <a:ea typeface="Corbel"/>
                <a:cs typeface="Corbel"/>
                <a:sym typeface="Corbel"/>
              </a:defRPr>
            </a:lvl6pPr>
            <a:lvl7pPr marL="3200400" marR="0" lvl="6" indent="-330200" algn="l" rtl="0">
              <a:lnSpc>
                <a:spcPct val="90000"/>
              </a:lnSpc>
              <a:spcBef>
                <a:spcPts val="600"/>
              </a:spcBef>
              <a:spcAft>
                <a:spcPts val="0"/>
              </a:spcAft>
              <a:buClr>
                <a:schemeClr val="lt1"/>
              </a:buClr>
              <a:buSzPts val="1600"/>
              <a:buFont typeface="Arial"/>
              <a:buChar char="▪"/>
              <a:defRPr sz="1600" b="0" i="0" u="none" strike="noStrike" cap="none">
                <a:solidFill>
                  <a:schemeClr val="lt1"/>
                </a:solidFill>
                <a:latin typeface="Corbel"/>
                <a:ea typeface="Corbel"/>
                <a:cs typeface="Corbel"/>
                <a:sym typeface="Corbel"/>
              </a:defRPr>
            </a:lvl7pPr>
            <a:lvl8pPr marL="3657600" marR="0" lvl="7" indent="-330200" algn="l" rtl="0">
              <a:lnSpc>
                <a:spcPct val="90000"/>
              </a:lnSpc>
              <a:spcBef>
                <a:spcPts val="600"/>
              </a:spcBef>
              <a:spcAft>
                <a:spcPts val="0"/>
              </a:spcAft>
              <a:buClr>
                <a:schemeClr val="lt1"/>
              </a:buClr>
              <a:buSzPts val="1600"/>
              <a:buFont typeface="Consolas"/>
              <a:buChar char="–"/>
              <a:defRPr sz="1600" b="0" i="0" u="none" strike="noStrike" cap="none">
                <a:solidFill>
                  <a:schemeClr val="lt1"/>
                </a:solidFill>
                <a:latin typeface="Corbel"/>
                <a:ea typeface="Corbel"/>
                <a:cs typeface="Corbel"/>
                <a:sym typeface="Corbel"/>
              </a:defRPr>
            </a:lvl8pPr>
            <a:lvl9pPr marL="4114800" marR="0" lvl="8" indent="-330200" algn="l" rtl="0">
              <a:lnSpc>
                <a:spcPct val="90000"/>
              </a:lnSpc>
              <a:spcBef>
                <a:spcPts val="600"/>
              </a:spcBef>
              <a:spcAft>
                <a:spcPts val="0"/>
              </a:spcAft>
              <a:buClr>
                <a:schemeClr val="lt1"/>
              </a:buClr>
              <a:buSzPts val="1600"/>
              <a:buFont typeface="Arial"/>
              <a:buChar char="▪"/>
              <a:defRPr sz="1600" b="0" i="0" u="none" strike="noStrike" cap="none">
                <a:solidFill>
                  <a:schemeClr val="lt1"/>
                </a:solidFill>
                <a:latin typeface="Corbel"/>
                <a:ea typeface="Corbel"/>
                <a:cs typeface="Corbel"/>
                <a:sym typeface="Corbel"/>
              </a:defRPr>
            </a:lvl9pPr>
          </a:lstStyle>
          <a:p>
            <a:endParaRPr/>
          </a:p>
        </p:txBody>
      </p:sp>
      <p:sp>
        <p:nvSpPr>
          <p:cNvPr id="12" name="Google Shape;12;p8"/>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lt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lt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lt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lt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lt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lt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lt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lt1"/>
                </a:solidFill>
                <a:latin typeface="Corbel"/>
                <a:ea typeface="Corbel"/>
                <a:cs typeface="Corbel"/>
                <a:sym typeface="Corbel"/>
              </a:defRPr>
            </a:lvl9pPr>
          </a:lstStyle>
          <a:p>
            <a:endParaRPr/>
          </a:p>
        </p:txBody>
      </p:sp>
      <p:sp>
        <p:nvSpPr>
          <p:cNvPr id="13" name="Google Shape;13;p8"/>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chemeClr val="l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lt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lt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lt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lt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lt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lt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lt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lt1"/>
                </a:solidFill>
                <a:latin typeface="Corbel"/>
                <a:ea typeface="Corbel"/>
                <a:cs typeface="Corbel"/>
                <a:sym typeface="Corbel"/>
              </a:defRPr>
            </a:lvl9pPr>
          </a:lstStyle>
          <a:p>
            <a:endParaRPr/>
          </a:p>
        </p:txBody>
      </p:sp>
      <p:sp>
        <p:nvSpPr>
          <p:cNvPr id="14" name="Google Shape;14;p8"/>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orbel"/>
                <a:ea typeface="Corbel"/>
                <a:cs typeface="Corbel"/>
                <a:sym typeface="Corbel"/>
              </a:defRPr>
            </a:lvl1pPr>
            <a:lvl2pPr marL="0" marR="0" lvl="1" indent="0" algn="r" rtl="0">
              <a:spcBef>
                <a:spcPts val="0"/>
              </a:spcBef>
              <a:buNone/>
              <a:defRPr sz="1200" b="0" i="0" u="none" strike="noStrike" cap="none">
                <a:solidFill>
                  <a:schemeClr val="lt1"/>
                </a:solidFill>
                <a:latin typeface="Corbel"/>
                <a:ea typeface="Corbel"/>
                <a:cs typeface="Corbel"/>
                <a:sym typeface="Corbel"/>
              </a:defRPr>
            </a:lvl2pPr>
            <a:lvl3pPr marL="0" marR="0" lvl="2" indent="0" algn="r" rtl="0">
              <a:spcBef>
                <a:spcPts val="0"/>
              </a:spcBef>
              <a:buNone/>
              <a:defRPr sz="1200" b="0" i="0" u="none" strike="noStrike" cap="none">
                <a:solidFill>
                  <a:schemeClr val="lt1"/>
                </a:solidFill>
                <a:latin typeface="Corbel"/>
                <a:ea typeface="Corbel"/>
                <a:cs typeface="Corbel"/>
                <a:sym typeface="Corbel"/>
              </a:defRPr>
            </a:lvl3pPr>
            <a:lvl4pPr marL="0" marR="0" lvl="3" indent="0" algn="r" rtl="0">
              <a:spcBef>
                <a:spcPts val="0"/>
              </a:spcBef>
              <a:buNone/>
              <a:defRPr sz="1200" b="0" i="0" u="none" strike="noStrike" cap="none">
                <a:solidFill>
                  <a:schemeClr val="lt1"/>
                </a:solidFill>
                <a:latin typeface="Corbel"/>
                <a:ea typeface="Corbel"/>
                <a:cs typeface="Corbel"/>
                <a:sym typeface="Corbel"/>
              </a:defRPr>
            </a:lvl4pPr>
            <a:lvl5pPr marL="0" marR="0" lvl="4" indent="0" algn="r" rtl="0">
              <a:spcBef>
                <a:spcPts val="0"/>
              </a:spcBef>
              <a:buNone/>
              <a:defRPr sz="1200" b="0" i="0" u="none" strike="noStrike" cap="none">
                <a:solidFill>
                  <a:schemeClr val="lt1"/>
                </a:solidFill>
                <a:latin typeface="Corbel"/>
                <a:ea typeface="Corbel"/>
                <a:cs typeface="Corbel"/>
                <a:sym typeface="Corbel"/>
              </a:defRPr>
            </a:lvl5pPr>
            <a:lvl6pPr marL="0" marR="0" lvl="5" indent="0" algn="r" rtl="0">
              <a:spcBef>
                <a:spcPts val="0"/>
              </a:spcBef>
              <a:buNone/>
              <a:defRPr sz="1200" b="0" i="0" u="none" strike="noStrike" cap="none">
                <a:solidFill>
                  <a:schemeClr val="lt1"/>
                </a:solidFill>
                <a:latin typeface="Corbel"/>
                <a:ea typeface="Corbel"/>
                <a:cs typeface="Corbel"/>
                <a:sym typeface="Corbel"/>
              </a:defRPr>
            </a:lvl6pPr>
            <a:lvl7pPr marL="0" marR="0" lvl="6" indent="0" algn="r" rtl="0">
              <a:spcBef>
                <a:spcPts val="0"/>
              </a:spcBef>
              <a:buNone/>
              <a:defRPr sz="1200" b="0" i="0" u="none" strike="noStrike" cap="none">
                <a:solidFill>
                  <a:schemeClr val="lt1"/>
                </a:solidFill>
                <a:latin typeface="Corbel"/>
                <a:ea typeface="Corbel"/>
                <a:cs typeface="Corbel"/>
                <a:sym typeface="Corbel"/>
              </a:defRPr>
            </a:lvl7pPr>
            <a:lvl8pPr marL="0" marR="0" lvl="7" indent="0" algn="r" rtl="0">
              <a:spcBef>
                <a:spcPts val="0"/>
              </a:spcBef>
              <a:buNone/>
              <a:defRPr sz="1200" b="0" i="0" u="none" strike="noStrike" cap="none">
                <a:solidFill>
                  <a:schemeClr val="lt1"/>
                </a:solidFill>
                <a:latin typeface="Corbel"/>
                <a:ea typeface="Corbel"/>
                <a:cs typeface="Corbel"/>
                <a:sym typeface="Corbel"/>
              </a:defRPr>
            </a:lvl8pPr>
            <a:lvl9pPr marL="0" marR="0" lvl="8" indent="0" algn="r" rtl="0">
              <a:spcBef>
                <a:spcPts val="0"/>
              </a:spcBef>
              <a:buNone/>
              <a:defRPr sz="1200" b="0" i="0" u="none" strike="noStrike" cap="none">
                <a:solidFill>
                  <a:schemeClr val="l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tplotlib.org/stable/api/pyplot_summary.html#module-matplotlib.pyplo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8"/>
        <p:cNvGrpSpPr/>
        <p:nvPr/>
      </p:nvGrpSpPr>
      <p:grpSpPr>
        <a:xfrm>
          <a:off x="0" y="0"/>
          <a:ext cx="0" cy="0"/>
          <a:chOff x="0" y="0"/>
          <a:chExt cx="0" cy="0"/>
        </a:xfrm>
      </p:grpSpPr>
      <p:sp>
        <p:nvSpPr>
          <p:cNvPr id="1389" name="Google Shape;1389;p1"/>
          <p:cNvSpPr txBox="1">
            <a:spLocks noGrp="1"/>
          </p:cNvSpPr>
          <p:nvPr>
            <p:ph type="ctr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400"/>
              <a:buFont typeface="Consolas"/>
              <a:buNone/>
            </a:pPr>
            <a:r>
              <a:rPr lang="en-US"/>
              <a:t>Introduction to Matplotlib</a:t>
            </a:r>
            <a:endParaRPr/>
          </a:p>
        </p:txBody>
      </p:sp>
      <p:sp>
        <p:nvSpPr>
          <p:cNvPr id="1390" name="Google Shape;1390;p1"/>
          <p:cNvSpPr txBox="1">
            <a:spLocks noGrp="1"/>
          </p:cNvSpPr>
          <p:nvPr>
            <p:ph type="subTitle" idx="1"/>
          </p:nvPr>
        </p:nvSpPr>
        <p:spPr>
          <a:xfrm>
            <a:off x="1522413" y="5105400"/>
            <a:ext cx="9143999" cy="1066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r>
              <a:rPr lang="en-US" dirty="0"/>
              <a:t>By </a:t>
            </a:r>
            <a:r>
              <a:rPr lang="en-US"/>
              <a:t>Owais Ahmed Khan</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2"/>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200"/>
              <a:buFont typeface="Consolas"/>
              <a:buNone/>
            </a:pPr>
            <a:r>
              <a:rPr lang="en-US"/>
              <a:t>What is Matplotlib?</a:t>
            </a:r>
            <a:endParaRPr/>
          </a:p>
        </p:txBody>
      </p:sp>
      <p:sp>
        <p:nvSpPr>
          <p:cNvPr id="1396" name="Google Shape;1396;p2"/>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rmAutofit/>
          </a:bodyPr>
          <a:lstStyle/>
          <a:p>
            <a:pPr marL="274320" lvl="0" indent="-274320" algn="l" rtl="0">
              <a:lnSpc>
                <a:spcPct val="90000"/>
              </a:lnSpc>
              <a:spcBef>
                <a:spcPts val="0"/>
              </a:spcBef>
              <a:spcAft>
                <a:spcPts val="0"/>
              </a:spcAft>
              <a:buClr>
                <a:schemeClr val="lt1"/>
              </a:buClr>
              <a:buSzPts val="2400"/>
              <a:buChar char="▪"/>
            </a:pPr>
            <a:r>
              <a:rPr lang="en-US"/>
              <a:t>Matplotlib is an open-source drawing library that supports various drawing types</a:t>
            </a:r>
            <a:endParaRPr/>
          </a:p>
          <a:p>
            <a:pPr marL="274320" lvl="0" indent="-274320" algn="l" rtl="0">
              <a:lnSpc>
                <a:spcPct val="90000"/>
              </a:lnSpc>
              <a:spcBef>
                <a:spcPts val="1800"/>
              </a:spcBef>
              <a:spcAft>
                <a:spcPts val="0"/>
              </a:spcAft>
              <a:buClr>
                <a:schemeClr val="lt1"/>
              </a:buClr>
              <a:buSzPts val="2400"/>
              <a:buChar char="▪"/>
            </a:pPr>
            <a:r>
              <a:rPr lang="en-US"/>
              <a:t>You can generate plots, histograms, bar charts, and other types of charts with just a few lines of code</a:t>
            </a:r>
            <a:endParaRPr/>
          </a:p>
          <a:p>
            <a:pPr marL="274320" lvl="0" indent="-121920" algn="l" rtl="0">
              <a:lnSpc>
                <a:spcPct val="90000"/>
              </a:lnSpc>
              <a:spcBef>
                <a:spcPts val="1800"/>
              </a:spcBef>
              <a:spcAft>
                <a:spcPts val="0"/>
              </a:spcAft>
              <a:buClr>
                <a:schemeClr val="lt1"/>
              </a:buClr>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3"/>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200"/>
              <a:buFont typeface="Consolas"/>
              <a:buNone/>
            </a:pPr>
            <a:r>
              <a:rPr lang="en-US"/>
              <a:t>Pyplot</a:t>
            </a:r>
            <a:endParaRPr/>
          </a:p>
        </p:txBody>
      </p:sp>
      <p:sp>
        <p:nvSpPr>
          <p:cNvPr id="1402" name="Google Shape;1402;p3"/>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rmAutofit/>
          </a:bodyPr>
          <a:lstStyle/>
          <a:p>
            <a:pPr marL="274320" lvl="0" indent="-274320" algn="l" rtl="0">
              <a:lnSpc>
                <a:spcPct val="90000"/>
              </a:lnSpc>
              <a:spcBef>
                <a:spcPts val="0"/>
              </a:spcBef>
              <a:spcAft>
                <a:spcPts val="0"/>
              </a:spcAft>
              <a:buClr>
                <a:schemeClr val="lt1"/>
              </a:buClr>
              <a:buSzPts val="2400"/>
              <a:buChar char="▪"/>
            </a:pPr>
            <a:r>
              <a:rPr lang="en-US" u="sng">
                <a:solidFill>
                  <a:schemeClr val="hlink"/>
                </a:solidFill>
                <a:hlinkClick r:id="rId3"/>
              </a:rPr>
              <a:t>matplotlib.pyplot</a:t>
            </a:r>
            <a:r>
              <a:rPr lang="en-US"/>
              <a:t> is a collection of functions that make matplotlib work like MATLAB. </a:t>
            </a:r>
            <a:endParaRPr/>
          </a:p>
          <a:p>
            <a:pPr marL="274320" lvl="0" indent="-274320" algn="l" rtl="0">
              <a:lnSpc>
                <a:spcPct val="90000"/>
              </a:lnSpc>
              <a:spcBef>
                <a:spcPts val="1800"/>
              </a:spcBef>
              <a:spcAft>
                <a:spcPts val="0"/>
              </a:spcAft>
              <a:buClr>
                <a:schemeClr val="lt1"/>
              </a:buClr>
              <a:buSzPts val="2400"/>
              <a:buChar char="▪"/>
            </a:pPr>
            <a:r>
              <a:rPr lang="en-US"/>
              <a:t>Each pyplot function makes some change to a figure: </a:t>
            </a:r>
            <a:endParaRPr/>
          </a:p>
          <a:p>
            <a:pPr marL="548640" lvl="1" indent="-274320" algn="l" rtl="0">
              <a:lnSpc>
                <a:spcPct val="90000"/>
              </a:lnSpc>
              <a:spcBef>
                <a:spcPts val="600"/>
              </a:spcBef>
              <a:spcAft>
                <a:spcPts val="0"/>
              </a:spcAft>
              <a:buClr>
                <a:schemeClr val="lt1"/>
              </a:buClr>
              <a:buSzPts val="2000"/>
              <a:buChar char="–"/>
            </a:pPr>
            <a:r>
              <a:rPr lang="en-US"/>
              <a:t>For instance:</a:t>
            </a:r>
            <a:endParaRPr/>
          </a:p>
          <a:p>
            <a:pPr marL="777240" lvl="2" indent="-228600" algn="l" rtl="0">
              <a:lnSpc>
                <a:spcPct val="90000"/>
              </a:lnSpc>
              <a:spcBef>
                <a:spcPts val="600"/>
              </a:spcBef>
              <a:spcAft>
                <a:spcPts val="0"/>
              </a:spcAft>
              <a:buClr>
                <a:schemeClr val="lt1"/>
              </a:buClr>
              <a:buSzPts val="1800"/>
              <a:buChar char="▪"/>
            </a:pPr>
            <a:r>
              <a:rPr lang="en-US"/>
              <a:t> creates a figure</a:t>
            </a:r>
            <a:endParaRPr/>
          </a:p>
          <a:p>
            <a:pPr marL="777240" lvl="2" indent="-228600" algn="l" rtl="0">
              <a:lnSpc>
                <a:spcPct val="90000"/>
              </a:lnSpc>
              <a:spcBef>
                <a:spcPts val="600"/>
              </a:spcBef>
              <a:spcAft>
                <a:spcPts val="0"/>
              </a:spcAft>
              <a:buClr>
                <a:schemeClr val="lt1"/>
              </a:buClr>
              <a:buSzPts val="1800"/>
              <a:buChar char="▪"/>
            </a:pPr>
            <a:r>
              <a:rPr lang="en-US"/>
              <a:t> creates a plotting area in a figure</a:t>
            </a:r>
            <a:endParaRPr/>
          </a:p>
          <a:p>
            <a:pPr marL="777240" lvl="2" indent="-228600" algn="l" rtl="0">
              <a:lnSpc>
                <a:spcPct val="90000"/>
              </a:lnSpc>
              <a:spcBef>
                <a:spcPts val="600"/>
              </a:spcBef>
              <a:spcAft>
                <a:spcPts val="0"/>
              </a:spcAft>
              <a:buClr>
                <a:schemeClr val="lt1"/>
              </a:buClr>
              <a:buSzPts val="1800"/>
              <a:buChar char="▪"/>
            </a:pPr>
            <a:r>
              <a:rPr lang="en-US"/>
              <a:t> plots some lines in a plotting area</a:t>
            </a:r>
            <a:endParaRPr/>
          </a:p>
          <a:p>
            <a:pPr marL="777240" lvl="2" indent="-228600" algn="l" rtl="0">
              <a:lnSpc>
                <a:spcPct val="90000"/>
              </a:lnSpc>
              <a:spcBef>
                <a:spcPts val="600"/>
              </a:spcBef>
              <a:spcAft>
                <a:spcPts val="0"/>
              </a:spcAft>
              <a:buClr>
                <a:schemeClr val="lt1"/>
              </a:buClr>
              <a:buSzPts val="1800"/>
              <a:buChar char="▪"/>
            </a:pPr>
            <a:r>
              <a:rPr lang="en-US"/>
              <a:t>decorates the plot with labels, etc.</a:t>
            </a:r>
            <a:endParaRPr/>
          </a:p>
          <a:p>
            <a:pPr marL="274320" lvl="0" indent="-274320" algn="l" rtl="0">
              <a:lnSpc>
                <a:spcPct val="90000"/>
              </a:lnSpc>
              <a:spcBef>
                <a:spcPts val="1800"/>
              </a:spcBef>
              <a:spcAft>
                <a:spcPts val="0"/>
              </a:spcAft>
              <a:buClr>
                <a:schemeClr val="lt1"/>
              </a:buClr>
              <a:buSzPts val="2400"/>
              <a:buChar char="▪"/>
            </a:pPr>
            <a:br>
              <a:rPr lang="en-US"/>
            </a:b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sp>
        <p:nvSpPr>
          <p:cNvPr id="1407" name="Google Shape;1407;p4"/>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200"/>
              <a:buFont typeface="Consolas"/>
              <a:buNone/>
            </a:pPr>
            <a:r>
              <a:rPr lang="en-US"/>
              <a:t>Basic Component of the Charts:</a:t>
            </a:r>
            <a:endParaRPr/>
          </a:p>
        </p:txBody>
      </p:sp>
      <p:sp>
        <p:nvSpPr>
          <p:cNvPr id="1408" name="Google Shape;1408;p4"/>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rmAutofit fontScale="62500" lnSpcReduction="20000"/>
          </a:bodyPr>
          <a:lstStyle/>
          <a:p>
            <a:pPr marL="274320" lvl="0" indent="-274320" algn="l" rtl="0">
              <a:lnSpc>
                <a:spcPct val="90000"/>
              </a:lnSpc>
              <a:spcBef>
                <a:spcPts val="0"/>
              </a:spcBef>
              <a:spcAft>
                <a:spcPts val="0"/>
              </a:spcAft>
              <a:buClr>
                <a:schemeClr val="lt1"/>
              </a:buClr>
              <a:buSzPct val="100000"/>
              <a:buChar char="▪"/>
            </a:pPr>
            <a:r>
              <a:rPr lang="en-US"/>
              <a:t>The basic components of a Matplotlib graph include:</a:t>
            </a:r>
            <a:endParaRPr/>
          </a:p>
          <a:p>
            <a:pPr marL="274320" lvl="0" indent="-274320" algn="l" rtl="0">
              <a:lnSpc>
                <a:spcPct val="90000"/>
              </a:lnSpc>
              <a:spcBef>
                <a:spcPts val="1800"/>
              </a:spcBef>
              <a:spcAft>
                <a:spcPts val="0"/>
              </a:spcAft>
              <a:buClr>
                <a:schemeClr val="lt1"/>
              </a:buClr>
              <a:buSzPct val="100000"/>
              <a:buChar char="▪"/>
            </a:pPr>
            <a:r>
              <a:rPr lang="en-US" b="1"/>
              <a:t>Figure</a:t>
            </a:r>
            <a:r>
              <a:rPr lang="en-US"/>
              <a:t>: The entire area in which you plot your data. It acts as a container for all the other elements of the plot.</a:t>
            </a:r>
            <a:endParaRPr/>
          </a:p>
          <a:p>
            <a:pPr marL="274320" lvl="0" indent="-274320" algn="l" rtl="0">
              <a:lnSpc>
                <a:spcPct val="90000"/>
              </a:lnSpc>
              <a:spcBef>
                <a:spcPts val="1800"/>
              </a:spcBef>
              <a:spcAft>
                <a:spcPts val="0"/>
              </a:spcAft>
              <a:buClr>
                <a:schemeClr val="lt1"/>
              </a:buClr>
              <a:buSzPct val="100000"/>
              <a:buChar char="▪"/>
            </a:pPr>
            <a:r>
              <a:rPr lang="en-US" b="1"/>
              <a:t>Axes</a:t>
            </a:r>
            <a:r>
              <a:rPr lang="en-US"/>
              <a:t>: These are the actual plots or graphs where data is visualized. A figure can contain one or more axes. Axes can be thought of as a bounding box with ticks and labels.</a:t>
            </a:r>
            <a:endParaRPr/>
          </a:p>
          <a:p>
            <a:pPr marL="274320" lvl="0" indent="-274320" algn="l" rtl="0">
              <a:lnSpc>
                <a:spcPct val="90000"/>
              </a:lnSpc>
              <a:spcBef>
                <a:spcPts val="1800"/>
              </a:spcBef>
              <a:spcAft>
                <a:spcPts val="0"/>
              </a:spcAft>
              <a:buClr>
                <a:schemeClr val="lt1"/>
              </a:buClr>
              <a:buSzPct val="100000"/>
              <a:buChar char="▪"/>
            </a:pPr>
            <a:r>
              <a:rPr lang="en-US" b="1"/>
              <a:t>Axis</a:t>
            </a:r>
            <a:r>
              <a:rPr lang="en-US"/>
              <a:t>: These are the number-line-like objects that define the graph limits. They include tick marks, labels, and a title.</a:t>
            </a:r>
            <a:endParaRPr/>
          </a:p>
          <a:p>
            <a:pPr marL="274320" lvl="0" indent="-274320" algn="l" rtl="0">
              <a:lnSpc>
                <a:spcPct val="90000"/>
              </a:lnSpc>
              <a:spcBef>
                <a:spcPts val="1800"/>
              </a:spcBef>
              <a:spcAft>
                <a:spcPts val="0"/>
              </a:spcAft>
              <a:buClr>
                <a:schemeClr val="lt1"/>
              </a:buClr>
              <a:buSzPct val="100000"/>
              <a:buChar char="▪"/>
            </a:pPr>
            <a:r>
              <a:rPr lang="en-US" b="1"/>
              <a:t>Title</a:t>
            </a:r>
            <a:r>
              <a:rPr lang="en-US"/>
              <a:t>: A descriptive title for the graph.</a:t>
            </a:r>
            <a:endParaRPr/>
          </a:p>
          <a:p>
            <a:pPr marL="274320" lvl="0" indent="-274320" algn="l" rtl="0">
              <a:lnSpc>
                <a:spcPct val="90000"/>
              </a:lnSpc>
              <a:spcBef>
                <a:spcPts val="1800"/>
              </a:spcBef>
              <a:spcAft>
                <a:spcPts val="0"/>
              </a:spcAft>
              <a:buClr>
                <a:schemeClr val="lt1"/>
              </a:buClr>
              <a:buSzPct val="100000"/>
              <a:buChar char="▪"/>
            </a:pPr>
            <a:r>
              <a:rPr lang="en-US" b="1"/>
              <a:t>X-axis label and Y-axis label</a:t>
            </a:r>
            <a:r>
              <a:rPr lang="en-US"/>
              <a:t>: Labels that describe what each axis represents.</a:t>
            </a:r>
            <a:endParaRPr/>
          </a:p>
          <a:p>
            <a:pPr marL="274320" lvl="0" indent="-274320" algn="l" rtl="0">
              <a:lnSpc>
                <a:spcPct val="90000"/>
              </a:lnSpc>
              <a:spcBef>
                <a:spcPts val="1800"/>
              </a:spcBef>
              <a:spcAft>
                <a:spcPts val="0"/>
              </a:spcAft>
              <a:buClr>
                <a:schemeClr val="lt1"/>
              </a:buClr>
              <a:buSzPct val="100000"/>
              <a:buChar char="▪"/>
            </a:pPr>
            <a:r>
              <a:rPr lang="en-US" b="1"/>
              <a:t>Data series</a:t>
            </a:r>
            <a:r>
              <a:rPr lang="en-US"/>
              <a:t>: These are the actual data points or lines or bars that represent the information you are visualizing.</a:t>
            </a:r>
            <a:endParaRPr/>
          </a:p>
          <a:p>
            <a:pPr marL="274320" lvl="0" indent="-274320" algn="l" rtl="0">
              <a:lnSpc>
                <a:spcPct val="90000"/>
              </a:lnSpc>
              <a:spcBef>
                <a:spcPts val="1800"/>
              </a:spcBef>
              <a:spcAft>
                <a:spcPts val="0"/>
              </a:spcAft>
              <a:buClr>
                <a:schemeClr val="lt1"/>
              </a:buClr>
              <a:buSzPct val="100000"/>
              <a:buChar char="▪"/>
            </a:pPr>
            <a:r>
              <a:rPr lang="en-US" b="1"/>
              <a:t>Legend</a:t>
            </a:r>
            <a:r>
              <a:rPr lang="en-US"/>
              <a:t>: If there are multiple data series plotted on the same axes, a legend helps identify what each series represents.</a:t>
            </a:r>
            <a:endParaRPr/>
          </a:p>
          <a:p>
            <a:pPr marL="274320" lvl="0" indent="-274320" algn="l" rtl="0">
              <a:lnSpc>
                <a:spcPct val="90000"/>
              </a:lnSpc>
              <a:spcBef>
                <a:spcPts val="1800"/>
              </a:spcBef>
              <a:spcAft>
                <a:spcPts val="0"/>
              </a:spcAft>
              <a:buClr>
                <a:schemeClr val="lt1"/>
              </a:buClr>
              <a:buSzPct val="100000"/>
              <a:buChar char="▪"/>
            </a:pPr>
            <a:r>
              <a:rPr lang="en-US" b="1"/>
              <a:t>Grid</a:t>
            </a:r>
            <a:r>
              <a:rPr lang="en-US"/>
              <a:t>: An optional feature that adds grid lines to the plot, making it easier to read.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2"/>
        <p:cNvGrpSpPr/>
        <p:nvPr/>
      </p:nvGrpSpPr>
      <p:grpSpPr>
        <a:xfrm>
          <a:off x="0" y="0"/>
          <a:ext cx="0" cy="0"/>
          <a:chOff x="0" y="0"/>
          <a:chExt cx="0" cy="0"/>
        </a:xfrm>
      </p:grpSpPr>
      <p:sp>
        <p:nvSpPr>
          <p:cNvPr id="1413" name="Google Shape;1413;p5"/>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200"/>
              <a:buFont typeface="Consolas"/>
              <a:buNone/>
            </a:pPr>
            <a:r>
              <a:rPr lang="en-US"/>
              <a:t>Line graph/ simple graph</a:t>
            </a:r>
            <a:endParaRPr/>
          </a:p>
        </p:txBody>
      </p:sp>
      <p:sp>
        <p:nvSpPr>
          <p:cNvPr id="1414" name="Google Shape;1414;p5"/>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ct val="100000"/>
              <a:buNone/>
            </a:pPr>
            <a:r>
              <a:rPr lang="en-US"/>
              <a:t>Commonly used in data visualization for several reasons:</a:t>
            </a:r>
            <a:endParaRPr/>
          </a:p>
          <a:p>
            <a:pPr marL="274320" lvl="0" indent="-274320" algn="l" rtl="0">
              <a:lnSpc>
                <a:spcPct val="90000"/>
              </a:lnSpc>
              <a:spcBef>
                <a:spcPts val="1800"/>
              </a:spcBef>
              <a:spcAft>
                <a:spcPts val="0"/>
              </a:spcAft>
              <a:buClr>
                <a:srgbClr val="FFC000"/>
              </a:buClr>
              <a:buSzPct val="100000"/>
              <a:buChar char="▪"/>
            </a:pPr>
            <a:r>
              <a:rPr lang="en-US" b="1">
                <a:solidFill>
                  <a:srgbClr val="FFC000"/>
                </a:solidFill>
              </a:rPr>
              <a:t>Trend Analysis</a:t>
            </a:r>
            <a:r>
              <a:rPr lang="en-US">
                <a:solidFill>
                  <a:srgbClr val="FFC000"/>
                </a:solidFill>
              </a:rPr>
              <a:t>:</a:t>
            </a:r>
            <a:r>
              <a:rPr lang="en-US"/>
              <a:t> Line graphs are excellent for visualizing trends over time or across ordered categories. By connecting data points with lines, line graphs make it easy to see how the data changes over a continuous or ordered domain.</a:t>
            </a:r>
            <a:endParaRPr/>
          </a:p>
          <a:p>
            <a:pPr marL="274320" lvl="0" indent="-274320" algn="l" rtl="0">
              <a:lnSpc>
                <a:spcPct val="90000"/>
              </a:lnSpc>
              <a:spcBef>
                <a:spcPts val="1800"/>
              </a:spcBef>
              <a:spcAft>
                <a:spcPts val="0"/>
              </a:spcAft>
              <a:buClr>
                <a:srgbClr val="FFC000"/>
              </a:buClr>
              <a:buSzPct val="100000"/>
              <a:buChar char="▪"/>
            </a:pPr>
            <a:r>
              <a:rPr lang="en-US" b="1">
                <a:solidFill>
                  <a:srgbClr val="FFC000"/>
                </a:solidFill>
              </a:rPr>
              <a:t>Comparison</a:t>
            </a:r>
            <a:r>
              <a:rPr lang="en-US">
                <a:solidFill>
                  <a:srgbClr val="FFC000"/>
                </a:solidFill>
              </a:rPr>
              <a:t>: </a:t>
            </a:r>
            <a:r>
              <a:rPr lang="en-US"/>
              <a:t>Line graphs allow for easy comparison of multiple datasets or variables. By plotting multiple lines on the same graph, you can compare trends and patterns between different categories or groups.</a:t>
            </a:r>
            <a:endParaRPr/>
          </a:p>
          <a:p>
            <a:pPr marL="274320" lvl="0" indent="-274320" algn="l" rtl="0">
              <a:lnSpc>
                <a:spcPct val="90000"/>
              </a:lnSpc>
              <a:spcBef>
                <a:spcPts val="1800"/>
              </a:spcBef>
              <a:spcAft>
                <a:spcPts val="0"/>
              </a:spcAft>
              <a:buClr>
                <a:srgbClr val="FFC000"/>
              </a:buClr>
              <a:buSzPct val="100000"/>
              <a:buChar char="▪"/>
            </a:pPr>
            <a:r>
              <a:rPr lang="en-US" b="1">
                <a:solidFill>
                  <a:srgbClr val="FFC000"/>
                </a:solidFill>
              </a:rPr>
              <a:t>Showing Continuity</a:t>
            </a:r>
            <a:r>
              <a:rPr lang="en-US">
                <a:solidFill>
                  <a:srgbClr val="FFC000"/>
                </a:solidFill>
              </a:rPr>
              <a:t>: </a:t>
            </a:r>
            <a:r>
              <a:rPr lang="en-US"/>
              <a:t>Line graphs emphasize continuity in the data. They are particularly useful for displaying data that changes smoothly and continuously, such as stock prices, temperature variations, population growth, etc.</a:t>
            </a:r>
            <a:endParaRPr/>
          </a:p>
          <a:p>
            <a:pPr marL="274320" lvl="0" indent="-133350" algn="l" rtl="0">
              <a:lnSpc>
                <a:spcPct val="90000"/>
              </a:lnSpc>
              <a:spcBef>
                <a:spcPts val="1800"/>
              </a:spcBef>
              <a:spcAft>
                <a:spcPts val="0"/>
              </a:spcAft>
              <a:buClr>
                <a:schemeClr val="lt1"/>
              </a:buClr>
              <a:buSzPct val="1000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6"/>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200"/>
              <a:buFont typeface="Consolas"/>
              <a:buNone/>
            </a:pPr>
            <a:r>
              <a:rPr lang="en-US"/>
              <a:t>Class Task</a:t>
            </a:r>
            <a:endParaRPr/>
          </a:p>
        </p:txBody>
      </p:sp>
      <p:pic>
        <p:nvPicPr>
          <p:cNvPr id="1420" name="Google Shape;1420;p6"/>
          <p:cNvPicPr preferRelativeResize="0">
            <a:picLocks noGrp="1"/>
          </p:cNvPicPr>
          <p:nvPr>
            <p:ph type="body" idx="1"/>
          </p:nvPr>
        </p:nvPicPr>
        <p:blipFill rotWithShape="1">
          <a:blip r:embed="rId3">
            <a:alphaModFix/>
          </a:blip>
          <a:srcRect/>
          <a:stretch/>
        </p:blipFill>
        <p:spPr>
          <a:xfrm>
            <a:off x="2732108" y="1905000"/>
            <a:ext cx="6724610" cy="4267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4"/>
        <p:cNvGrpSpPr/>
        <p:nvPr/>
      </p:nvGrpSpPr>
      <p:grpSpPr>
        <a:xfrm>
          <a:off x="0" y="0"/>
          <a:ext cx="0" cy="0"/>
          <a:chOff x="0" y="0"/>
          <a:chExt cx="0" cy="0"/>
        </a:xfrm>
      </p:grpSpPr>
      <p:sp>
        <p:nvSpPr>
          <p:cNvPr id="1425" name="Google Shape;1425;p7"/>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200"/>
              <a:buFont typeface="Consolas"/>
              <a:buNone/>
            </a:pPr>
            <a:endParaRPr/>
          </a:p>
        </p:txBody>
      </p:sp>
      <p:pic>
        <p:nvPicPr>
          <p:cNvPr id="1426" name="Google Shape;1426;p7"/>
          <p:cNvPicPr preferRelativeResize="0">
            <a:picLocks noGrp="1"/>
          </p:cNvPicPr>
          <p:nvPr>
            <p:ph type="body" idx="1"/>
          </p:nvPr>
        </p:nvPicPr>
        <p:blipFill rotWithShape="1">
          <a:blip r:embed="rId3">
            <a:alphaModFix/>
          </a:blip>
          <a:srcRect/>
          <a:stretch/>
        </p:blipFill>
        <p:spPr>
          <a:xfrm>
            <a:off x="-76002" y="0"/>
            <a:ext cx="12264827" cy="685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f02804846_win32">
  <a:themeElements>
    <a:clrScheme name="Chalkboard_16x9">
      <a:dk1>
        <a:srgbClr val="000000"/>
      </a:dk1>
      <a:lt1>
        <a:srgbClr val="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halkboard_16x9">
      <a:dk1>
        <a:srgbClr val="000000"/>
      </a:dk1>
      <a:lt1>
        <a:srgbClr val="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366</Words>
  <Application>Microsoft Office PowerPoint</Application>
  <PresentationFormat>Custom</PresentationFormat>
  <Paragraphs>30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Corbel</vt:lpstr>
      <vt:lpstr>Consolas</vt:lpstr>
      <vt:lpstr>tf02804846_win32</vt:lpstr>
      <vt:lpstr>Introduction to Matplotlib</vt:lpstr>
      <vt:lpstr>What is Matplotlib?</vt:lpstr>
      <vt:lpstr>Pyplot</vt:lpstr>
      <vt:lpstr>Basic Component of the Charts:</vt:lpstr>
      <vt:lpstr>Line graph/ simple graph</vt:lpstr>
      <vt:lpstr>Class Task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Matplotlib</dc:title>
  <dc:creator>Yusuf</dc:creator>
  <cp:lastModifiedBy>D-19F-BSCS-31@students.duet.edu.pk</cp:lastModifiedBy>
  <cp:revision>1</cp:revision>
  <dcterms:created xsi:type="dcterms:W3CDTF">2022-07-17T19:29:43Z</dcterms:created>
  <dcterms:modified xsi:type="dcterms:W3CDTF">2025-12-05T14:50:25Z</dcterms:modified>
</cp:coreProperties>
</file>