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orbel" panose="020B05030202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ypC3NH3rG3QIPfs+YZctoZWy+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13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18" name="Google Shape;18;p13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" name="Google Shape;20;p13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" name="Google Shape;21;p13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" name="Google Shape;22;p13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" name="Google Shape;23;p13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" name="Google Shape;33;p13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" name="Google Shape;34;p13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" name="Google Shape;36;p13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" name="Google Shape;37;p13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" name="Google Shape;39;p13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" name="Google Shape;41;p13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" name="Google Shape;42;p13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" name="Google Shape;45;p13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" name="Google Shape;47;p13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" name="Google Shape;48;p13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" name="Google Shape;49;p13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" name="Google Shape;50;p13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" name="Google Shape;51;p13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" name="Google Shape;52;p13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4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45" name="Google Shape;145;p14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9" name="Google Shape;219;p14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4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4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nsolas"/>
              <a:buNone/>
              <a:defRPr sz="44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5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226" name="Google Shape;226;p15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49" name="Google Shape;349;p15"/>
          <p:cNvSpPr txBox="1"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5" name="Google Shape;355;p16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356" name="Google Shape;356;p16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5" name="Google Shape;375;p16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30" name="Google Shape;430;p16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9599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1" name="Google Shape;431;p16"/>
          <p:cNvSpPr txBox="1">
            <a:spLocks noGrp="1"/>
          </p:cNvSpPr>
          <p:nvPr>
            <p:ph type="body" idx="2"/>
          </p:nvPr>
        </p:nvSpPr>
        <p:spPr>
          <a:xfrm>
            <a:off x="6246815" y="1905000"/>
            <a:ext cx="4419598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2" name="Google Shape;432;p16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6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6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7" name="Google Shape;437;p17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438" name="Google Shape;438;p17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2" name="Google Shape;512;p17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3" name="Google Shape;513;p17"/>
          <p:cNvSpPr txBox="1">
            <a:spLocks noGrp="1"/>
          </p:cNvSpPr>
          <p:nvPr>
            <p:ph type="body" idx="2"/>
          </p:nvPr>
        </p:nvSpPr>
        <p:spPr>
          <a:xfrm>
            <a:off x="1522413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14" name="Google Shape;514;p17"/>
          <p:cNvSpPr txBox="1">
            <a:spLocks noGrp="1"/>
          </p:cNvSpPr>
          <p:nvPr>
            <p:ph type="body" idx="3"/>
          </p:nvPr>
        </p:nvSpPr>
        <p:spPr>
          <a:xfrm>
            <a:off x="6249860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5" name="Google Shape;515;p17"/>
          <p:cNvSpPr txBox="1">
            <a:spLocks noGrp="1"/>
          </p:cNvSpPr>
          <p:nvPr>
            <p:ph type="body" idx="4"/>
          </p:nvPr>
        </p:nvSpPr>
        <p:spPr>
          <a:xfrm>
            <a:off x="6249860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16" name="Google Shape;516;p17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7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7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21" name="Google Shape;521;p18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522" name="Google Shape;522;p18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96" name="Google Shape;596;p18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18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8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9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9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9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20"/>
          <p:cNvSpPr txBox="1">
            <a:spLocks noGrp="1"/>
          </p:cNvSpPr>
          <p:nvPr>
            <p:ph type="body" idx="1"/>
          </p:nvPr>
        </p:nvSpPr>
        <p:spPr>
          <a:xfrm>
            <a:off x="1522413" y="34290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6" name="Google Shape;606;p20"/>
          <p:cNvSpPr txBox="1">
            <a:spLocks noGrp="1"/>
          </p:cNvSpPr>
          <p:nvPr>
            <p:ph type="body" idx="2"/>
          </p:nvPr>
        </p:nvSpPr>
        <p:spPr>
          <a:xfrm>
            <a:off x="4710022" y="1905000"/>
            <a:ext cx="566928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grpSp>
        <p:nvGrpSpPr>
          <p:cNvPr id="607" name="Google Shape;607;p20" descr="Box graphic"/>
          <p:cNvGrpSpPr/>
          <p:nvPr/>
        </p:nvGrpSpPr>
        <p:grpSpPr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08" name="Google Shape;608;p20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609" name="Google Shape;609;p20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610" name="Google Shape;610;p20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4" name="Google Shape;614;p20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5" name="Google Shape;615;p20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9" name="Google Shape;619;p20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0" name="Google Shape;620;p20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1" name="Google Shape;621;p20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2" name="Google Shape;622;p20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3" name="Google Shape;623;p20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4" name="Google Shape;624;p20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5" name="Google Shape;625;p20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8" name="Google Shape;628;p20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9" name="Google Shape;629;p20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0" name="Google Shape;630;p20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1" name="Google Shape;631;p20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2" name="Google Shape;632;p20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3" name="Google Shape;633;p20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4" name="Google Shape;634;p20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5" name="Google Shape;635;p20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6" name="Google Shape;636;p20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7" name="Google Shape;637;p20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8" name="Google Shape;638;p20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9" name="Google Shape;639;p20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0" name="Google Shape;640;p20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1" name="Google Shape;641;p20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2" name="Google Shape;642;p20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3" name="Google Shape;643;p20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4" name="Google Shape;644;p20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5" name="Google Shape;645;p20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6" name="Google Shape;646;p20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7" name="Google Shape;647;p20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8" name="Google Shape;648;p20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9" name="Google Shape;649;p20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0" name="Google Shape;650;p20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1" name="Google Shape;651;p20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2" name="Google Shape;652;p20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3" name="Google Shape;653;p20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4" name="Google Shape;654;p20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5" name="Google Shape;655;p20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6" name="Google Shape;656;p20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7" name="Google Shape;657;p20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8" name="Google Shape;658;p20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9" name="Google Shape;659;p20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0" name="Google Shape;660;p20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1" name="Google Shape;661;p20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2" name="Google Shape;662;p20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3" name="Google Shape;663;p20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4" name="Google Shape;664;p20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5" name="Google Shape;665;p20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6" name="Google Shape;666;p20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7" name="Google Shape;667;p20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8" name="Google Shape;668;p20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9" name="Google Shape;669;p20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0" name="Google Shape;670;p20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1" name="Google Shape;671;p20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2" name="Google Shape;672;p20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3" name="Google Shape;673;p20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4" name="Google Shape;674;p20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5" name="Google Shape;675;p20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6" name="Google Shape;676;p20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7" name="Google Shape;677;p20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8" name="Google Shape;678;p20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9" name="Google Shape;679;p20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0" name="Google Shape;680;p20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1" name="Google Shape;681;p20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2" name="Google Shape;682;p20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3" name="Google Shape;683;p20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684" name="Google Shape;684;p20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685" name="Google Shape;685;p20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6" name="Google Shape;686;p20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7" name="Google Shape;687;p20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8" name="Google Shape;688;p20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9" name="Google Shape;689;p20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0" name="Google Shape;690;p20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1" name="Google Shape;691;p20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2" name="Google Shape;692;p20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3" name="Google Shape;693;p20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4" name="Google Shape;694;p20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5" name="Google Shape;695;p20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6" name="Google Shape;696;p20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7" name="Google Shape;697;p20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8" name="Google Shape;698;p20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9" name="Google Shape;699;p20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0" name="Google Shape;700;p20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1" name="Google Shape;701;p20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2" name="Google Shape;702;p20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3" name="Google Shape;703;p20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4" name="Google Shape;704;p20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5" name="Google Shape;705;p20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6" name="Google Shape;706;p20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7" name="Google Shape;707;p20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8" name="Google Shape;708;p20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9" name="Google Shape;709;p20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0" name="Google Shape;710;p20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1" name="Google Shape;711;p20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2" name="Google Shape;712;p20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3" name="Google Shape;713;p20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4" name="Google Shape;714;p20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5" name="Google Shape;715;p20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6" name="Google Shape;716;p20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7" name="Google Shape;717;p20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8" name="Google Shape;718;p20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9" name="Google Shape;719;p20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0" name="Google Shape;720;p20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1" name="Google Shape;721;p20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2" name="Google Shape;722;p20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3" name="Google Shape;723;p20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4" name="Google Shape;724;p20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5" name="Google Shape;725;p20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6" name="Google Shape;726;p20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7" name="Google Shape;727;p20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8" name="Google Shape;728;p20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9" name="Google Shape;729;p20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0" name="Google Shape;730;p20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1" name="Google Shape;731;p20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2" name="Google Shape;732;p20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3" name="Google Shape;733;p20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4" name="Google Shape;734;p20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5" name="Google Shape;735;p20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6" name="Google Shape;736;p20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7" name="Google Shape;737;p20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8" name="Google Shape;738;p20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9" name="Google Shape;739;p20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0" name="Google Shape;740;p20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1" name="Google Shape;741;p20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2" name="Google Shape;742;p20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3" name="Google Shape;743;p20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4" name="Google Shape;744;p20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5" name="Google Shape;745;p20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6" name="Google Shape;746;p20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7" name="Google Shape;747;p20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8" name="Google Shape;748;p20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9" name="Google Shape;749;p20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0" name="Google Shape;750;p20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1" name="Google Shape;751;p20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2" name="Google Shape;752;p20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3" name="Google Shape;753;p20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4" name="Google Shape;754;p20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5" name="Google Shape;755;p20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6" name="Google Shape;756;p20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7" name="Google Shape;757;p20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8" name="Google Shape;758;p20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759" name="Google Shape;759;p20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760" name="Google Shape;760;p20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761" name="Google Shape;761;p20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2" name="Google Shape;762;p20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3" name="Google Shape;763;p20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4" name="Google Shape;764;p20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5" name="Google Shape;765;p20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6" name="Google Shape;766;p20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7" name="Google Shape;767;p20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8" name="Google Shape;768;p20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9" name="Google Shape;769;p20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0" name="Google Shape;770;p20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1" name="Google Shape;771;p20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2" name="Google Shape;772;p20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3" name="Google Shape;773;p20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4" name="Google Shape;774;p20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5" name="Google Shape;775;p20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6" name="Google Shape;776;p20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7" name="Google Shape;777;p20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8" name="Google Shape;778;p20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9" name="Google Shape;779;p20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0" name="Google Shape;780;p20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1" name="Google Shape;781;p20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2" name="Google Shape;782;p20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3" name="Google Shape;783;p20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4" name="Google Shape;784;p20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5" name="Google Shape;785;p20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6" name="Google Shape;786;p20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7" name="Google Shape;787;p20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8" name="Google Shape;788;p20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9" name="Google Shape;789;p20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0" name="Google Shape;790;p20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1" name="Google Shape;791;p20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2" name="Google Shape;792;p20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3" name="Google Shape;793;p20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4" name="Google Shape;794;p20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5" name="Google Shape;795;p20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6" name="Google Shape;796;p20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7" name="Google Shape;797;p20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8" name="Google Shape;798;p20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9" name="Google Shape;799;p20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0" name="Google Shape;800;p20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1" name="Google Shape;801;p20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2" name="Google Shape;802;p20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3" name="Google Shape;803;p20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4" name="Google Shape;804;p20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5" name="Google Shape;805;p20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6" name="Google Shape;806;p20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7" name="Google Shape;807;p20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8" name="Google Shape;808;p20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9" name="Google Shape;809;p20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0" name="Google Shape;810;p20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1" name="Google Shape;811;p20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2" name="Google Shape;812;p20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3" name="Google Shape;813;p20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4" name="Google Shape;814;p20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6" name="Google Shape;816;p20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7" name="Google Shape;817;p20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9" name="Google Shape;819;p20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0" name="Google Shape;820;p20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2" name="Google Shape;822;p20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3" name="Google Shape;823;p20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4" name="Google Shape;824;p20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5" name="Google Shape;825;p20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6" name="Google Shape;826;p20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7" name="Google Shape;827;p20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8" name="Google Shape;828;p20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9" name="Google Shape;829;p20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0" name="Google Shape;830;p20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1" name="Google Shape;831;p20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2" name="Google Shape;832;p20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3" name="Google Shape;833;p20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4" name="Google Shape;834;p20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835" name="Google Shape;835;p20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836" name="Google Shape;836;p20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7" name="Google Shape;837;p20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8" name="Google Shape;838;p20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9" name="Google Shape;839;p20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0" name="Google Shape;840;p20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1" name="Google Shape;841;p20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2" name="Google Shape;842;p20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3" name="Google Shape;843;p20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4" name="Google Shape;844;p20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5" name="Google Shape;845;p20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6" name="Google Shape;846;p20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7" name="Google Shape;847;p20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8" name="Google Shape;848;p20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9" name="Google Shape;849;p20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0" name="Google Shape;850;p20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1" name="Google Shape;851;p20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2" name="Google Shape;852;p20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3" name="Google Shape;853;p20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4" name="Google Shape;854;p20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5" name="Google Shape;855;p20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6" name="Google Shape;856;p20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7" name="Google Shape;857;p20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8" name="Google Shape;858;p20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9" name="Google Shape;859;p20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0" name="Google Shape;860;p20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1" name="Google Shape;861;p20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2" name="Google Shape;862;p20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3" name="Google Shape;863;p20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4" name="Google Shape;864;p20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5" name="Google Shape;865;p20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6" name="Google Shape;866;p20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7" name="Google Shape;867;p20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8" name="Google Shape;868;p20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9" name="Google Shape;869;p20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0" name="Google Shape;870;p20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1" name="Google Shape;871;p20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2" name="Google Shape;872;p20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3" name="Google Shape;873;p20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4" name="Google Shape;874;p20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5" name="Google Shape;875;p20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6" name="Google Shape;876;p20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7" name="Google Shape;877;p20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8" name="Google Shape;878;p20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9" name="Google Shape;879;p20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0" name="Google Shape;880;p20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1" name="Google Shape;881;p20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2" name="Google Shape;882;p20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3" name="Google Shape;883;p20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4" name="Google Shape;884;p20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5" name="Google Shape;885;p20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6" name="Google Shape;886;p20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7" name="Google Shape;887;p20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8" name="Google Shape;888;p20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9" name="Google Shape;889;p20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0" name="Google Shape;890;p20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1" name="Google Shape;891;p20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2" name="Google Shape;892;p20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3" name="Google Shape;893;p20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4" name="Google Shape;894;p20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5" name="Google Shape;895;p20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6" name="Google Shape;896;p20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7" name="Google Shape;897;p20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8" name="Google Shape;898;p20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9" name="Google Shape;899;p20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0" name="Google Shape;900;p20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1" name="Google Shape;901;p20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2" name="Google Shape;902;p20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3" name="Google Shape;903;p20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4" name="Google Shape;904;p20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5" name="Google Shape;905;p20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6" name="Google Shape;906;p20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7" name="Google Shape;907;p20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8" name="Google Shape;908;p20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9" name="Google Shape;909;p20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10" name="Google Shape;910;p20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20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20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1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5" name="Google Shape;915;p21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1745838" y="1884311"/>
            <a:ext cx="5669280" cy="40416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916" name="Google Shape;916;p21" descr="Box graphic"/>
          <p:cNvGrpSpPr/>
          <p:nvPr/>
        </p:nvGrpSpPr>
        <p:grpSpPr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917" name="Google Shape;917;p21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918" name="Google Shape;918;p21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919" name="Google Shape;919;p21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0" name="Google Shape;920;p21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1" name="Google Shape;921;p21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2" name="Google Shape;922;p21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3" name="Google Shape;923;p21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4" name="Google Shape;924;p21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5" name="Google Shape;925;p21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6" name="Google Shape;926;p21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7" name="Google Shape;927;p21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8" name="Google Shape;928;p21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9" name="Google Shape;929;p21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0" name="Google Shape;930;p21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1" name="Google Shape;931;p21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2" name="Google Shape;932;p21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3" name="Google Shape;933;p21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4" name="Google Shape;934;p21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5" name="Google Shape;935;p21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6" name="Google Shape;936;p21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7" name="Google Shape;937;p21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8" name="Google Shape;938;p21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9" name="Google Shape;939;p21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0" name="Google Shape;940;p21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1" name="Google Shape;941;p21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2" name="Google Shape;942;p21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3" name="Google Shape;943;p21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4" name="Google Shape;944;p21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5" name="Google Shape;945;p21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6" name="Google Shape;946;p21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7" name="Google Shape;947;p21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8" name="Google Shape;948;p21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9" name="Google Shape;949;p21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0" name="Google Shape;950;p21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1" name="Google Shape;951;p21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2" name="Google Shape;952;p21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3" name="Google Shape;953;p21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4" name="Google Shape;954;p21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5" name="Google Shape;955;p21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6" name="Google Shape;956;p21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7" name="Google Shape;957;p21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8" name="Google Shape;958;p21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9" name="Google Shape;959;p21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0" name="Google Shape;960;p21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1" name="Google Shape;961;p21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2" name="Google Shape;962;p21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3" name="Google Shape;963;p21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4" name="Google Shape;964;p21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5" name="Google Shape;965;p21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6" name="Google Shape;966;p21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7" name="Google Shape;967;p21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8" name="Google Shape;968;p21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9" name="Google Shape;969;p21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0" name="Google Shape;970;p21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1" name="Google Shape;971;p21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2" name="Google Shape;972;p21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3" name="Google Shape;973;p21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4" name="Google Shape;974;p21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5" name="Google Shape;975;p21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6" name="Google Shape;976;p21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7" name="Google Shape;977;p21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8" name="Google Shape;978;p21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9" name="Google Shape;979;p21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0" name="Google Shape;980;p21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1" name="Google Shape;981;p21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2" name="Google Shape;982;p21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3" name="Google Shape;983;p21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4" name="Google Shape;984;p21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5" name="Google Shape;985;p21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6" name="Google Shape;986;p21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7" name="Google Shape;987;p21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8" name="Google Shape;988;p21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9" name="Google Shape;989;p21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0" name="Google Shape;990;p21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1" name="Google Shape;991;p21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2" name="Google Shape;992;p21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993" name="Google Shape;993;p21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994" name="Google Shape;994;p21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5" name="Google Shape;995;p21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6" name="Google Shape;996;p21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7" name="Google Shape;997;p21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8" name="Google Shape;998;p21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9" name="Google Shape;999;p21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0" name="Google Shape;1000;p21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1" name="Google Shape;1001;p21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2" name="Google Shape;1002;p21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3" name="Google Shape;1003;p21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4" name="Google Shape;1004;p21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5" name="Google Shape;1005;p21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6" name="Google Shape;1006;p21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7" name="Google Shape;1007;p21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8" name="Google Shape;1008;p21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9" name="Google Shape;1009;p21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0" name="Google Shape;1010;p21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1" name="Google Shape;1011;p21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2" name="Google Shape;1012;p21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3" name="Google Shape;1013;p21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4" name="Google Shape;1014;p21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5" name="Google Shape;1015;p21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6" name="Google Shape;1016;p21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7" name="Google Shape;1017;p21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8" name="Google Shape;1018;p21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9" name="Google Shape;1019;p21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0" name="Google Shape;1020;p21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1" name="Google Shape;1021;p21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2" name="Google Shape;1022;p21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3" name="Google Shape;1023;p21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4" name="Google Shape;1024;p21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5" name="Google Shape;1025;p21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6" name="Google Shape;1026;p21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7" name="Google Shape;1027;p21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8" name="Google Shape;1028;p21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9" name="Google Shape;1029;p21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0" name="Google Shape;1030;p21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1" name="Google Shape;1031;p21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2" name="Google Shape;1032;p21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3" name="Google Shape;1033;p21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4" name="Google Shape;1034;p21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5" name="Google Shape;1035;p21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6" name="Google Shape;1036;p21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7" name="Google Shape;1037;p21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8" name="Google Shape;1038;p21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9" name="Google Shape;1039;p21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0" name="Google Shape;1040;p21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1" name="Google Shape;1041;p21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2" name="Google Shape;1042;p21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3" name="Google Shape;1043;p21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4" name="Google Shape;1044;p21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5" name="Google Shape;1045;p21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6" name="Google Shape;1046;p21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7" name="Google Shape;1047;p21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8" name="Google Shape;1048;p21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9" name="Google Shape;1049;p21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0" name="Google Shape;1050;p21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1" name="Google Shape;1051;p21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2" name="Google Shape;1052;p21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3" name="Google Shape;1053;p21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4" name="Google Shape;1054;p21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5" name="Google Shape;1055;p21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6" name="Google Shape;1056;p21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7" name="Google Shape;1057;p21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8" name="Google Shape;1058;p21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9" name="Google Shape;1059;p21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0" name="Google Shape;1060;p21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1" name="Google Shape;1061;p21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2" name="Google Shape;1062;p21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3" name="Google Shape;1063;p21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4" name="Google Shape;1064;p21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5" name="Google Shape;1065;p21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6" name="Google Shape;1066;p21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7" name="Google Shape;1067;p21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068" name="Google Shape;1068;p21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1069" name="Google Shape;1069;p21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1070" name="Google Shape;1070;p21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1" name="Google Shape;1071;p21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2" name="Google Shape;1072;p21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3" name="Google Shape;1073;p21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4" name="Google Shape;1074;p21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5" name="Google Shape;1075;p21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6" name="Google Shape;1076;p21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7" name="Google Shape;1077;p21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8" name="Google Shape;1078;p21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9" name="Google Shape;1079;p21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0" name="Google Shape;1080;p21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1" name="Google Shape;1081;p21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2" name="Google Shape;1082;p21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3" name="Google Shape;1083;p21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4" name="Google Shape;1084;p21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5" name="Google Shape;1085;p21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6" name="Google Shape;1086;p21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7" name="Google Shape;1087;p21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8" name="Google Shape;1088;p21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9" name="Google Shape;1089;p21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0" name="Google Shape;1090;p21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1" name="Google Shape;1091;p21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2" name="Google Shape;1092;p21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3" name="Google Shape;1093;p21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4" name="Google Shape;1094;p21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5" name="Google Shape;1095;p21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6" name="Google Shape;1096;p21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7" name="Google Shape;1097;p21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8" name="Google Shape;1098;p21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9" name="Google Shape;1099;p21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0" name="Google Shape;1100;p21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1" name="Google Shape;1101;p21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2" name="Google Shape;1102;p21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3" name="Google Shape;1103;p21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4" name="Google Shape;1104;p21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5" name="Google Shape;1105;p21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6" name="Google Shape;1106;p21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7" name="Google Shape;1107;p21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8" name="Google Shape;1108;p21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9" name="Google Shape;1109;p21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0" name="Google Shape;1110;p21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1" name="Google Shape;1111;p21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2" name="Google Shape;1112;p21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3" name="Google Shape;1113;p21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4" name="Google Shape;1114;p21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5" name="Google Shape;1115;p21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6" name="Google Shape;1116;p21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7" name="Google Shape;1117;p21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8" name="Google Shape;1118;p21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9" name="Google Shape;1119;p21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0" name="Google Shape;1120;p21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1" name="Google Shape;1121;p21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2" name="Google Shape;1122;p21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3" name="Google Shape;1123;p21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4" name="Google Shape;1124;p21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5" name="Google Shape;1125;p21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6" name="Google Shape;1126;p21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7" name="Google Shape;1127;p21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8" name="Google Shape;1128;p21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9" name="Google Shape;1129;p21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0" name="Google Shape;1130;p21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1" name="Google Shape;1131;p21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2" name="Google Shape;1132;p21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3" name="Google Shape;1133;p21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4" name="Google Shape;1134;p21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5" name="Google Shape;1135;p21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6" name="Google Shape;1136;p21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7" name="Google Shape;1137;p21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8" name="Google Shape;1138;p21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9" name="Google Shape;1139;p21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0" name="Google Shape;1140;p21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1" name="Google Shape;1141;p21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2" name="Google Shape;1142;p21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3" name="Google Shape;1143;p21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1144" name="Google Shape;1144;p21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1145" name="Google Shape;1145;p21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6" name="Google Shape;1146;p21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7" name="Google Shape;1147;p21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8" name="Google Shape;1148;p21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9" name="Google Shape;1149;p21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0" name="Google Shape;1150;p21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1" name="Google Shape;1151;p21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2" name="Google Shape;1152;p21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3" name="Google Shape;1153;p21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4" name="Google Shape;1154;p21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5" name="Google Shape;1155;p21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6" name="Google Shape;1156;p21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7" name="Google Shape;1157;p21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8" name="Google Shape;1158;p21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9" name="Google Shape;1159;p21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0" name="Google Shape;1160;p21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1" name="Google Shape;1161;p21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2" name="Google Shape;1162;p21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3" name="Google Shape;1163;p21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4" name="Google Shape;1164;p21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5" name="Google Shape;1165;p21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6" name="Google Shape;1166;p21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7" name="Google Shape;1167;p21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8" name="Google Shape;1168;p21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9" name="Google Shape;1169;p21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0" name="Google Shape;1170;p21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1" name="Google Shape;1171;p21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2" name="Google Shape;1172;p21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3" name="Google Shape;1173;p21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4" name="Google Shape;1174;p21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5" name="Google Shape;1175;p21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6" name="Google Shape;1176;p21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7" name="Google Shape;1177;p21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8" name="Google Shape;1178;p21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9" name="Google Shape;1179;p21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0" name="Google Shape;1180;p21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1" name="Google Shape;1181;p21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2" name="Google Shape;1182;p21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3" name="Google Shape;1183;p21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4" name="Google Shape;1184;p21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5" name="Google Shape;1185;p21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6" name="Google Shape;1186;p21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7" name="Google Shape;1187;p21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8" name="Google Shape;1188;p21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9" name="Google Shape;1189;p21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0" name="Google Shape;1190;p21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1" name="Google Shape;1191;p21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2" name="Google Shape;1192;p21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3" name="Google Shape;1193;p21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4" name="Google Shape;1194;p21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5" name="Google Shape;1195;p21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6" name="Google Shape;1196;p21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7" name="Google Shape;1197;p21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8" name="Google Shape;1198;p21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9" name="Google Shape;1199;p21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0" name="Google Shape;1200;p21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1" name="Google Shape;1201;p21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2" name="Google Shape;1202;p21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3" name="Google Shape;1203;p21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4" name="Google Shape;1204;p21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5" name="Google Shape;1205;p21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6" name="Google Shape;1206;p21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7" name="Google Shape;1207;p21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8" name="Google Shape;1208;p21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9" name="Google Shape;1209;p21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0" name="Google Shape;1210;p21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1" name="Google Shape;1211;p21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2" name="Google Shape;1212;p21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3" name="Google Shape;1213;p21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4" name="Google Shape;1214;p21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5" name="Google Shape;1215;p21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6" name="Google Shape;1216;p21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7" name="Google Shape;1217;p21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8" name="Google Shape;1218;p21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21"/>
          <p:cNvSpPr txBox="1">
            <a:spLocks noGrp="1"/>
          </p:cNvSpPr>
          <p:nvPr>
            <p:ph type="body" idx="1"/>
          </p:nvPr>
        </p:nvSpPr>
        <p:spPr>
          <a:xfrm>
            <a:off x="7905959" y="3411748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0" name="Google Shape;1220;p21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21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21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25" name="Google Shape;1225;p22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226" name="Google Shape;1226;p22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7" name="Google Shape;1227;p22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8" name="Google Shape;1228;p22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9" name="Google Shape;1229;p22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0" name="Google Shape;1230;p22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1" name="Google Shape;1231;p22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2" name="Google Shape;1232;p22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3" name="Google Shape;1233;p22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4" name="Google Shape;1234;p22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5" name="Google Shape;1235;p22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6" name="Google Shape;1236;p22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7" name="Google Shape;1237;p22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8" name="Google Shape;1238;p22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9" name="Google Shape;1239;p22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0" name="Google Shape;1240;p22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1" name="Google Shape;1241;p22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2" name="Google Shape;1242;p22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22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4" name="Google Shape;1244;p22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5" name="Google Shape;1245;p22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6" name="Google Shape;1246;p22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7" name="Google Shape;1247;p22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22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22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0" name="Google Shape;1250;p22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1" name="Google Shape;1251;p22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2" name="Google Shape;1252;p22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3" name="Google Shape;1253;p22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22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22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6" name="Google Shape;1256;p22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7" name="Google Shape;1257;p22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8" name="Google Shape;1258;p22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9" name="Google Shape;1259;p22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0" name="Google Shape;1260;p22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1" name="Google Shape;1261;p22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2" name="Google Shape;1262;p22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3" name="Google Shape;1263;p22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4" name="Google Shape;1264;p22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5" name="Google Shape;1265;p22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0" name="Google Shape;1270;p22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1" name="Google Shape;1271;p22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2" name="Google Shape;1272;p22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3" name="Google Shape;1273;p22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4" name="Google Shape;1274;p22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5" name="Google Shape;1275;p22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22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7" name="Google Shape;1277;p22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22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0" name="Google Shape;1280;p22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1" name="Google Shape;1281;p22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2" name="Google Shape;1282;p22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3" name="Google Shape;1283;p22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6" name="Google Shape;1286;p22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7" name="Google Shape;1297;p22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8" name="Google Shape;1298;p22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9" name="Google Shape;1299;p22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00" name="Google Shape;1300;p22"/>
          <p:cNvSpPr txBox="1">
            <a:spLocks noGrp="1"/>
          </p:cNvSpPr>
          <p:nvPr>
            <p:ph type="body" idx="1"/>
          </p:nvPr>
        </p:nvSpPr>
        <p:spPr>
          <a:xfrm rot="5400000">
            <a:off x="3960814" y="-533400"/>
            <a:ext cx="4267200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01" name="Google Shape;1301;p22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2" name="Google Shape;1302;p22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22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3"/>
          <p:cNvSpPr txBox="1">
            <a:spLocks noGrp="1"/>
          </p:cNvSpPr>
          <p:nvPr>
            <p:ph type="title"/>
          </p:nvPr>
        </p:nvSpPr>
        <p:spPr>
          <a:xfrm rot="5400000">
            <a:off x="8096539" y="2539713"/>
            <a:ext cx="590174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06" name="Google Shape;1306;p23" descr="Line graphic"/>
          <p:cNvGrpSpPr/>
          <p:nvPr/>
        </p:nvGrpSpPr>
        <p:grpSpPr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1307" name="Google Shape;1307;p23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6" name="Google Shape;1316;p23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7" name="Google Shape;1317;p23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81" name="Google Shape;1381;p23"/>
          <p:cNvSpPr txBox="1">
            <a:spLocks noGrp="1"/>
          </p:cNvSpPr>
          <p:nvPr>
            <p:ph type="body" idx="1"/>
          </p:nvPr>
        </p:nvSpPr>
        <p:spPr>
          <a:xfrm rot="5400000">
            <a:off x="2230726" y="-1344901"/>
            <a:ext cx="5898573" cy="914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82" name="Google Shape;1382;p23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1383;p23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1384;p23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Char char="–"/>
              <a:defRPr sz="2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▪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</a:pPr>
            <a:r>
              <a:rPr lang="en-US"/>
              <a:t>Imbalanced Data in Machine Learning</a:t>
            </a:r>
            <a:endParaRPr/>
          </a:p>
        </p:txBody>
      </p:sp>
      <p:sp>
        <p:nvSpPr>
          <p:cNvPr id="1390" name="Google Shape;1390;p1"/>
          <p:cNvSpPr txBox="1"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By Owais </a:t>
            </a:r>
            <a:r>
              <a:rPr lang="en-US"/>
              <a:t>Ahmed Khan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Imbalanced Dataset</a:t>
            </a:r>
            <a:endParaRPr/>
          </a:p>
        </p:txBody>
      </p:sp>
      <p:sp>
        <p:nvSpPr>
          <p:cNvPr id="1396" name="Google Shape;1396;p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An Imbalanced Dataset is a dataset where one or more labels make up the majority of the dataset, leaving far fewer examples of other labels.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In many scenarios, getting more data for the minority class may be impractical or hard to acquire because the data is inherently imbalanced.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</a:pPr>
            <a:r>
              <a:rPr lang="en-US"/>
              <a:t>E.g. Fraud detection and detection of rare diseases.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Why it causes problems?</a:t>
            </a:r>
            <a:endParaRPr/>
          </a:p>
        </p:txBody>
      </p:sp>
      <p:sp>
        <p:nvSpPr>
          <p:cNvPr id="1402" name="Google Shape;1402;p3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 model cannot learn to predict the minority class well because of class imbalance.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A Model can only learn a simple heuristic (e.g. always predict the dominant class) and gets stuck in a suboptimal solution.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An accuracy of over 90% can be misleading because the model may not have predictive power on the rare class.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Often minority class is more important than the majority class. A wrong prediction about a minority class is more costly than an incorrect prediction about the majority class.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E.g. Missing a fraudulent transaction is 100x more costly than misclassifying a legitimate example as fraud.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408" name="Google Shape;1408;p4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409" name="Google Shape;140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612" y="274639"/>
            <a:ext cx="11125200" cy="649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How to deal with imbalance dataset</a:t>
            </a:r>
            <a:endParaRPr/>
          </a:p>
        </p:txBody>
      </p:sp>
      <p:sp>
        <p:nvSpPr>
          <p:cNvPr id="1415" name="Google Shape;1415;p5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Data-level Resampling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Model-level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Metric-level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Resampling</a:t>
            </a:r>
            <a:endParaRPr/>
          </a:p>
        </p:txBody>
      </p:sp>
      <p:sp>
        <p:nvSpPr>
          <p:cNvPr id="1421" name="Google Shape;1421;p6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Change the distribution of the training data to reduce the level of class imbalance.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None/>
            </a:pPr>
            <a:r>
              <a:rPr lang="en-US" b="1" u="sng">
                <a:solidFill>
                  <a:srgbClr val="FFC000"/>
                </a:solidFill>
              </a:rPr>
              <a:t>Over-sampling (Upsampling):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None/>
            </a:pPr>
            <a:r>
              <a:rPr lang="en-US">
                <a:solidFill>
                  <a:srgbClr val="FFC000"/>
                </a:solidFill>
              </a:rPr>
              <a:t>Randomly make copies of the minority class until a ratio is reached.</a:t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427" name="Google Shape;1427;p7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428" name="Google Shape;142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212" y="152400"/>
            <a:ext cx="11353800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212" y="6172200"/>
            <a:ext cx="11353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SMOTE(synthetic minority oversampling technique)</a:t>
            </a:r>
            <a:endParaRPr/>
          </a:p>
        </p:txBody>
      </p:sp>
      <p:sp>
        <p:nvSpPr>
          <p:cNvPr id="1435" name="Google Shape;1435;p8"/>
          <p:cNvSpPr txBox="1">
            <a:spLocks noGrp="1"/>
          </p:cNvSpPr>
          <p:nvPr>
            <p:ph type="body" idx="1"/>
          </p:nvPr>
        </p:nvSpPr>
        <p:spPr>
          <a:xfrm>
            <a:off x="1522414" y="1524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It creates synthetic examples of the rare class by combining original examples. It does this using a nearest neighbors approach.</a:t>
            </a: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436" name="Google Shape;14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1412" y="2286000"/>
            <a:ext cx="10363200" cy="377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0298" y="6091238"/>
            <a:ext cx="10374313" cy="69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Random Under-sampling</a:t>
            </a:r>
            <a:endParaRPr/>
          </a:p>
        </p:txBody>
      </p:sp>
      <p:sp>
        <p:nvSpPr>
          <p:cNvPr id="1443" name="Google Shape;1443;p9"/>
          <p:cNvSpPr txBox="1">
            <a:spLocks noGrp="1"/>
          </p:cNvSpPr>
          <p:nvPr>
            <p:ph type="body" idx="1"/>
          </p:nvPr>
        </p:nvSpPr>
        <p:spPr>
          <a:xfrm>
            <a:off x="1522414" y="16002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Removes examples from the majority class.</a:t>
            </a:r>
            <a:endParaRPr/>
          </a:p>
        </p:txBody>
      </p:sp>
      <p:pic>
        <p:nvPicPr>
          <p:cNvPr id="1444" name="Google Shape;144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5588" y="1981200"/>
            <a:ext cx="9521824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2414" y="5791200"/>
            <a:ext cx="9524998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Ensemble method</a:t>
            </a:r>
            <a:endParaRPr/>
          </a:p>
        </p:txBody>
      </p:sp>
      <p:sp>
        <p:nvSpPr>
          <p:cNvPr id="1451" name="Google Shape;1451;p10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Use all samples of the minority class and a subset of the majority class to train multiple models and then ensemble those models.</a:t>
            </a:r>
            <a:endParaRPr/>
          </a:p>
        </p:txBody>
      </p:sp>
      <p:pic>
        <p:nvPicPr>
          <p:cNvPr id="1452" name="Google Shape;145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3686" y="3076575"/>
            <a:ext cx="9122726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458" name="Google Shape;1458;p11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459" name="Google Shape;145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204787"/>
            <a:ext cx="11372849" cy="6272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f02804846_win32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Custom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Corbel</vt:lpstr>
      <vt:lpstr>Consolas</vt:lpstr>
      <vt:lpstr>Arial</vt:lpstr>
      <vt:lpstr>tf02804846_win32</vt:lpstr>
      <vt:lpstr>Imbalanced Data in Machine Learning</vt:lpstr>
      <vt:lpstr>Imbalanced Dataset</vt:lpstr>
      <vt:lpstr>Why it causes problems?</vt:lpstr>
      <vt:lpstr>PowerPoint Presentation</vt:lpstr>
      <vt:lpstr>How to deal with imbalance dataset</vt:lpstr>
      <vt:lpstr>Resampling</vt:lpstr>
      <vt:lpstr>PowerPoint Presentation</vt:lpstr>
      <vt:lpstr>SMOTE(synthetic minority oversampling technique)</vt:lpstr>
      <vt:lpstr>Random Under-sampling</vt:lpstr>
      <vt:lpstr>Ensemble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Imbalanced Data in Machine Learning</dc:title>
  <dc:creator>Yusuf</dc:creator>
  <cp:lastModifiedBy>D-19F-BSCS-31@students.duet.edu.pk</cp:lastModifiedBy>
  <cp:revision>1</cp:revision>
  <dcterms:created xsi:type="dcterms:W3CDTF">2022-07-17T19:29:43Z</dcterms:created>
  <dcterms:modified xsi:type="dcterms:W3CDTF">2026-01-09T14:42:01Z</dcterms:modified>
</cp:coreProperties>
</file>