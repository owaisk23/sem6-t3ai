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318" r:id="rId3"/>
    <p:sldId id="299" r:id="rId4"/>
    <p:sldId id="308" r:id="rId5"/>
    <p:sldId id="309" r:id="rId6"/>
    <p:sldId id="319" r:id="rId7"/>
    <p:sldId id="320" r:id="rId8"/>
    <p:sldId id="321" r:id="rId9"/>
    <p:sldId id="322" r:id="rId10"/>
    <p:sldId id="310" r:id="rId11"/>
    <p:sldId id="317" r:id="rId12"/>
    <p:sldId id="312" r:id="rId13"/>
    <p:sldId id="298" r:id="rId1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5" autoAdjust="0"/>
    <p:restoredTop sz="90747" autoAdjust="0"/>
  </p:normalViewPr>
  <p:slideViewPr>
    <p:cSldViewPr>
      <p:cViewPr varScale="1">
        <p:scale>
          <a:sx n="78" d="100"/>
          <a:sy n="78" d="100"/>
        </p:scale>
        <p:origin x="828" y="9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12/22/2025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12/22/2025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12/22/2025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12/22/2025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12/22/2025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12/22/2025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12/22/2025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12/22/2025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12/22/2025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12/22/2025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12/22/2025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12/22/2025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cikit-learn/scikit-learn/blob/f07e0138b/sklearn/preprocessing/_label.py#L3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cikit-learn/scikit-learn/blob/f07e0138b/sklearn/preprocessing/_label.py#L3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Encoding Categorical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Owais Ahmed Khan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2" y="228600"/>
            <a:ext cx="108204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523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Encoding?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i="1" dirty="0"/>
              <a:t>Encoding categorical data is </a:t>
            </a:r>
            <a:r>
              <a:rPr lang="en-US" sz="3200" b="1" i="1" dirty="0"/>
              <a:t>a process of converting categorical data into integer format so that the data can be provided to different models</a:t>
            </a:r>
            <a:r>
              <a:rPr lang="en-US" sz="3200" i="1" dirty="0"/>
              <a:t>.</a:t>
            </a:r>
          </a:p>
          <a:p>
            <a:r>
              <a:rPr lang="en-US" sz="3200" dirty="0"/>
              <a:t>Categorical data will be in the form of strings or object data types. But, machine learning or deep learning algorithms can work only on numbers. 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2096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encoding?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working on some datasets, we found that some of the features are categorical, if we pass that feature directly to our model, our model can't understand those feature variables. </a:t>
            </a:r>
          </a:p>
          <a:p>
            <a:r>
              <a:rPr lang="en-US" dirty="0"/>
              <a:t>We all know that machines can't understand categorical data. </a:t>
            </a:r>
          </a:p>
          <a:p>
            <a:r>
              <a:rPr lang="en-US" dirty="0"/>
              <a:t>Machines require all independent and dependent variables i.e. input and output features to be numeric. </a:t>
            </a:r>
          </a:p>
          <a:p>
            <a:r>
              <a:rPr lang="en-US" dirty="0"/>
              <a:t>This means that if our data contain a categorical variable, we must have to encode it to the numbers before we fit our data to the model.</a:t>
            </a:r>
          </a:p>
        </p:txBody>
      </p:sp>
    </p:spTree>
    <p:extLst>
      <p:ext uri="{BB962C8B-B14F-4D97-AF65-F5344CB8AC3E}">
        <p14:creationId xmlns:p14="http://schemas.microsoft.com/office/powerpoint/2010/main" val="289266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encoding?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 only work with numerical values.</a:t>
            </a:r>
          </a:p>
          <a:p>
            <a:r>
              <a:rPr lang="en-US" dirty="0"/>
              <a:t> For this reason, </a:t>
            </a:r>
            <a:r>
              <a:rPr lang="en-US" dirty="0">
                <a:solidFill>
                  <a:srgbClr val="FFC000"/>
                </a:solidFill>
              </a:rPr>
              <a:t>it is necessary to convert the categorical values of the features into numerical ones</a:t>
            </a:r>
            <a:r>
              <a:rPr lang="en-US" dirty="0"/>
              <a:t>, So the machine can learn from those data and gives the right model. </a:t>
            </a:r>
          </a:p>
          <a:p>
            <a:r>
              <a:rPr lang="en-US" dirty="0"/>
              <a:t>This process of converting categorical data into numerical data is called </a:t>
            </a:r>
            <a:r>
              <a:rPr lang="en-US" b="1" dirty="0"/>
              <a:t>Encoding</a:t>
            </a:r>
            <a:r>
              <a:rPr lang="en-US" dirty="0"/>
              <a:t>.</a:t>
            </a:r>
          </a:p>
          <a:p>
            <a:r>
              <a:rPr lang="en-US" dirty="0"/>
              <a:t>The two most popular techniques of encoding are,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Nominal Encoding</a:t>
            </a:r>
            <a:endParaRPr lang="en-US" dirty="0">
              <a:solidFill>
                <a:srgbClr val="FFC000"/>
              </a:solidFill>
            </a:endParaRP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Ordinal Encoding</a:t>
            </a:r>
            <a:endParaRPr lang="en-US" dirty="0">
              <a:solidFill>
                <a:srgbClr val="FFC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need to maintain the intrinsic order while converting ordinal data to numeric data.</a:t>
            </a:r>
          </a:p>
          <a:p>
            <a:r>
              <a:rPr lang="en-US" dirty="0"/>
              <a:t>Each category will be given numbers from 0 to n number of categories. </a:t>
            </a:r>
          </a:p>
          <a:p>
            <a:r>
              <a:rPr lang="en-US" dirty="0"/>
              <a:t>If we have 3 categories in the data, such as 'bad', 'average', and 'good', then bad will be encoded as 0, average as 1, and good as 2. So that the order is maintained.</a:t>
            </a:r>
          </a:p>
          <a:p>
            <a:r>
              <a:rPr lang="en-US" dirty="0"/>
              <a:t>When we train the machine learning model, it will learn the pattern with the intrinsic order giving better results.</a:t>
            </a:r>
          </a:p>
          <a:p>
            <a:r>
              <a:rPr lang="en-US" dirty="0"/>
              <a:t>For example: Student’s performance, Customer’s review, etc…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45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" y="228600"/>
            <a:ext cx="1173480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899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scikit</a:t>
            </a:r>
            <a:r>
              <a:rPr lang="en-US" dirty="0"/>
              <a:t>-learn, </a:t>
            </a:r>
            <a:r>
              <a:rPr lang="en-US" dirty="0" err="1"/>
              <a:t>OrdinalEncoder</a:t>
            </a:r>
            <a:r>
              <a:rPr lang="en-US" dirty="0"/>
              <a:t> is a class that is used to transform ordinal categorical features into integer codes.</a:t>
            </a:r>
          </a:p>
          <a:p>
            <a:r>
              <a:rPr lang="en-US" dirty="0"/>
              <a:t>It maps each category in each feature to a different integer. </a:t>
            </a:r>
          </a:p>
          <a:p>
            <a:r>
              <a:rPr lang="en-US" i="1" dirty="0">
                <a:solidFill>
                  <a:srgbClr val="FFC000"/>
                </a:solidFill>
              </a:rPr>
              <a:t>class </a:t>
            </a:r>
            <a:r>
              <a:rPr lang="en-US">
                <a:solidFill>
                  <a:srgbClr val="FFC000"/>
                </a:solidFill>
              </a:rPr>
              <a:t>sklearn.preprocessing.</a:t>
            </a:r>
            <a:r>
              <a:rPr lang="en-US" b="1">
                <a:solidFill>
                  <a:srgbClr val="FFC000"/>
                </a:solidFill>
              </a:rPr>
              <a:t>OrdinalEncoder</a:t>
            </a:r>
            <a:br>
              <a:rPr lang="en-US" dirty="0">
                <a:solidFill>
                  <a:srgbClr val="FFC000"/>
                </a:solidFill>
                <a:hlinkClick r:id="rId2"/>
              </a:rPr>
            </a:br>
            <a:endParaRPr lang="en-US" dirty="0">
              <a:solidFill>
                <a:srgbClr val="FFC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78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 target labels with value between 0 and n_classes-1.</a:t>
            </a:r>
          </a:p>
          <a:p>
            <a:r>
              <a:rPr lang="en-US" dirty="0"/>
              <a:t>This transformer should be used to encode target values, </a:t>
            </a:r>
            <a:r>
              <a:rPr lang="en-US" i="1" dirty="0"/>
              <a:t>i.e.</a:t>
            </a:r>
            <a:r>
              <a:rPr lang="en-US" dirty="0"/>
              <a:t> y, and not the input X.</a:t>
            </a:r>
          </a:p>
          <a:p>
            <a:r>
              <a:rPr lang="en-US" i="1" dirty="0">
                <a:solidFill>
                  <a:srgbClr val="FFC000"/>
                </a:solidFill>
              </a:rPr>
              <a:t>class </a:t>
            </a:r>
            <a:r>
              <a:rPr lang="en-US" dirty="0" err="1">
                <a:solidFill>
                  <a:srgbClr val="FFC000"/>
                </a:solidFill>
              </a:rPr>
              <a:t>sklearn.preprocessing.</a:t>
            </a:r>
            <a:r>
              <a:rPr lang="en-US" b="1" dirty="0" err="1">
                <a:solidFill>
                  <a:srgbClr val="FFC000"/>
                </a:solidFill>
              </a:rPr>
              <a:t>LabelEncoder</a:t>
            </a:r>
            <a:br>
              <a:rPr lang="en-US" dirty="0">
                <a:solidFill>
                  <a:srgbClr val="FFC000"/>
                </a:solidFill>
                <a:hlinkClick r:id="rId2"/>
              </a:rPr>
            </a:b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55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tx1"/>
                </a:solidFill>
              </a:rPr>
              <a:t>Nominal Encoding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Nominal data will not have intrinsic order, we make use of </a:t>
            </a:r>
            <a:r>
              <a:rPr lang="en-US" sz="2800" dirty="0" err="1"/>
              <a:t>OneHotEncoder</a:t>
            </a:r>
            <a:r>
              <a:rPr lang="en-US" sz="2800" dirty="0"/>
              <a:t> class from </a:t>
            </a:r>
            <a:r>
              <a:rPr lang="en-US" sz="2800" dirty="0" err="1"/>
              <a:t>sklearn</a:t>
            </a:r>
            <a:r>
              <a:rPr lang="en-US" sz="2800" dirty="0"/>
              <a:t> to encode the nominal data.</a:t>
            </a:r>
          </a:p>
          <a:p>
            <a:r>
              <a:rPr lang="en-US" sz="2800" dirty="0"/>
              <a:t>If we start encoding categories from 0,1,2 to all the categories, then the machine learning algorithm will give importance to 2 (more than 0 and 1), which will not be true as the data is nominal and will have no intrinsic order. So, this method will not work in the case of nominal data.</a:t>
            </a:r>
          </a:p>
          <a:p>
            <a:r>
              <a:rPr lang="en-US" sz="2800" dirty="0"/>
              <a:t>Here each of the categories will be transformed into a new column and will be given values of 0 or 1 depending on the occurrence of the respective category. So, the number of features will increase after the transformation.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210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2" y="152400"/>
            <a:ext cx="11353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442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One-Hot Encoding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One-Hot Encoding</a:t>
            </a:r>
            <a:r>
              <a:rPr lang="en-US" dirty="0"/>
              <a:t> is the most common, correct way to deal with non-ordinal categorical data. </a:t>
            </a:r>
          </a:p>
          <a:p>
            <a:r>
              <a:rPr lang="en-US" dirty="0"/>
              <a:t>It consists of creating an additional feature for each group of the categorical feature and mark each observation belonging (Value=1) or not (Value=0) to that group.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2" y="4219575"/>
            <a:ext cx="1013460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54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002" y="0"/>
            <a:ext cx="12264827" cy="6858000"/>
          </a:xfrm>
        </p:spPr>
      </p:pic>
    </p:spTree>
    <p:extLst>
      <p:ext uri="{BB962C8B-B14F-4D97-AF65-F5344CB8AC3E}">
        <p14:creationId xmlns:p14="http://schemas.microsoft.com/office/powerpoint/2010/main" val="229846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f02804846_win32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tf02804846_win32</Template>
  <TotalTime>23820</TotalTime>
  <Words>460</Words>
  <Application>Microsoft Office PowerPoint</Application>
  <PresentationFormat>Custom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Consolas</vt:lpstr>
      <vt:lpstr>Corbel</vt:lpstr>
      <vt:lpstr>tf02804846_win32</vt:lpstr>
      <vt:lpstr>Encoding Categorical Data</vt:lpstr>
      <vt:lpstr>PowerPoint Presentation</vt:lpstr>
      <vt:lpstr>What Is Encoding?</vt:lpstr>
      <vt:lpstr>What is encoding?</vt:lpstr>
      <vt:lpstr>What is encoding?</vt:lpstr>
      <vt:lpstr>Ordinal Encoding</vt:lpstr>
      <vt:lpstr>PowerPoint Presentation</vt:lpstr>
      <vt:lpstr>Ordinal Encoder</vt:lpstr>
      <vt:lpstr>Label Encoder</vt:lpstr>
      <vt:lpstr>Nominal Encoding</vt:lpstr>
      <vt:lpstr>PowerPoint Presentation</vt:lpstr>
      <vt:lpstr>One-Hot Encoding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</dc:title>
  <dc:creator>Yusuf</dc:creator>
  <cp:lastModifiedBy>D-19F-BSCS-31@students.duet.edu.pk</cp:lastModifiedBy>
  <cp:revision>212</cp:revision>
  <dcterms:created xsi:type="dcterms:W3CDTF">2022-07-17T19:29:43Z</dcterms:created>
  <dcterms:modified xsi:type="dcterms:W3CDTF">2025-12-22T11:25:40Z</dcterms:modified>
</cp:coreProperties>
</file>