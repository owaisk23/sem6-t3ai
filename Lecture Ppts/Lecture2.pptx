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Corbel" panose="020B05030202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mafNh129HohYBX6UaEnavwP7K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378" y="8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10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18" name="Google Shape;18;p10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" name="Google Shape;19;p10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" name="Google Shape;20;p10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" name="Google Shape;21;p10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" name="Google Shape;23;p10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" name="Google Shape;24;p10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" name="Google Shape;25;p10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" name="Google Shape;26;p10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" name="Google Shape;30;p10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" name="Google Shape;34;p10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" name="Google Shape;35;p10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" name="Google Shape;36;p10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" name="Google Shape;37;p10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" name="Google Shape;38;p10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" name="Google Shape;39;p10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" name="Google Shape;40;p10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" name="Google Shape;41;p10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" name="Google Shape;42;p10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" name="Google Shape;43;p10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" name="Google Shape;44;p10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" name="Google Shape;45;p10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" name="Google Shape;46;p10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" name="Google Shape;47;p10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" name="Google Shape;50;p10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" name="Google Shape;51;p10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" name="Google Shape;52;p10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" name="Google Shape;53;p10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" name="Google Shape;54;p10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" name="Google Shape;55;p10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" name="Google Shape;56;p10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" name="Google Shape;57;p10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" name="Google Shape;64;p10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" name="Google Shape;65;p10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" name="Google Shape;68;p10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" name="Google Shape;69;p10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7" name="Google Shape;77;p10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2" name="Google Shape;82;p10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" name="Google Shape;94;p10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8" name="Google Shape;118;p10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41" name="Google Shape;141;p10"/>
          <p:cNvSpPr txBox="1"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1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45" name="Google Shape;145;p11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9" name="Google Shape;219;p11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220" name="Google Shape;220;p11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1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1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nsolas"/>
              <a:buNone/>
              <a:defRPr sz="44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2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226" name="Google Shape;226;p12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12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1" name="Google Shape;291;p12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3" name="Google Shape;293;p12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4" name="Google Shape;294;p12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5" name="Google Shape;295;p12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6" name="Google Shape;296;p12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7" name="Google Shape;297;p12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8" name="Google Shape;298;p12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12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7" name="Google Shape;307;p12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12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7" name="Google Shape;317;p12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49" name="Google Shape;349;p12"/>
          <p:cNvSpPr txBox="1"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12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2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2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5" name="Google Shape;355;p13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356" name="Google Shape;356;p13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30" name="Google Shape;430;p13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9599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body" idx="2"/>
          </p:nvPr>
        </p:nvSpPr>
        <p:spPr>
          <a:xfrm>
            <a:off x="6246815" y="1905000"/>
            <a:ext cx="4419598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3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7" name="Google Shape;437;p14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438" name="Google Shape;438;p14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9" name="Google Shape;509;p14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0" name="Google Shape;510;p14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2" name="Google Shape;512;p14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3" name="Google Shape;513;p14"/>
          <p:cNvSpPr txBox="1">
            <a:spLocks noGrp="1"/>
          </p:cNvSpPr>
          <p:nvPr>
            <p:ph type="body" idx="2"/>
          </p:nvPr>
        </p:nvSpPr>
        <p:spPr>
          <a:xfrm>
            <a:off x="1522413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14" name="Google Shape;514;p14"/>
          <p:cNvSpPr txBox="1">
            <a:spLocks noGrp="1"/>
          </p:cNvSpPr>
          <p:nvPr>
            <p:ph type="body" idx="3"/>
          </p:nvPr>
        </p:nvSpPr>
        <p:spPr>
          <a:xfrm>
            <a:off x="6249860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5" name="Google Shape;515;p14"/>
          <p:cNvSpPr txBox="1">
            <a:spLocks noGrp="1"/>
          </p:cNvSpPr>
          <p:nvPr>
            <p:ph type="body" idx="4"/>
          </p:nvPr>
        </p:nvSpPr>
        <p:spPr>
          <a:xfrm>
            <a:off x="6249860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16" name="Google Shape;516;p14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4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4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21" name="Google Shape;521;p15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522" name="Google Shape;522;p15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5" name="Google Shape;595;p15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96" name="Google Shape;596;p15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15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5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6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6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7"/>
          <p:cNvSpPr txBox="1">
            <a:spLocks noGrp="1"/>
          </p:cNvSpPr>
          <p:nvPr>
            <p:ph type="body" idx="1"/>
          </p:nvPr>
        </p:nvSpPr>
        <p:spPr>
          <a:xfrm>
            <a:off x="1522413" y="34290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6" name="Google Shape;606;p17"/>
          <p:cNvSpPr txBox="1">
            <a:spLocks noGrp="1"/>
          </p:cNvSpPr>
          <p:nvPr>
            <p:ph type="body" idx="2"/>
          </p:nvPr>
        </p:nvSpPr>
        <p:spPr>
          <a:xfrm>
            <a:off x="4710022" y="1905000"/>
            <a:ext cx="566928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grpSp>
        <p:nvGrpSpPr>
          <p:cNvPr id="607" name="Google Shape;607;p17" descr="Box graphic"/>
          <p:cNvGrpSpPr/>
          <p:nvPr/>
        </p:nvGrpSpPr>
        <p:grpSpPr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08" name="Google Shape;608;p17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609" name="Google Shape;609;p17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610" name="Google Shape;610;p17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1" name="Google Shape;611;p17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2" name="Google Shape;612;p17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3" name="Google Shape;613;p17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4" name="Google Shape;614;p17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5" name="Google Shape;615;p17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7" name="Google Shape;617;p17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8" name="Google Shape;618;p17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9" name="Google Shape;619;p17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0" name="Google Shape;620;p17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1" name="Google Shape;621;p17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2" name="Google Shape;622;p17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5" name="Google Shape;625;p17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6" name="Google Shape;626;p17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7" name="Google Shape;627;p17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8" name="Google Shape;628;p17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2" name="Google Shape;692;p17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3" name="Google Shape;693;p17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4" name="Google Shape;694;p17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5" name="Google Shape;695;p17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6" name="Google Shape;696;p17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7" name="Google Shape;697;p17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8" name="Google Shape;698;p17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9" name="Google Shape;699;p17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0" name="Google Shape;700;p17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1" name="Google Shape;701;p17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2" name="Google Shape;702;p17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3" name="Google Shape;703;p17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5" name="Google Shape;705;p17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6" name="Google Shape;706;p17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7" name="Google Shape;707;p17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8" name="Google Shape;708;p17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5" name="Google Shape;715;p17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6" name="Google Shape;716;p17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7" name="Google Shape;717;p17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8" name="Google Shape;718;p17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9" name="Google Shape;719;p17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0" name="Google Shape;720;p17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1" name="Google Shape;721;p17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2" name="Google Shape;722;p17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3" name="Google Shape;723;p17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4" name="Google Shape;724;p17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5" name="Google Shape;725;p17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6" name="Google Shape;726;p17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7" name="Google Shape;727;p17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8" name="Google Shape;728;p17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9" name="Google Shape;729;p17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0" name="Google Shape;730;p17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1" name="Google Shape;731;p17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2" name="Google Shape;732;p17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3" name="Google Shape;733;p17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4" name="Google Shape;734;p17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5" name="Google Shape;735;p17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6" name="Google Shape;736;p17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7" name="Google Shape;737;p17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8" name="Google Shape;738;p17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9" name="Google Shape;739;p17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0" name="Google Shape;740;p17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1" name="Google Shape;741;p17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2" name="Google Shape;742;p17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3" name="Google Shape;743;p17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4" name="Google Shape;744;p17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5" name="Google Shape;745;p17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6" name="Google Shape;746;p17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7" name="Google Shape;747;p17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8" name="Google Shape;748;p17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9" name="Google Shape;749;p17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0" name="Google Shape;750;p17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1" name="Google Shape;751;p17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2" name="Google Shape;752;p17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3" name="Google Shape;753;p17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4" name="Google Shape;754;p17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5" name="Google Shape;755;p17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6" name="Google Shape;756;p17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8" name="Google Shape;758;p17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759" name="Google Shape;759;p17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760" name="Google Shape;760;p17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761" name="Google Shape;761;p17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2" name="Google Shape;762;p17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3" name="Google Shape;763;p17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4" name="Google Shape;764;p17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5" name="Google Shape;765;p17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6" name="Google Shape;766;p17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7" name="Google Shape;767;p17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8" name="Google Shape;768;p17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9" name="Google Shape;769;p17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0" name="Google Shape;770;p17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1" name="Google Shape;771;p17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2" name="Google Shape;772;p17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3" name="Google Shape;773;p17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4" name="Google Shape;774;p17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5" name="Google Shape;775;p17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6" name="Google Shape;776;p17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7" name="Google Shape;777;p17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8" name="Google Shape;778;p17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9" name="Google Shape;779;p17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0" name="Google Shape;780;p17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1" name="Google Shape;781;p17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2" name="Google Shape;782;p17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3" name="Google Shape;783;p17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4" name="Google Shape;784;p17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5" name="Google Shape;785;p17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6" name="Google Shape;786;p17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7" name="Google Shape;787;p17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8" name="Google Shape;788;p17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9" name="Google Shape;789;p17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0" name="Google Shape;790;p17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1" name="Google Shape;791;p17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2" name="Google Shape;792;p17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3" name="Google Shape;793;p17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4" name="Google Shape;794;p17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5" name="Google Shape;795;p17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6" name="Google Shape;796;p17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7" name="Google Shape;797;p17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8" name="Google Shape;798;p17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9" name="Google Shape;799;p17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0" name="Google Shape;800;p17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1" name="Google Shape;801;p17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2" name="Google Shape;802;p17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3" name="Google Shape;803;p17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4" name="Google Shape;804;p17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5" name="Google Shape;805;p17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6" name="Google Shape;806;p17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7" name="Google Shape;807;p17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8" name="Google Shape;808;p17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9" name="Google Shape;809;p17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0" name="Google Shape;810;p17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1" name="Google Shape;811;p17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2" name="Google Shape;812;p17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3" name="Google Shape;813;p17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4" name="Google Shape;814;p17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5" name="Google Shape;815;p17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6" name="Google Shape;816;p17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7" name="Google Shape;817;p17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8" name="Google Shape;818;p17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9" name="Google Shape;819;p17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0" name="Google Shape;820;p17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1" name="Google Shape;821;p17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2" name="Google Shape;822;p17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3" name="Google Shape;823;p17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4" name="Google Shape;824;p17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5" name="Google Shape;825;p17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6" name="Google Shape;826;p17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7" name="Google Shape;827;p17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8" name="Google Shape;828;p17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9" name="Google Shape;829;p17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0" name="Google Shape;830;p17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1" name="Google Shape;831;p17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2" name="Google Shape;832;p17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3" name="Google Shape;833;p17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4" name="Google Shape;834;p17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835" name="Google Shape;835;p17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836" name="Google Shape;836;p17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7" name="Google Shape;837;p17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8" name="Google Shape;838;p17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9" name="Google Shape;839;p17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0" name="Google Shape;840;p17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1" name="Google Shape;841;p17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2" name="Google Shape;842;p17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3" name="Google Shape;843;p17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4" name="Google Shape;844;p17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5" name="Google Shape;845;p17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6" name="Google Shape;846;p17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7" name="Google Shape;847;p17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8" name="Google Shape;848;p17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9" name="Google Shape;849;p17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0" name="Google Shape;850;p17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1" name="Google Shape;851;p17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2" name="Google Shape;852;p17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3" name="Google Shape;853;p17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4" name="Google Shape;854;p17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5" name="Google Shape;855;p17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6" name="Google Shape;856;p17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7" name="Google Shape;857;p17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8" name="Google Shape;858;p17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9" name="Google Shape;859;p17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0" name="Google Shape;860;p17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1" name="Google Shape;861;p17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2" name="Google Shape;862;p17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3" name="Google Shape;863;p17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4" name="Google Shape;864;p17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5" name="Google Shape;865;p17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6" name="Google Shape;866;p17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7" name="Google Shape;867;p17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8" name="Google Shape;868;p17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9" name="Google Shape;869;p17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0" name="Google Shape;870;p17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1" name="Google Shape;871;p17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2" name="Google Shape;872;p17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3" name="Google Shape;873;p17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4" name="Google Shape;874;p17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5" name="Google Shape;875;p17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6" name="Google Shape;876;p17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7" name="Google Shape;877;p17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8" name="Google Shape;878;p17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9" name="Google Shape;879;p17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0" name="Google Shape;880;p17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1" name="Google Shape;881;p17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2" name="Google Shape;882;p17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3" name="Google Shape;883;p17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4" name="Google Shape;884;p17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5" name="Google Shape;885;p17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6" name="Google Shape;886;p17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7" name="Google Shape;887;p17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8" name="Google Shape;888;p17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9" name="Google Shape;889;p17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0" name="Google Shape;890;p17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1" name="Google Shape;891;p17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2" name="Google Shape;892;p17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3" name="Google Shape;893;p17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4" name="Google Shape;894;p17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5" name="Google Shape;895;p17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6" name="Google Shape;896;p17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7" name="Google Shape;897;p17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8" name="Google Shape;898;p17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9" name="Google Shape;899;p17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0" name="Google Shape;900;p17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1" name="Google Shape;901;p17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2" name="Google Shape;902;p17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3" name="Google Shape;903;p17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4" name="Google Shape;904;p17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5" name="Google Shape;905;p17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6" name="Google Shape;906;p17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7" name="Google Shape;907;p17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8" name="Google Shape;908;p17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9" name="Google Shape;909;p17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10" name="Google Shape;910;p17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17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7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5" name="Google Shape;915;p18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1745838" y="1884311"/>
            <a:ext cx="5669280" cy="40416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916" name="Google Shape;916;p18" descr="Box graphic"/>
          <p:cNvGrpSpPr/>
          <p:nvPr/>
        </p:nvGrpSpPr>
        <p:grpSpPr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917" name="Google Shape;917;p18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918" name="Google Shape;918;p18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919" name="Google Shape;919;p18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0" name="Google Shape;920;p18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1" name="Google Shape;921;p18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2" name="Google Shape;922;p18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3" name="Google Shape;923;p18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4" name="Google Shape;924;p18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5" name="Google Shape;925;p18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6" name="Google Shape;926;p18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7" name="Google Shape;927;p18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8" name="Google Shape;928;p18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9" name="Google Shape;929;p18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0" name="Google Shape;930;p18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1" name="Google Shape;931;p18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2" name="Google Shape;932;p18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3" name="Google Shape;933;p18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4" name="Google Shape;934;p18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5" name="Google Shape;935;p18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6" name="Google Shape;936;p18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7" name="Google Shape;937;p18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8" name="Google Shape;938;p18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9" name="Google Shape;939;p18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0" name="Google Shape;940;p18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1" name="Google Shape;941;p18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2" name="Google Shape;942;p18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3" name="Google Shape;943;p18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4" name="Google Shape;944;p18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0" name="Google Shape;950;p18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1" name="Google Shape;951;p18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2" name="Google Shape;952;p18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3" name="Google Shape;953;p18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4" name="Google Shape;954;p18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5" name="Google Shape;955;p18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6" name="Google Shape;956;p18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7" name="Google Shape;957;p18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8" name="Google Shape;958;p18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9" name="Google Shape;959;p18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0" name="Google Shape;960;p18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1" name="Google Shape;961;p18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2" name="Google Shape;962;p18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3" name="Google Shape;963;p18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4" name="Google Shape;964;p18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5" name="Google Shape;965;p18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6" name="Google Shape;966;p18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7" name="Google Shape;967;p18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8" name="Google Shape;968;p18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9" name="Google Shape;969;p18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0" name="Google Shape;970;p18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1" name="Google Shape;971;p18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2" name="Google Shape;972;p18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3" name="Google Shape;973;p18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4" name="Google Shape;974;p18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5" name="Google Shape;975;p18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6" name="Google Shape;976;p18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7" name="Google Shape;977;p18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8" name="Google Shape;978;p18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9" name="Google Shape;979;p18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0" name="Google Shape;980;p18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1" name="Google Shape;981;p18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2" name="Google Shape;982;p18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3" name="Google Shape;983;p18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4" name="Google Shape;984;p18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5" name="Google Shape;985;p18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6" name="Google Shape;986;p18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7" name="Google Shape;987;p18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8" name="Google Shape;988;p18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9" name="Google Shape;989;p18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0" name="Google Shape;990;p18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1" name="Google Shape;991;p18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2" name="Google Shape;992;p18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993" name="Google Shape;993;p18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994" name="Google Shape;994;p18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5" name="Google Shape;995;p18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6" name="Google Shape;996;p18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7" name="Google Shape;997;p18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8" name="Google Shape;998;p18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9" name="Google Shape;999;p18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0" name="Google Shape;1000;p18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1" name="Google Shape;1001;p18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2" name="Google Shape;1002;p18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3" name="Google Shape;1003;p18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4" name="Google Shape;1004;p18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5" name="Google Shape;1005;p18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6" name="Google Shape;1006;p18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7" name="Google Shape;1007;p18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8" name="Google Shape;1008;p18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9" name="Google Shape;1009;p18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0" name="Google Shape;1010;p18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1" name="Google Shape;1011;p18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2" name="Google Shape;1012;p18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3" name="Google Shape;1013;p18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4" name="Google Shape;1014;p18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5" name="Google Shape;1015;p18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6" name="Google Shape;1016;p18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7" name="Google Shape;1017;p18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8" name="Google Shape;1018;p18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9" name="Google Shape;1019;p18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0" name="Google Shape;1020;p18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1" name="Google Shape;1021;p18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2" name="Google Shape;1022;p18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3" name="Google Shape;1023;p18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4" name="Google Shape;1024;p18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5" name="Google Shape;1025;p18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6" name="Google Shape;1026;p18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7" name="Google Shape;1027;p18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8" name="Google Shape;1028;p18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9" name="Google Shape;1029;p18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0" name="Google Shape;1030;p18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1" name="Google Shape;1031;p18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2" name="Google Shape;1032;p18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3" name="Google Shape;1033;p18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4" name="Google Shape;1034;p18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5" name="Google Shape;1035;p18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6" name="Google Shape;1036;p18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7" name="Google Shape;1037;p18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8" name="Google Shape;1038;p18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9" name="Google Shape;1039;p18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0" name="Google Shape;1040;p18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1" name="Google Shape;1041;p18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2" name="Google Shape;1042;p18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3" name="Google Shape;1043;p18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4" name="Google Shape;1044;p18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5" name="Google Shape;1045;p18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6" name="Google Shape;1046;p18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7" name="Google Shape;1047;p18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8" name="Google Shape;1048;p18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9" name="Google Shape;1049;p18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0" name="Google Shape;1050;p18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1" name="Google Shape;1051;p18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2" name="Google Shape;1052;p18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3" name="Google Shape;1053;p18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4" name="Google Shape;1054;p18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5" name="Google Shape;1055;p18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6" name="Google Shape;1056;p18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7" name="Google Shape;1057;p18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8" name="Google Shape;1058;p18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9" name="Google Shape;1059;p18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0" name="Google Shape;1060;p18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1" name="Google Shape;1061;p18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2" name="Google Shape;1062;p18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3" name="Google Shape;1063;p18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4" name="Google Shape;1064;p18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5" name="Google Shape;1065;p18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6" name="Google Shape;1066;p18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7" name="Google Shape;1067;p18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068" name="Google Shape;1068;p18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1069" name="Google Shape;1069;p18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1070" name="Google Shape;1070;p18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1" name="Google Shape;1071;p18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2" name="Google Shape;1072;p18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3" name="Google Shape;1073;p18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4" name="Google Shape;1074;p18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5" name="Google Shape;1075;p18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6" name="Google Shape;1076;p18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7" name="Google Shape;1077;p18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8" name="Google Shape;1078;p18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9" name="Google Shape;1079;p18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0" name="Google Shape;1080;p18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1" name="Google Shape;1081;p18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2" name="Google Shape;1082;p18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3" name="Google Shape;1083;p18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4" name="Google Shape;1084;p18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5" name="Google Shape;1085;p18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6" name="Google Shape;1086;p18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7" name="Google Shape;1087;p18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8" name="Google Shape;1088;p18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9" name="Google Shape;1089;p18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0" name="Google Shape;1090;p18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1" name="Google Shape;1091;p18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2" name="Google Shape;1092;p18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3" name="Google Shape;1093;p18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4" name="Google Shape;1094;p18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5" name="Google Shape;1095;p18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6" name="Google Shape;1096;p18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7" name="Google Shape;1097;p18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8" name="Google Shape;1098;p18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9" name="Google Shape;1099;p18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0" name="Google Shape;1100;p18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1" name="Google Shape;1101;p18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2" name="Google Shape;1102;p18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3" name="Google Shape;1103;p18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4" name="Google Shape;1104;p18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5" name="Google Shape;1105;p18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6" name="Google Shape;1106;p18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7" name="Google Shape;1107;p18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8" name="Google Shape;1108;p18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9" name="Google Shape;1109;p18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0" name="Google Shape;1110;p18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1" name="Google Shape;1111;p18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2" name="Google Shape;1112;p18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3" name="Google Shape;1113;p18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4" name="Google Shape;1114;p18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5" name="Google Shape;1115;p18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6" name="Google Shape;1116;p18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7" name="Google Shape;1117;p18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8" name="Google Shape;1118;p18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9" name="Google Shape;1119;p18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0" name="Google Shape;1120;p18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1" name="Google Shape;1121;p18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2" name="Google Shape;1122;p18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3" name="Google Shape;1123;p18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4" name="Google Shape;1124;p18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5" name="Google Shape;1125;p18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6" name="Google Shape;1126;p18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7" name="Google Shape;1127;p18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8" name="Google Shape;1128;p18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9" name="Google Shape;1129;p18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0" name="Google Shape;1130;p18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1" name="Google Shape;1131;p18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2" name="Google Shape;1132;p18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3" name="Google Shape;1133;p18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4" name="Google Shape;1134;p18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5" name="Google Shape;1135;p18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6" name="Google Shape;1136;p18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7" name="Google Shape;1137;p18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8" name="Google Shape;1138;p18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9" name="Google Shape;1139;p18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0" name="Google Shape;1140;p18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1" name="Google Shape;1141;p18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2" name="Google Shape;1142;p18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3" name="Google Shape;1143;p18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1144" name="Google Shape;1144;p18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1145" name="Google Shape;1145;p18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6" name="Google Shape;1146;p18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7" name="Google Shape;1147;p18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8" name="Google Shape;1148;p18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9" name="Google Shape;1149;p18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0" name="Google Shape;1150;p18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1" name="Google Shape;1151;p18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2" name="Google Shape;1152;p18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3" name="Google Shape;1153;p18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4" name="Google Shape;1154;p18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5" name="Google Shape;1155;p18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6" name="Google Shape;1156;p18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7" name="Google Shape;1157;p18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8" name="Google Shape;1158;p18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9" name="Google Shape;1159;p18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0" name="Google Shape;1160;p18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1" name="Google Shape;1161;p18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2" name="Google Shape;1162;p18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3" name="Google Shape;1163;p18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4" name="Google Shape;1164;p18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5" name="Google Shape;1165;p18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6" name="Google Shape;1166;p18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7" name="Google Shape;1167;p18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8" name="Google Shape;1168;p18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9" name="Google Shape;1169;p18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0" name="Google Shape;1170;p18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1" name="Google Shape;1171;p18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2" name="Google Shape;1172;p18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3" name="Google Shape;1173;p18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4" name="Google Shape;1174;p18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5" name="Google Shape;1175;p18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6" name="Google Shape;1176;p18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7" name="Google Shape;1177;p18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8" name="Google Shape;1178;p18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9" name="Google Shape;1179;p18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0" name="Google Shape;1180;p18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1" name="Google Shape;1181;p18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2" name="Google Shape;1182;p18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3" name="Google Shape;1183;p18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4" name="Google Shape;1184;p18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5" name="Google Shape;1185;p18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6" name="Google Shape;1186;p18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7" name="Google Shape;1187;p18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8" name="Google Shape;1188;p18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9" name="Google Shape;1189;p18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0" name="Google Shape;1190;p18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1" name="Google Shape;1191;p18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2" name="Google Shape;1192;p18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3" name="Google Shape;1193;p18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4" name="Google Shape;1194;p18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5" name="Google Shape;1195;p18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6" name="Google Shape;1196;p18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7" name="Google Shape;1197;p18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8" name="Google Shape;1198;p18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9" name="Google Shape;1199;p18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0" name="Google Shape;1200;p18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1" name="Google Shape;1201;p18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2" name="Google Shape;1202;p18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3" name="Google Shape;1203;p18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4" name="Google Shape;1204;p18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5" name="Google Shape;1205;p18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6" name="Google Shape;1206;p18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7" name="Google Shape;1207;p18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8" name="Google Shape;1208;p18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9" name="Google Shape;1209;p18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0" name="Google Shape;1210;p18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1" name="Google Shape;1211;p18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2" name="Google Shape;1212;p18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3" name="Google Shape;1213;p18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4" name="Google Shape;1214;p18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5" name="Google Shape;1215;p18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6" name="Google Shape;1216;p18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7" name="Google Shape;1217;p18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8" name="Google Shape;1218;p18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18"/>
          <p:cNvSpPr txBox="1">
            <a:spLocks noGrp="1"/>
          </p:cNvSpPr>
          <p:nvPr>
            <p:ph type="body" idx="1"/>
          </p:nvPr>
        </p:nvSpPr>
        <p:spPr>
          <a:xfrm>
            <a:off x="7905959" y="3411748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0" name="Google Shape;1220;p18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18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18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25" name="Google Shape;1225;p19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226" name="Google Shape;1226;p19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7" name="Google Shape;1227;p19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8" name="Google Shape;1228;p19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9" name="Google Shape;1229;p19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1" name="Google Shape;1231;p19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2" name="Google Shape;1232;p19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3" name="Google Shape;1233;p19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4" name="Google Shape;1234;p19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5" name="Google Shape;1235;p19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6" name="Google Shape;1236;p19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7" name="Google Shape;1237;p19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8" name="Google Shape;1238;p19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9" name="Google Shape;1239;p19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0" name="Google Shape;1240;p19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1" name="Google Shape;1241;p19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2" name="Google Shape;1242;p19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4" name="Google Shape;1244;p19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5" name="Google Shape;1245;p19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6" name="Google Shape;1246;p19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19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0" name="Google Shape;1250;p19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1" name="Google Shape;1251;p19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19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9" name="Google Shape;1259;p19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0" name="Google Shape;1260;p19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1" name="Google Shape;1261;p19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4" name="Google Shape;1264;p19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5" name="Google Shape;1265;p19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6" name="Google Shape;1266;p19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9" name="Google Shape;1269;p19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0" name="Google Shape;1270;p19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1" name="Google Shape;1271;p19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4" name="Google Shape;1274;p19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5" name="Google Shape;1275;p19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19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7" name="Google Shape;1287;p19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8" name="Google Shape;1288;p19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9" name="Google Shape;1289;p19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0" name="Google Shape;1290;p19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1" name="Google Shape;1291;p19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2" name="Google Shape;1292;p19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3" name="Google Shape;1293;p19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4" name="Google Shape;1294;p19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5" name="Google Shape;1295;p19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6" name="Google Shape;1296;p19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7" name="Google Shape;1297;p19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8" name="Google Shape;1298;p19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9" name="Google Shape;1299;p19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00" name="Google Shape;1300;p19"/>
          <p:cNvSpPr txBox="1">
            <a:spLocks noGrp="1"/>
          </p:cNvSpPr>
          <p:nvPr>
            <p:ph type="body" idx="1"/>
          </p:nvPr>
        </p:nvSpPr>
        <p:spPr>
          <a:xfrm rot="5400000">
            <a:off x="3960814" y="-533400"/>
            <a:ext cx="4267200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01" name="Google Shape;1301;p19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2" name="Google Shape;1302;p19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19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0"/>
          <p:cNvSpPr txBox="1">
            <a:spLocks noGrp="1"/>
          </p:cNvSpPr>
          <p:nvPr>
            <p:ph type="title"/>
          </p:nvPr>
        </p:nvSpPr>
        <p:spPr>
          <a:xfrm rot="5400000">
            <a:off x="8096539" y="2539713"/>
            <a:ext cx="590174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06" name="Google Shape;1306;p20" descr="Line graphic"/>
          <p:cNvGrpSpPr/>
          <p:nvPr/>
        </p:nvGrpSpPr>
        <p:grpSpPr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1307" name="Google Shape;1307;p20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8" name="Google Shape;1308;p20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20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0" name="Google Shape;1310;p20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1" name="Google Shape;1311;p20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20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3" name="Google Shape;1313;p20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4" name="Google Shape;1314;p20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5" name="Google Shape;1315;p20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6" name="Google Shape;1316;p20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7" name="Google Shape;1317;p20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8" name="Google Shape;1318;p20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9" name="Google Shape;1319;p20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0" name="Google Shape;1320;p20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1" name="Google Shape;1321;p20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2" name="Google Shape;1322;p20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3" name="Google Shape;1323;p20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4" name="Google Shape;1324;p20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5" name="Google Shape;1325;p20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6" name="Google Shape;1326;p20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7" name="Google Shape;1327;p20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8" name="Google Shape;1328;p20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9" name="Google Shape;1329;p20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0" name="Google Shape;1330;p20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1" name="Google Shape;1331;p20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2" name="Google Shape;1332;p20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3" name="Google Shape;1333;p20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4" name="Google Shape;1334;p20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5" name="Google Shape;1335;p20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6" name="Google Shape;1336;p20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7" name="Google Shape;1337;p20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8" name="Google Shape;1338;p20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9" name="Google Shape;1339;p20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0" name="Google Shape;1340;p20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1" name="Google Shape;1341;p20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20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3" name="Google Shape;1343;p20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4" name="Google Shape;1344;p20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20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6" name="Google Shape;1346;p20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7" name="Google Shape;1347;p20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8" name="Google Shape;1348;p20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9" name="Google Shape;1349;p20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0" name="Google Shape;1350;p20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1" name="Google Shape;1351;p20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2" name="Google Shape;1352;p20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20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4" name="Google Shape;1354;p20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5" name="Google Shape;1355;p20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6" name="Google Shape;1356;p20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20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20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9" name="Google Shape;1359;p20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0" name="Google Shape;1360;p20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1" name="Google Shape;1361;p20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2" name="Google Shape;1362;p20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3" name="Google Shape;1363;p20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20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5" name="Google Shape;1365;p20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6" name="Google Shape;1366;p20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7" name="Google Shape;1367;p20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8" name="Google Shape;1368;p20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9" name="Google Shape;1369;p20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0" name="Google Shape;1370;p20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1" name="Google Shape;1371;p20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2" name="Google Shape;1372;p20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3" name="Google Shape;1373;p20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4" name="Google Shape;1374;p20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5" name="Google Shape;1375;p20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20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7" name="Google Shape;1377;p20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8" name="Google Shape;1378;p20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9" name="Google Shape;1379;p20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0" name="Google Shape;1380;p20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81" name="Google Shape;1381;p20"/>
          <p:cNvSpPr txBox="1">
            <a:spLocks noGrp="1"/>
          </p:cNvSpPr>
          <p:nvPr>
            <p:ph type="body" idx="1"/>
          </p:nvPr>
        </p:nvSpPr>
        <p:spPr>
          <a:xfrm rot="5400000">
            <a:off x="2230726" y="-1344901"/>
            <a:ext cx="5898573" cy="914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82" name="Google Shape;1382;p20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1383;p20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1384;p20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Char char="–"/>
              <a:defRPr sz="2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▪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</a:pPr>
            <a:r>
              <a:rPr lang="en-US"/>
              <a:t>Data Science</a:t>
            </a:r>
            <a:endParaRPr/>
          </a:p>
        </p:txBody>
      </p:sp>
      <p:sp>
        <p:nvSpPr>
          <p:cNvPr id="1390" name="Google Shape;1390;p1"/>
          <p:cNvSpPr txBox="1"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/>
            <a:r>
              <a:rPr lang="en-US" dirty="0"/>
              <a:t>By Owais Ahmed Khan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Types Of Data</a:t>
            </a:r>
            <a:endParaRPr/>
          </a:p>
        </p:txBody>
      </p:sp>
      <p:sp>
        <p:nvSpPr>
          <p:cNvPr id="1396" name="Google Shape;1396;p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There are two types of variables you’ll find in your data – numerical and categorical.</a:t>
            </a:r>
            <a:endParaRPr/>
          </a:p>
        </p:txBody>
      </p:sp>
      <p:pic>
        <p:nvPicPr>
          <p:cNvPr id="1397" name="Google Shape;13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2938" y="2743200"/>
            <a:ext cx="83629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Numerical Data / Quantitative Data</a:t>
            </a:r>
            <a:endParaRPr/>
          </a:p>
        </p:txBody>
      </p:sp>
      <p:sp>
        <p:nvSpPr>
          <p:cNvPr id="1403" name="Google Shape;1403;p3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Quantitative data consists of numerical measurements or counts.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>
                <a:solidFill>
                  <a:srgbClr val="FFC000"/>
                </a:solidFill>
              </a:rPr>
              <a:t>Discrete Data</a:t>
            </a:r>
            <a:r>
              <a:rPr lang="en-US">
                <a:solidFill>
                  <a:srgbClr val="FFC000"/>
                </a:solidFill>
              </a:rPr>
              <a:t>: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</a:pPr>
            <a:r>
              <a:rPr lang="en-US"/>
              <a:t>Discrete data consists of distinct, separate values with no intermediate values between them.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Examples: </a:t>
            </a:r>
            <a:endParaRPr>
              <a:solidFill>
                <a:srgbClr val="FFC000"/>
              </a:solidFill>
            </a:endParaRPr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number of siblings (1, 2, 3)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number of employees in an office.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number of cars in a parking lot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number of  faculty members in a meeting.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Numerical Data</a:t>
            </a:r>
            <a:endParaRPr/>
          </a:p>
        </p:txBody>
      </p:sp>
      <p:sp>
        <p:nvSpPr>
          <p:cNvPr id="1409" name="Google Shape;1409;p4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>
                <a:solidFill>
                  <a:srgbClr val="FFC000"/>
                </a:solidFill>
              </a:rPr>
              <a:t>Continuous Data</a:t>
            </a:r>
            <a:r>
              <a:rPr lang="en-US">
                <a:solidFill>
                  <a:srgbClr val="FFC000"/>
                </a:solidFill>
              </a:rPr>
              <a:t>: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</a:pPr>
            <a:r>
              <a:rPr lang="en-US"/>
              <a:t>Continuous data represents measurements that can take on any value within a given range.</a:t>
            </a:r>
            <a:endParaRPr/>
          </a:p>
          <a:p>
            <a:pPr marL="548640" lvl="1" indent="-147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</a:pPr>
            <a:r>
              <a:rPr lang="en-US"/>
              <a:t>Examples: 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Height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Weight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Temperature</a:t>
            </a:r>
            <a:endParaRPr/>
          </a:p>
          <a:p>
            <a:pPr marL="77724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</a:pPr>
            <a:r>
              <a:rPr lang="en-US"/>
              <a:t>Time</a:t>
            </a: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Categorical Data</a:t>
            </a:r>
            <a:endParaRPr/>
          </a:p>
        </p:txBody>
      </p:sp>
      <p:sp>
        <p:nvSpPr>
          <p:cNvPr id="1415" name="Google Shape;1415;p5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For </a:t>
            </a:r>
            <a:r>
              <a:rPr lang="en-US" b="1" u="sng">
                <a:solidFill>
                  <a:srgbClr val="FFC000"/>
                </a:solidFill>
              </a:rPr>
              <a:t>categorical data</a:t>
            </a:r>
            <a:r>
              <a:rPr lang="en-US"/>
              <a:t>, this is any data that isn’t a number, which can mean </a:t>
            </a:r>
            <a:r>
              <a:rPr lang="en-US">
                <a:solidFill>
                  <a:srgbClr val="FFC000"/>
                </a:solidFill>
              </a:rPr>
              <a:t>a string of text or date</a:t>
            </a:r>
            <a:r>
              <a:rPr lang="en-US"/>
              <a:t>. These variables can be broken down into nominal and ordinal values.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 u="sng">
                <a:solidFill>
                  <a:srgbClr val="FFC000"/>
                </a:solidFill>
              </a:rPr>
              <a:t>Ordinal values </a:t>
            </a:r>
            <a:r>
              <a:rPr lang="en-US"/>
              <a:t>are values that have a set order to them. Examples of ordinal values include having a priority on a bug such as “Critical” or “Low” or the ranking of a race as “First” or “Third”.</a:t>
            </a:r>
            <a:endParaRPr/>
          </a:p>
        </p:txBody>
      </p:sp>
      <p:pic>
        <p:nvPicPr>
          <p:cNvPr id="1416" name="Google Shape;14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412" y="4399005"/>
            <a:ext cx="683895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Categorical Data</a:t>
            </a:r>
            <a:endParaRPr/>
          </a:p>
        </p:txBody>
      </p:sp>
      <p:sp>
        <p:nvSpPr>
          <p:cNvPr id="1422" name="Google Shape;1422;p6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 u="sng">
                <a:solidFill>
                  <a:srgbClr val="FFC000"/>
                </a:solidFill>
              </a:rPr>
              <a:t>Nominal values </a:t>
            </a:r>
            <a:r>
              <a:rPr lang="en-US"/>
              <a:t>are the opposite of ordinal values, and they represent values with no set order to them. Nominal value examples include variables such as “Country” or “Marital Status”. </a:t>
            </a:r>
            <a:endParaRPr/>
          </a:p>
        </p:txBody>
      </p:sp>
      <p:pic>
        <p:nvPicPr>
          <p:cNvPr id="1423" name="Google Shape;142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6288" y="3352800"/>
            <a:ext cx="80962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Forms of Data</a:t>
            </a:r>
            <a:endParaRPr/>
          </a:p>
        </p:txBody>
      </p:sp>
      <p:sp>
        <p:nvSpPr>
          <p:cNvPr id="1429" name="Google Shape;1429;p7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>
                <a:solidFill>
                  <a:srgbClr val="FFC000"/>
                </a:solidFill>
              </a:rPr>
              <a:t>Structured Data</a:t>
            </a:r>
            <a:r>
              <a:rPr lang="en-US">
                <a:solidFill>
                  <a:srgbClr val="FFC000"/>
                </a:solidFill>
              </a:rPr>
              <a:t>: </a:t>
            </a:r>
            <a:r>
              <a:rPr lang="en-US"/>
              <a:t>Organized in a tabular format with rows and columns, such as CSV files, Excel spreadsheets, and SQL databases.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>
                <a:solidFill>
                  <a:srgbClr val="FFC000"/>
                </a:solidFill>
              </a:rPr>
              <a:t>Unstructured Data</a:t>
            </a:r>
            <a:r>
              <a:rPr lang="en-US">
                <a:solidFill>
                  <a:srgbClr val="FFC000"/>
                </a:solidFill>
              </a:rPr>
              <a:t>: </a:t>
            </a:r>
            <a:r>
              <a:rPr lang="en-US"/>
              <a:t>Doesn't have a predefined format or structure, such as text documents, audio,  images, and videos.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 b="1">
                <a:solidFill>
                  <a:srgbClr val="FFC000"/>
                </a:solidFill>
              </a:rPr>
              <a:t>Semi-structured Data</a:t>
            </a:r>
            <a:r>
              <a:rPr lang="en-US">
                <a:solidFill>
                  <a:srgbClr val="FFC000"/>
                </a:solidFill>
              </a:rPr>
              <a:t>: </a:t>
            </a:r>
            <a:r>
              <a:rPr lang="en-US"/>
              <a:t>Has a partially defined format but doesn't fit neatly into tables, such as PDF files , HTML pages, etc.</a:t>
            </a: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pic>
        <p:nvPicPr>
          <p:cNvPr id="1435" name="Google Shape;1435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6002" y="0"/>
            <a:ext cx="1226482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f02804846_win32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Custom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Consolas</vt:lpstr>
      <vt:lpstr>tf02804846_win32</vt:lpstr>
      <vt:lpstr>Data Science</vt:lpstr>
      <vt:lpstr>Types Of Data</vt:lpstr>
      <vt:lpstr>Numerical Data / Quantitative Data</vt:lpstr>
      <vt:lpstr>Numerical Data</vt:lpstr>
      <vt:lpstr>Categorical Data</vt:lpstr>
      <vt:lpstr>Categorical Data</vt:lpstr>
      <vt:lpstr>Forms of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Yusuf</dc:creator>
  <cp:lastModifiedBy>D-19F-BSCS-31@students.duet.edu.pk</cp:lastModifiedBy>
  <cp:revision>1</cp:revision>
  <dcterms:created xsi:type="dcterms:W3CDTF">2022-07-17T19:29:43Z</dcterms:created>
  <dcterms:modified xsi:type="dcterms:W3CDTF">2025-11-24T04:31:06Z</dcterms:modified>
</cp:coreProperties>
</file>