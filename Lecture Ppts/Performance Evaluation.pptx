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88825" cy="6858000"/>
  <p:notesSz cx="6858000" cy="9144000"/>
  <p:embeddedFontLst>
    <p:embeddedFont>
      <p:font typeface="Consolas" panose="020B0609020204030204" pitchFamily="49" charset="0"/>
      <p:regular r:id="rId32"/>
      <p:bold r:id="rId33"/>
      <p:italic r:id="rId34"/>
      <p:boldItalic r:id="rId35"/>
    </p:embeddedFont>
    <p:embeddedFont>
      <p:font typeface="Corbel" panose="020B050302020402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3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hfteOzbQSJTcHBTZKUvXaE6k+Z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DB46C5-4A69-4871-961C-ADDB0F45AAC7}">
  <a:tblStyle styleId="{EADB46C5-4A69-4871-961C-ADDB0F45AAC7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rgbClr val="F9EEE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9EEE8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48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7" name="Google Shape;13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4" name="Google Shape;13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1" name="Google Shape;14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6" name="Google Shape;14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2" name="Google Shape;14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g3a3a7759ca2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5" name="Google Shape;1435;g3a3a7759ca2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6" name="Google Shape;1436;g3a3a7759ca2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3a3a7759ca2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3a3a7759ca2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3" name="Google Shape;1443;g3a3a7759ca2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g3a3a7759ca2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9" name="Google Shape;1449;g3a3a7759ca2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0" name="Google Shape;1450;g3a3a7759ca2_0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3a3a7759ca2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3a3a7759ca2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7" name="Google Shape;1457;g3a3a7759ca2_0_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3" name="Google Shape;14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1" name="Google Shape;14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8" name="Google Shape;14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4" name="Google Shape;14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1" name="Google Shape;14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2" name="Google Shape;150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0" name="Google Shape;15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7" name="Google Shape;15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4" name="Google Shape;152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1" name="Google Shape;153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8" name="Google Shape;153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5" name="Google Shape;154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2" name="Google Shape;155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7" name="Google Shape;156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3" name="Google Shape;157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0" name="Google Shape;158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7" name="Google Shape;158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4" name="Google Shape;159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onsola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" name="Google Shape;17;p27" descr="Line graphic"/>
          <p:cNvGrpSpPr/>
          <p:nvPr/>
        </p:nvGrpSpPr>
        <p:grpSpPr>
          <a:xfrm>
            <a:off x="1584896" y="4724400"/>
            <a:ext cx="8631936" cy="64008"/>
            <a:chOff x="-4110038" y="2703513"/>
            <a:chExt cx="17394239" cy="160336"/>
          </a:xfrm>
        </p:grpSpPr>
        <p:sp>
          <p:nvSpPr>
            <p:cNvPr id="18" name="Google Shape;18;p27"/>
            <p:cNvSpPr/>
            <p:nvPr/>
          </p:nvSpPr>
          <p:spPr>
            <a:xfrm>
              <a:off x="12815888" y="2768600"/>
              <a:ext cx="468313" cy="19050"/>
            </a:xfrm>
            <a:custGeom>
              <a:avLst/>
              <a:gdLst/>
              <a:ahLst/>
              <a:cxnLst/>
              <a:rect l="l" t="t" r="r" b="b"/>
              <a:pathLst>
                <a:path w="244" h="8" extrusionOk="0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" name="Google Shape;19;p27"/>
            <p:cNvSpPr/>
            <p:nvPr/>
          </p:nvSpPr>
          <p:spPr>
            <a:xfrm>
              <a:off x="12380913" y="2755900"/>
              <a:ext cx="461963" cy="26987"/>
            </a:xfrm>
            <a:custGeom>
              <a:avLst/>
              <a:gdLst/>
              <a:ahLst/>
              <a:cxnLst/>
              <a:rect l="l" t="t" r="r" b="b"/>
              <a:pathLst>
                <a:path w="241" h="12" extrusionOk="0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" name="Google Shape;20;p27"/>
            <p:cNvSpPr/>
            <p:nvPr/>
          </p:nvSpPr>
          <p:spPr>
            <a:xfrm>
              <a:off x="12814300" y="2779713"/>
              <a:ext cx="1588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" name="Google Shape;21;p27"/>
            <p:cNvSpPr/>
            <p:nvPr/>
          </p:nvSpPr>
          <p:spPr>
            <a:xfrm>
              <a:off x="2738437" y="2795588"/>
              <a:ext cx="425450" cy="15875"/>
            </a:xfrm>
            <a:custGeom>
              <a:avLst/>
              <a:gdLst/>
              <a:ahLst/>
              <a:cxnLst/>
              <a:rect l="l" t="t" r="r" b="b"/>
              <a:pathLst>
                <a:path w="222" h="7" extrusionOk="0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" name="Google Shape;22;p27"/>
            <p:cNvSpPr/>
            <p:nvPr/>
          </p:nvSpPr>
          <p:spPr>
            <a:xfrm>
              <a:off x="-3646488" y="2800350"/>
              <a:ext cx="46038" cy="317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" name="Google Shape;23;p27"/>
            <p:cNvSpPr/>
            <p:nvPr/>
          </p:nvSpPr>
          <p:spPr>
            <a:xfrm>
              <a:off x="2627312" y="2816225"/>
              <a:ext cx="63500" cy="4762"/>
            </a:xfrm>
            <a:custGeom>
              <a:avLst/>
              <a:gdLst/>
              <a:ahLst/>
              <a:cxnLst/>
              <a:rect l="l" t="t" r="r" b="b"/>
              <a:pathLst>
                <a:path w="33" h="2" extrusionOk="0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" name="Google Shape;24;p27"/>
            <p:cNvSpPr/>
            <p:nvPr/>
          </p:nvSpPr>
          <p:spPr>
            <a:xfrm>
              <a:off x="3103562" y="2741613"/>
              <a:ext cx="28575" cy="3175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" name="Google Shape;25;p27"/>
            <p:cNvSpPr/>
            <p:nvPr/>
          </p:nvSpPr>
          <p:spPr>
            <a:xfrm>
              <a:off x="1227137" y="2836863"/>
              <a:ext cx="20638" cy="0"/>
            </a:xfrm>
            <a:custGeom>
              <a:avLst/>
              <a:gdLst/>
              <a:ahLst/>
              <a:cxnLst/>
              <a:rect l="l" t="t" r="r" b="b"/>
              <a:pathLst>
                <a:path w="11" h="120000" extrusionOk="0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" name="Google Shape;26;p27"/>
            <p:cNvSpPr/>
            <p:nvPr/>
          </p:nvSpPr>
          <p:spPr>
            <a:xfrm>
              <a:off x="3660775" y="2713038"/>
              <a:ext cx="331788" cy="20637"/>
            </a:xfrm>
            <a:custGeom>
              <a:avLst/>
              <a:gdLst/>
              <a:ahLst/>
              <a:cxnLst/>
              <a:rect l="l" t="t" r="r" b="b"/>
              <a:pathLst>
                <a:path w="173" h="9" extrusionOk="0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" name="Google Shape;27;p27"/>
            <p:cNvSpPr/>
            <p:nvPr/>
          </p:nvSpPr>
          <p:spPr>
            <a:xfrm>
              <a:off x="-1674813" y="2768600"/>
              <a:ext cx="1588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" name="Google Shape;28;p27"/>
            <p:cNvSpPr/>
            <p:nvPr/>
          </p:nvSpPr>
          <p:spPr>
            <a:xfrm>
              <a:off x="-1673225" y="2767013"/>
              <a:ext cx="36513" cy="1587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" name="Google Shape;29;p27"/>
            <p:cNvSpPr/>
            <p:nvPr/>
          </p:nvSpPr>
          <p:spPr>
            <a:xfrm>
              <a:off x="2690812" y="2811463"/>
              <a:ext cx="47625" cy="4762"/>
            </a:xfrm>
            <a:custGeom>
              <a:avLst/>
              <a:gdLst/>
              <a:ahLst/>
              <a:cxnLst/>
              <a:rect l="l" t="t" r="r" b="b"/>
              <a:pathLst>
                <a:path w="25" h="2" extrusionOk="0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" name="Google Shape;30;p27"/>
            <p:cNvSpPr/>
            <p:nvPr/>
          </p:nvSpPr>
          <p:spPr>
            <a:xfrm>
              <a:off x="2822575" y="2794000"/>
              <a:ext cx="163513" cy="4762"/>
            </a:xfrm>
            <a:custGeom>
              <a:avLst/>
              <a:gdLst/>
              <a:ahLst/>
              <a:cxnLst/>
              <a:rect l="l" t="t" r="r" b="b"/>
              <a:pathLst>
                <a:path w="85" h="2" extrusionOk="0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" name="Google Shape;31;p27"/>
            <p:cNvSpPr/>
            <p:nvPr/>
          </p:nvSpPr>
          <p:spPr>
            <a:xfrm>
              <a:off x="715962" y="2809875"/>
              <a:ext cx="1911350" cy="50800"/>
            </a:xfrm>
            <a:custGeom>
              <a:avLst/>
              <a:gdLst/>
              <a:ahLst/>
              <a:cxnLst/>
              <a:rect l="l" t="t" r="r" b="b"/>
              <a:pathLst>
                <a:path w="996" h="23" extrusionOk="0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" name="Google Shape;32;p27"/>
            <p:cNvSpPr/>
            <p:nvPr/>
          </p:nvSpPr>
          <p:spPr>
            <a:xfrm>
              <a:off x="1995487" y="2822575"/>
              <a:ext cx="20638" cy="0"/>
            </a:xfrm>
            <a:custGeom>
              <a:avLst/>
              <a:gdLst/>
              <a:ahLst/>
              <a:cxnLst/>
              <a:rect l="l" t="t" r="r" b="b"/>
              <a:pathLst>
                <a:path w="10" h="120000" extrusionOk="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" name="Google Shape;33;p27"/>
            <p:cNvSpPr/>
            <p:nvPr/>
          </p:nvSpPr>
          <p:spPr>
            <a:xfrm>
              <a:off x="1630362" y="2830513"/>
              <a:ext cx="22225" cy="0"/>
            </a:xfrm>
            <a:custGeom>
              <a:avLst/>
              <a:gdLst/>
              <a:ahLst/>
              <a:cxnLst/>
              <a:rect l="l" t="t" r="r" b="b"/>
              <a:pathLst>
                <a:path w="12" h="120000" extrusionOk="0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" name="Google Shape;34;p27"/>
            <p:cNvSpPr/>
            <p:nvPr/>
          </p:nvSpPr>
          <p:spPr>
            <a:xfrm>
              <a:off x="2651125" y="2798763"/>
              <a:ext cx="46038" cy="1587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" name="Google Shape;35;p27"/>
            <p:cNvSpPr/>
            <p:nvPr/>
          </p:nvSpPr>
          <p:spPr>
            <a:xfrm>
              <a:off x="2698750" y="2809875"/>
              <a:ext cx="19050" cy="1587"/>
            </a:xfrm>
            <a:custGeom>
              <a:avLst/>
              <a:gdLst/>
              <a:ahLst/>
              <a:cxnLst/>
              <a:rect l="l" t="t" r="r" b="b"/>
              <a:pathLst>
                <a:path w="10" h="1" extrusionOk="0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" name="Google Shape;36;p27"/>
            <p:cNvSpPr/>
            <p:nvPr/>
          </p:nvSpPr>
          <p:spPr>
            <a:xfrm>
              <a:off x="469900" y="2800350"/>
              <a:ext cx="23813" cy="317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" name="Google Shape;37;p27"/>
            <p:cNvSpPr/>
            <p:nvPr/>
          </p:nvSpPr>
          <p:spPr>
            <a:xfrm>
              <a:off x="998537" y="2811463"/>
              <a:ext cx="1076325" cy="20637"/>
            </a:xfrm>
            <a:custGeom>
              <a:avLst/>
              <a:gdLst/>
              <a:ahLst/>
              <a:cxnLst/>
              <a:rect l="l" t="t" r="r" b="b"/>
              <a:pathLst>
                <a:path w="561" h="9" extrusionOk="0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" name="Google Shape;38;p27"/>
            <p:cNvSpPr/>
            <p:nvPr/>
          </p:nvSpPr>
          <p:spPr>
            <a:xfrm>
              <a:off x="2495550" y="2803525"/>
              <a:ext cx="17463" cy="0"/>
            </a:xfrm>
            <a:custGeom>
              <a:avLst/>
              <a:gdLst/>
              <a:ahLst/>
              <a:cxnLst/>
              <a:rect l="l" t="t" r="r" b="b"/>
              <a:pathLst>
                <a:path w="9" h="120000" extrusionOk="0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" name="Google Shape;39;p27"/>
            <p:cNvSpPr/>
            <p:nvPr/>
          </p:nvSpPr>
          <p:spPr>
            <a:xfrm>
              <a:off x="2538412" y="2816225"/>
              <a:ext cx="1057275" cy="31750"/>
            </a:xfrm>
            <a:custGeom>
              <a:avLst/>
              <a:gdLst/>
              <a:ahLst/>
              <a:cxnLst/>
              <a:rect l="l" t="t" r="r" b="b"/>
              <a:pathLst>
                <a:path w="551" h="14" extrusionOk="0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" name="Google Shape;40;p27"/>
            <p:cNvSpPr/>
            <p:nvPr/>
          </p:nvSpPr>
          <p:spPr>
            <a:xfrm>
              <a:off x="11777663" y="2757488"/>
              <a:ext cx="19050" cy="3175"/>
            </a:xfrm>
            <a:custGeom>
              <a:avLst/>
              <a:gdLst/>
              <a:ahLst/>
              <a:cxnLst/>
              <a:rect l="l" t="t" r="r" b="b"/>
              <a:pathLst>
                <a:path w="10" h="1" extrusionOk="0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" name="Google Shape;41;p27"/>
            <p:cNvSpPr/>
            <p:nvPr/>
          </p:nvSpPr>
          <p:spPr>
            <a:xfrm>
              <a:off x="5983288" y="274161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2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" name="Google Shape;42;p27"/>
            <p:cNvSpPr/>
            <p:nvPr/>
          </p:nvSpPr>
          <p:spPr>
            <a:xfrm>
              <a:off x="6832600" y="2713038"/>
              <a:ext cx="53975" cy="1587"/>
            </a:xfrm>
            <a:custGeom>
              <a:avLst/>
              <a:gdLst/>
              <a:ahLst/>
              <a:cxnLst/>
              <a:rect l="l" t="t" r="r" b="b"/>
              <a:pathLst>
                <a:path w="28" h="1" extrusionOk="0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3" name="Google Shape;43;p27"/>
            <p:cNvSpPr/>
            <p:nvPr/>
          </p:nvSpPr>
          <p:spPr>
            <a:xfrm>
              <a:off x="11317288" y="275590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" name="Google Shape;44;p27"/>
            <p:cNvSpPr/>
            <p:nvPr/>
          </p:nvSpPr>
          <p:spPr>
            <a:xfrm>
              <a:off x="8534400" y="2735263"/>
              <a:ext cx="30163" cy="0"/>
            </a:xfrm>
            <a:custGeom>
              <a:avLst/>
              <a:gdLst/>
              <a:ahLst/>
              <a:cxnLst/>
              <a:rect l="l" t="t" r="r" b="b"/>
              <a:pathLst>
                <a:path w="16" h="120000" extrusionOk="0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" name="Google Shape;45;p27"/>
            <p:cNvSpPr/>
            <p:nvPr/>
          </p:nvSpPr>
          <p:spPr>
            <a:xfrm>
              <a:off x="6821488" y="271462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" name="Google Shape;46;p27"/>
            <p:cNvSpPr/>
            <p:nvPr/>
          </p:nvSpPr>
          <p:spPr>
            <a:xfrm>
              <a:off x="5583238" y="2719388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13" h="120000" extrusionOk="0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" name="Google Shape;47;p27"/>
            <p:cNvSpPr/>
            <p:nvPr/>
          </p:nvSpPr>
          <p:spPr>
            <a:xfrm>
              <a:off x="5638800" y="2740025"/>
              <a:ext cx="23813" cy="1587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" name="Google Shape;48;p27"/>
            <p:cNvSpPr/>
            <p:nvPr/>
          </p:nvSpPr>
          <p:spPr>
            <a:xfrm>
              <a:off x="4303712" y="2728913"/>
              <a:ext cx="50800" cy="0"/>
            </a:xfrm>
            <a:custGeom>
              <a:avLst/>
              <a:gdLst/>
              <a:ahLst/>
              <a:cxnLst/>
              <a:rect l="l" t="t" r="r" b="b"/>
              <a:pathLst>
                <a:path w="26" h="120000" extrusionOk="0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" name="Google Shape;49;p27"/>
            <p:cNvSpPr/>
            <p:nvPr/>
          </p:nvSpPr>
          <p:spPr>
            <a:xfrm>
              <a:off x="5519738" y="2735263"/>
              <a:ext cx="9525" cy="3175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" name="Google Shape;50;p27"/>
            <p:cNvSpPr/>
            <p:nvPr/>
          </p:nvSpPr>
          <p:spPr>
            <a:xfrm>
              <a:off x="12096750" y="278447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3" h="120000" extrusionOk="0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" name="Google Shape;51;p27"/>
            <p:cNvSpPr/>
            <p:nvPr/>
          </p:nvSpPr>
          <p:spPr>
            <a:xfrm>
              <a:off x="12225338" y="2773363"/>
              <a:ext cx="46038" cy="0"/>
            </a:xfrm>
            <a:custGeom>
              <a:avLst/>
              <a:gdLst/>
              <a:ahLst/>
              <a:cxnLst/>
              <a:rect l="l" t="t" r="r" b="b"/>
              <a:pathLst>
                <a:path w="24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" name="Google Shape;52;p27"/>
            <p:cNvSpPr/>
            <p:nvPr/>
          </p:nvSpPr>
          <p:spPr>
            <a:xfrm>
              <a:off x="9274175" y="2746375"/>
              <a:ext cx="55563" cy="4762"/>
            </a:xfrm>
            <a:custGeom>
              <a:avLst/>
              <a:gdLst/>
              <a:ahLst/>
              <a:cxnLst/>
              <a:rect l="l" t="t" r="r" b="b"/>
              <a:pathLst>
                <a:path w="29" h="2" extrusionOk="0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" name="Google Shape;53;p27"/>
            <p:cNvSpPr/>
            <p:nvPr/>
          </p:nvSpPr>
          <p:spPr>
            <a:xfrm>
              <a:off x="11847513" y="2827338"/>
              <a:ext cx="34925" cy="3175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" name="Google Shape;54;p27"/>
            <p:cNvSpPr/>
            <p:nvPr/>
          </p:nvSpPr>
          <p:spPr>
            <a:xfrm>
              <a:off x="11882438" y="2825750"/>
              <a:ext cx="25400" cy="1587"/>
            </a:xfrm>
            <a:custGeom>
              <a:avLst/>
              <a:gdLst/>
              <a:ahLst/>
              <a:cxnLst/>
              <a:rect l="l" t="t" r="r" b="b"/>
              <a:pathLst>
                <a:path w="14" h="1" extrusionOk="0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" name="Google Shape;55;p27"/>
            <p:cNvSpPr/>
            <p:nvPr/>
          </p:nvSpPr>
          <p:spPr>
            <a:xfrm>
              <a:off x="8915400" y="2809875"/>
              <a:ext cx="15875" cy="1587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" name="Google Shape;56;p27"/>
            <p:cNvSpPr/>
            <p:nvPr/>
          </p:nvSpPr>
          <p:spPr>
            <a:xfrm>
              <a:off x="12109450" y="2752725"/>
              <a:ext cx="454025" cy="23812"/>
            </a:xfrm>
            <a:custGeom>
              <a:avLst/>
              <a:gdLst/>
              <a:ahLst/>
              <a:cxnLst/>
              <a:rect l="l" t="t" r="r" b="b"/>
              <a:pathLst>
                <a:path w="236" h="10" extrusionOk="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" name="Google Shape;57;p27"/>
            <p:cNvSpPr/>
            <p:nvPr/>
          </p:nvSpPr>
          <p:spPr>
            <a:xfrm>
              <a:off x="12182475" y="281622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" name="Google Shape;58;p27"/>
            <p:cNvSpPr/>
            <p:nvPr/>
          </p:nvSpPr>
          <p:spPr>
            <a:xfrm>
              <a:off x="4348162" y="2827338"/>
              <a:ext cx="17463" cy="3175"/>
            </a:xfrm>
            <a:custGeom>
              <a:avLst/>
              <a:gdLst/>
              <a:ahLst/>
              <a:cxnLst/>
              <a:rect l="l" t="t" r="r" b="b"/>
              <a:pathLst>
                <a:path w="9" h="1" extrusionOk="0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" name="Google Shape;59;p27"/>
            <p:cNvSpPr/>
            <p:nvPr/>
          </p:nvSpPr>
          <p:spPr>
            <a:xfrm>
              <a:off x="12071350" y="279082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0" name="Google Shape;60;p27"/>
            <p:cNvSpPr/>
            <p:nvPr/>
          </p:nvSpPr>
          <p:spPr>
            <a:xfrm>
              <a:off x="4754563" y="2827338"/>
              <a:ext cx="4763" cy="0"/>
            </a:xfrm>
            <a:custGeom>
              <a:avLst/>
              <a:gdLst/>
              <a:ahLst/>
              <a:cxnLst/>
              <a:rect l="l" t="t" r="r" b="b"/>
              <a:pathLst>
                <a:path w="2" h="120000" extrusionOk="0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1" name="Google Shape;61;p27"/>
            <p:cNvSpPr/>
            <p:nvPr/>
          </p:nvSpPr>
          <p:spPr>
            <a:xfrm>
              <a:off x="4852988" y="2719388"/>
              <a:ext cx="9525" cy="3175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2" name="Google Shape;62;p27"/>
            <p:cNvSpPr/>
            <p:nvPr/>
          </p:nvSpPr>
          <p:spPr>
            <a:xfrm>
              <a:off x="4759325" y="282733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3" name="Google Shape;63;p27"/>
            <p:cNvSpPr/>
            <p:nvPr/>
          </p:nvSpPr>
          <p:spPr>
            <a:xfrm>
              <a:off x="6654800" y="2805113"/>
              <a:ext cx="19050" cy="1587"/>
            </a:xfrm>
            <a:custGeom>
              <a:avLst/>
              <a:gdLst/>
              <a:ahLst/>
              <a:cxnLst/>
              <a:rect l="l" t="t" r="r" b="b"/>
              <a:pathLst>
                <a:path w="10" h="1" extrusionOk="0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4" name="Google Shape;64;p27"/>
            <p:cNvSpPr/>
            <p:nvPr/>
          </p:nvSpPr>
          <p:spPr>
            <a:xfrm>
              <a:off x="6289675" y="27987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3" h="120000" extrusionOk="0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5" name="Google Shape;65;p27"/>
            <p:cNvSpPr/>
            <p:nvPr/>
          </p:nvSpPr>
          <p:spPr>
            <a:xfrm>
              <a:off x="9140825" y="2725738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23" h="120000" extrusionOk="0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6" name="Google Shape;66;p27"/>
            <p:cNvSpPr/>
            <p:nvPr/>
          </p:nvSpPr>
          <p:spPr>
            <a:xfrm>
              <a:off x="4737100" y="2827338"/>
              <a:ext cx="17463" cy="3175"/>
            </a:xfrm>
            <a:custGeom>
              <a:avLst/>
              <a:gdLst/>
              <a:ahLst/>
              <a:cxnLst/>
              <a:rect l="l" t="t" r="r" b="b"/>
              <a:pathLst>
                <a:path w="9" h="1" extrusionOk="0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7" name="Google Shape;67;p27"/>
            <p:cNvSpPr/>
            <p:nvPr/>
          </p:nvSpPr>
          <p:spPr>
            <a:xfrm>
              <a:off x="7239000" y="2779713"/>
              <a:ext cx="11113" cy="3175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8" name="Google Shape;68;p27"/>
            <p:cNvSpPr/>
            <p:nvPr/>
          </p:nvSpPr>
          <p:spPr>
            <a:xfrm>
              <a:off x="7181850" y="2773363"/>
              <a:ext cx="468313" cy="15875"/>
            </a:xfrm>
            <a:custGeom>
              <a:avLst/>
              <a:gdLst/>
              <a:ahLst/>
              <a:cxnLst/>
              <a:rect l="l" t="t" r="r" b="b"/>
              <a:pathLst>
                <a:path w="244" h="7" extrusionOk="0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" name="Google Shape;69;p27"/>
            <p:cNvSpPr/>
            <p:nvPr/>
          </p:nvSpPr>
          <p:spPr>
            <a:xfrm>
              <a:off x="7407275" y="2787650"/>
              <a:ext cx="26988" cy="0"/>
            </a:xfrm>
            <a:custGeom>
              <a:avLst/>
              <a:gdLst/>
              <a:ahLst/>
              <a:cxnLst/>
              <a:rect l="l" t="t" r="r" b="b"/>
              <a:pathLst>
                <a:path w="14" h="120000" extrusionOk="0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" name="Google Shape;70;p27"/>
            <p:cNvSpPr/>
            <p:nvPr/>
          </p:nvSpPr>
          <p:spPr>
            <a:xfrm>
              <a:off x="8123238" y="2794000"/>
              <a:ext cx="31750" cy="1587"/>
            </a:xfrm>
            <a:custGeom>
              <a:avLst/>
              <a:gdLst/>
              <a:ahLst/>
              <a:cxnLst/>
              <a:rect l="l" t="t" r="r" b="b"/>
              <a:pathLst>
                <a:path w="16" h="1" extrusionOk="0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1" name="Google Shape;71;p27"/>
            <p:cNvSpPr/>
            <p:nvPr/>
          </p:nvSpPr>
          <p:spPr>
            <a:xfrm>
              <a:off x="3070225" y="2794000"/>
              <a:ext cx="101600" cy="4762"/>
            </a:xfrm>
            <a:custGeom>
              <a:avLst/>
              <a:gdLst/>
              <a:ahLst/>
              <a:cxnLst/>
              <a:rect l="l" t="t" r="r" b="b"/>
              <a:pathLst>
                <a:path w="53" h="2" extrusionOk="0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2" name="Google Shape;72;p27"/>
            <p:cNvSpPr/>
            <p:nvPr/>
          </p:nvSpPr>
          <p:spPr>
            <a:xfrm>
              <a:off x="9963150" y="2778125"/>
              <a:ext cx="41275" cy="0"/>
            </a:xfrm>
            <a:custGeom>
              <a:avLst/>
              <a:gdLst/>
              <a:ahLst/>
              <a:cxnLst/>
              <a:rect l="l" t="t" r="r" b="b"/>
              <a:pathLst>
                <a:path w="21" h="120000" extrusionOk="0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3" name="Google Shape;73;p27"/>
            <p:cNvSpPr/>
            <p:nvPr/>
          </p:nvSpPr>
          <p:spPr>
            <a:xfrm>
              <a:off x="7523163" y="2773363"/>
              <a:ext cx="30163" cy="3175"/>
            </a:xfrm>
            <a:custGeom>
              <a:avLst/>
              <a:gdLst/>
              <a:ahLst/>
              <a:cxnLst/>
              <a:rect l="l" t="t" r="r" b="b"/>
              <a:pathLst>
                <a:path w="16" h="1" extrusionOk="0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4" name="Google Shape;74;p27"/>
            <p:cNvSpPr/>
            <p:nvPr/>
          </p:nvSpPr>
          <p:spPr>
            <a:xfrm>
              <a:off x="10009188" y="2787650"/>
              <a:ext cx="115888" cy="3175"/>
            </a:xfrm>
            <a:custGeom>
              <a:avLst/>
              <a:gdLst/>
              <a:ahLst/>
              <a:cxnLst/>
              <a:rect l="l" t="t" r="r" b="b"/>
              <a:pathLst>
                <a:path w="60" h="2" extrusionOk="0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5" name="Google Shape;75;p27"/>
            <p:cNvSpPr/>
            <p:nvPr/>
          </p:nvSpPr>
          <p:spPr>
            <a:xfrm>
              <a:off x="10125075" y="2789238"/>
              <a:ext cx="1588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6" name="Google Shape;76;p27"/>
            <p:cNvSpPr/>
            <p:nvPr/>
          </p:nvSpPr>
          <p:spPr>
            <a:xfrm>
              <a:off x="-4110038" y="2703513"/>
              <a:ext cx="16486188" cy="134937"/>
            </a:xfrm>
            <a:custGeom>
              <a:avLst/>
              <a:gdLst/>
              <a:ahLst/>
              <a:cxnLst/>
              <a:rect l="l" t="t" r="r" b="b"/>
              <a:pathLst>
                <a:path w="8594" h="60" extrusionOk="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7" name="Google Shape;77;p27"/>
            <p:cNvSpPr/>
            <p:nvPr/>
          </p:nvSpPr>
          <p:spPr>
            <a:xfrm>
              <a:off x="12117388" y="2779713"/>
              <a:ext cx="127000" cy="4762"/>
            </a:xfrm>
            <a:custGeom>
              <a:avLst/>
              <a:gdLst/>
              <a:ahLst/>
              <a:cxnLst/>
              <a:rect l="l" t="t" r="r" b="b"/>
              <a:pathLst>
                <a:path w="66" h="2" extrusionOk="0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8" name="Google Shape;78;p27"/>
            <p:cNvSpPr/>
            <p:nvPr/>
          </p:nvSpPr>
          <p:spPr>
            <a:xfrm>
              <a:off x="12182475" y="2787650"/>
              <a:ext cx="79375" cy="1587"/>
            </a:xfrm>
            <a:custGeom>
              <a:avLst/>
              <a:gdLst/>
              <a:ahLst/>
              <a:cxnLst/>
              <a:rect l="l" t="t" r="r" b="b"/>
              <a:pathLst>
                <a:path w="41" h="1" extrusionOk="0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9" name="Google Shape;79;p27"/>
            <p:cNvSpPr/>
            <p:nvPr/>
          </p:nvSpPr>
          <p:spPr>
            <a:xfrm>
              <a:off x="12307888" y="2809875"/>
              <a:ext cx="249238" cy="15875"/>
            </a:xfrm>
            <a:custGeom>
              <a:avLst/>
              <a:gdLst/>
              <a:ahLst/>
              <a:cxnLst/>
              <a:rect l="l" t="t" r="r" b="b"/>
              <a:pathLst>
                <a:path w="130" h="7" extrusionOk="0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0" name="Google Shape;80;p27"/>
            <p:cNvSpPr/>
            <p:nvPr/>
          </p:nvSpPr>
          <p:spPr>
            <a:xfrm>
              <a:off x="12252325" y="2825750"/>
              <a:ext cx="73025" cy="1587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1" name="Google Shape;81;p27"/>
            <p:cNvSpPr/>
            <p:nvPr/>
          </p:nvSpPr>
          <p:spPr>
            <a:xfrm>
              <a:off x="10779125" y="2733675"/>
              <a:ext cx="66675" cy="4762"/>
            </a:xfrm>
            <a:custGeom>
              <a:avLst/>
              <a:gdLst/>
              <a:ahLst/>
              <a:cxnLst/>
              <a:rect l="l" t="t" r="r" b="b"/>
              <a:pathLst>
                <a:path w="35" h="2" extrusionOk="0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2" name="Google Shape;82;p27"/>
            <p:cNvSpPr/>
            <p:nvPr/>
          </p:nvSpPr>
          <p:spPr>
            <a:xfrm>
              <a:off x="-2471738" y="2738438"/>
              <a:ext cx="496888" cy="1587"/>
            </a:xfrm>
            <a:custGeom>
              <a:avLst/>
              <a:gdLst/>
              <a:ahLst/>
              <a:cxnLst/>
              <a:rect l="l" t="t" r="r" b="b"/>
              <a:pathLst>
                <a:path w="259" h="1" extrusionOk="0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3" name="Google Shape;83;p27"/>
            <p:cNvSpPr/>
            <p:nvPr/>
          </p:nvSpPr>
          <p:spPr>
            <a:xfrm>
              <a:off x="9136063" y="2735263"/>
              <a:ext cx="387350" cy="14287"/>
            </a:xfrm>
            <a:custGeom>
              <a:avLst/>
              <a:gdLst/>
              <a:ahLst/>
              <a:cxnLst/>
              <a:rect l="l" t="t" r="r" b="b"/>
              <a:pathLst>
                <a:path w="202" h="6" extrusionOk="0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4" name="Google Shape;84;p27"/>
            <p:cNvSpPr/>
            <p:nvPr/>
          </p:nvSpPr>
          <p:spPr>
            <a:xfrm>
              <a:off x="9139238" y="2725738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5" name="Google Shape;85;p27"/>
            <p:cNvSpPr/>
            <p:nvPr/>
          </p:nvSpPr>
          <p:spPr>
            <a:xfrm>
              <a:off x="9805988" y="2817813"/>
              <a:ext cx="39688" cy="3175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6" name="Google Shape;86;p27"/>
            <p:cNvSpPr/>
            <p:nvPr/>
          </p:nvSpPr>
          <p:spPr>
            <a:xfrm>
              <a:off x="8580438" y="2725738"/>
              <a:ext cx="66675" cy="3175"/>
            </a:xfrm>
            <a:custGeom>
              <a:avLst/>
              <a:gdLst/>
              <a:ahLst/>
              <a:cxnLst/>
              <a:rect l="l" t="t" r="r" b="b"/>
              <a:pathLst>
                <a:path w="35" h="1" extrusionOk="0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7" name="Google Shape;87;p27"/>
            <p:cNvSpPr/>
            <p:nvPr/>
          </p:nvSpPr>
          <p:spPr>
            <a:xfrm>
              <a:off x="8647113" y="2725738"/>
              <a:ext cx="15875" cy="3175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8" name="Google Shape;88;p27"/>
            <p:cNvSpPr/>
            <p:nvPr/>
          </p:nvSpPr>
          <p:spPr>
            <a:xfrm>
              <a:off x="9794875" y="2830513"/>
              <a:ext cx="90488" cy="1587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9" name="Google Shape;89;p27"/>
            <p:cNvSpPr/>
            <p:nvPr/>
          </p:nvSpPr>
          <p:spPr>
            <a:xfrm>
              <a:off x="9232900" y="2795588"/>
              <a:ext cx="84138" cy="3175"/>
            </a:xfrm>
            <a:custGeom>
              <a:avLst/>
              <a:gdLst/>
              <a:ahLst/>
              <a:cxnLst/>
              <a:rect l="l" t="t" r="r" b="b"/>
              <a:pathLst>
                <a:path w="44" h="1" extrusionOk="0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0" name="Google Shape;90;p27"/>
            <p:cNvSpPr/>
            <p:nvPr/>
          </p:nvSpPr>
          <p:spPr>
            <a:xfrm>
              <a:off x="8158163" y="2725738"/>
              <a:ext cx="71438" cy="317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1" name="Google Shape;91;p27"/>
            <p:cNvSpPr/>
            <p:nvPr/>
          </p:nvSpPr>
          <p:spPr>
            <a:xfrm>
              <a:off x="8734425" y="2814638"/>
              <a:ext cx="144463" cy="3175"/>
            </a:xfrm>
            <a:custGeom>
              <a:avLst/>
              <a:gdLst/>
              <a:ahLst/>
              <a:cxnLst/>
              <a:rect l="l" t="t" r="r" b="b"/>
              <a:pathLst>
                <a:path w="76" h="2" extrusionOk="0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2" name="Google Shape;92;p27"/>
            <p:cNvSpPr/>
            <p:nvPr/>
          </p:nvSpPr>
          <p:spPr>
            <a:xfrm>
              <a:off x="8023225" y="2782888"/>
              <a:ext cx="26988" cy="1587"/>
            </a:xfrm>
            <a:custGeom>
              <a:avLst/>
              <a:gdLst/>
              <a:ahLst/>
              <a:cxnLst/>
              <a:rect l="l" t="t" r="r" b="b"/>
              <a:pathLst>
                <a:path w="14" h="1" extrusionOk="0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3" name="Google Shape;93;p27"/>
            <p:cNvSpPr/>
            <p:nvPr/>
          </p:nvSpPr>
          <p:spPr>
            <a:xfrm>
              <a:off x="8050213" y="2782888"/>
              <a:ext cx="77788" cy="1587"/>
            </a:xfrm>
            <a:custGeom>
              <a:avLst/>
              <a:gdLst/>
              <a:ahLst/>
              <a:cxnLst/>
              <a:rect l="l" t="t" r="r" b="b"/>
              <a:pathLst>
                <a:path w="40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4" name="Google Shape;94;p27"/>
            <p:cNvSpPr/>
            <p:nvPr/>
          </p:nvSpPr>
          <p:spPr>
            <a:xfrm>
              <a:off x="7715250" y="2779713"/>
              <a:ext cx="90488" cy="7937"/>
            </a:xfrm>
            <a:custGeom>
              <a:avLst/>
              <a:gdLst/>
              <a:ahLst/>
              <a:cxnLst/>
              <a:rect l="l" t="t" r="r" b="b"/>
              <a:pathLst>
                <a:path w="47" h="3" extrusionOk="0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5" name="Google Shape;95;p27"/>
            <p:cNvSpPr/>
            <p:nvPr/>
          </p:nvSpPr>
          <p:spPr>
            <a:xfrm>
              <a:off x="6508750" y="2713038"/>
              <a:ext cx="247650" cy="6350"/>
            </a:xfrm>
            <a:custGeom>
              <a:avLst/>
              <a:gdLst/>
              <a:ahLst/>
              <a:cxnLst/>
              <a:rect l="l" t="t" r="r" b="b"/>
              <a:pathLst>
                <a:path w="129" h="3" extrusionOk="0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6" name="Google Shape;96;p27"/>
            <p:cNvSpPr/>
            <p:nvPr/>
          </p:nvSpPr>
          <p:spPr>
            <a:xfrm>
              <a:off x="6756400" y="2713038"/>
              <a:ext cx="33338" cy="0"/>
            </a:xfrm>
            <a:custGeom>
              <a:avLst/>
              <a:gdLst/>
              <a:ahLst/>
              <a:cxnLst/>
              <a:rect l="l" t="t" r="r" b="b"/>
              <a:pathLst>
                <a:path w="18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7" name="Google Shape;97;p27"/>
            <p:cNvSpPr/>
            <p:nvPr/>
          </p:nvSpPr>
          <p:spPr>
            <a:xfrm>
              <a:off x="8047038" y="2820988"/>
              <a:ext cx="58738" cy="4762"/>
            </a:xfrm>
            <a:custGeom>
              <a:avLst/>
              <a:gdLst/>
              <a:ahLst/>
              <a:cxnLst/>
              <a:rect l="l" t="t" r="r" b="b"/>
              <a:pathLst>
                <a:path w="31" h="2" extrusionOk="0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8" name="Google Shape;98;p27"/>
            <p:cNvSpPr/>
            <p:nvPr/>
          </p:nvSpPr>
          <p:spPr>
            <a:xfrm>
              <a:off x="6348413" y="2711451"/>
              <a:ext cx="82550" cy="1587"/>
            </a:xfrm>
            <a:custGeom>
              <a:avLst/>
              <a:gdLst/>
              <a:ahLst/>
              <a:cxnLst/>
              <a:rect l="l" t="t" r="r" b="b"/>
              <a:pathLst>
                <a:path w="43" h="1" extrusionOk="0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9" name="Google Shape;99;p27"/>
            <p:cNvSpPr/>
            <p:nvPr/>
          </p:nvSpPr>
          <p:spPr>
            <a:xfrm>
              <a:off x="6734175" y="2771775"/>
              <a:ext cx="96838" cy="6350"/>
            </a:xfrm>
            <a:custGeom>
              <a:avLst/>
              <a:gdLst/>
              <a:ahLst/>
              <a:cxnLst/>
              <a:rect l="l" t="t" r="r" b="b"/>
              <a:pathLst>
                <a:path w="50" h="3" extrusionOk="0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0" name="Google Shape;100;p27"/>
            <p:cNvSpPr/>
            <p:nvPr/>
          </p:nvSpPr>
          <p:spPr>
            <a:xfrm>
              <a:off x="6091238" y="2722563"/>
              <a:ext cx="95250" cy="7937"/>
            </a:xfrm>
            <a:custGeom>
              <a:avLst/>
              <a:gdLst/>
              <a:ahLst/>
              <a:cxnLst/>
              <a:rect l="l" t="t" r="r" b="b"/>
              <a:pathLst>
                <a:path w="49" h="4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1" name="Google Shape;101;p27"/>
            <p:cNvSpPr/>
            <p:nvPr/>
          </p:nvSpPr>
          <p:spPr>
            <a:xfrm>
              <a:off x="6559550" y="2773363"/>
              <a:ext cx="80963" cy="3175"/>
            </a:xfrm>
            <a:custGeom>
              <a:avLst/>
              <a:gdLst/>
              <a:ahLst/>
              <a:cxnLst/>
              <a:rect l="l" t="t" r="r" b="b"/>
              <a:pathLst>
                <a:path w="42" h="1" extrusionOk="0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2" name="Google Shape;102;p27"/>
            <p:cNvSpPr/>
            <p:nvPr/>
          </p:nvSpPr>
          <p:spPr>
            <a:xfrm>
              <a:off x="6640513" y="2806700"/>
              <a:ext cx="227013" cy="15875"/>
            </a:xfrm>
            <a:custGeom>
              <a:avLst/>
              <a:gdLst/>
              <a:ahLst/>
              <a:cxnLst/>
              <a:rect l="l" t="t" r="r" b="b"/>
              <a:pathLst>
                <a:path w="118" h="7" extrusionOk="0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3" name="Google Shape;103;p27"/>
            <p:cNvSpPr/>
            <p:nvPr/>
          </p:nvSpPr>
          <p:spPr>
            <a:xfrm>
              <a:off x="6661150" y="2814638"/>
              <a:ext cx="34925" cy="1587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4" name="Google Shape;104;p27"/>
            <p:cNvSpPr/>
            <p:nvPr/>
          </p:nvSpPr>
          <p:spPr>
            <a:xfrm>
              <a:off x="5661025" y="2789238"/>
              <a:ext cx="23813" cy="1587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5" name="Google Shape;105;p27"/>
            <p:cNvSpPr/>
            <p:nvPr/>
          </p:nvSpPr>
          <p:spPr>
            <a:xfrm>
              <a:off x="6162675" y="2814638"/>
              <a:ext cx="258763" cy="7937"/>
            </a:xfrm>
            <a:custGeom>
              <a:avLst/>
              <a:gdLst/>
              <a:ahLst/>
              <a:cxnLst/>
              <a:rect l="l" t="t" r="r" b="b"/>
              <a:pathLst>
                <a:path w="135" h="4" extrusionOk="0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6" name="Google Shape;106;p27"/>
            <p:cNvSpPr/>
            <p:nvPr/>
          </p:nvSpPr>
          <p:spPr>
            <a:xfrm>
              <a:off x="5019675" y="2713038"/>
              <a:ext cx="73025" cy="4762"/>
            </a:xfrm>
            <a:custGeom>
              <a:avLst/>
              <a:gdLst/>
              <a:ahLst/>
              <a:cxnLst/>
              <a:rect l="l" t="t" r="r" b="b"/>
              <a:pathLst>
                <a:path w="38" h="2" extrusionOk="0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7" name="Google Shape;107;p27"/>
            <p:cNvSpPr/>
            <p:nvPr/>
          </p:nvSpPr>
          <p:spPr>
            <a:xfrm>
              <a:off x="5021263" y="2713038"/>
              <a:ext cx="11113" cy="0"/>
            </a:xfrm>
            <a:custGeom>
              <a:avLst/>
              <a:gdLst/>
              <a:ahLst/>
              <a:cxnLst/>
              <a:rect l="l" t="t" r="r" b="b"/>
              <a:pathLst>
                <a:path w="6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8" name="Google Shape;108;p27"/>
            <p:cNvSpPr/>
            <p:nvPr/>
          </p:nvSpPr>
          <p:spPr>
            <a:xfrm>
              <a:off x="5864225" y="2784475"/>
              <a:ext cx="101600" cy="4762"/>
            </a:xfrm>
            <a:custGeom>
              <a:avLst/>
              <a:gdLst/>
              <a:ahLst/>
              <a:cxnLst/>
              <a:rect l="l" t="t" r="r" b="b"/>
              <a:pathLst>
                <a:path w="53" h="2" extrusionOk="0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9" name="Google Shape;109;p27"/>
            <p:cNvSpPr/>
            <p:nvPr/>
          </p:nvSpPr>
          <p:spPr>
            <a:xfrm>
              <a:off x="4703763" y="2722563"/>
              <a:ext cx="84138" cy="1587"/>
            </a:xfrm>
            <a:custGeom>
              <a:avLst/>
              <a:gdLst/>
              <a:ahLst/>
              <a:cxnLst/>
              <a:rect l="l" t="t" r="r" b="b"/>
              <a:pathLst>
                <a:path w="44" h="1" extrusionOk="0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0" name="Google Shape;110;p27"/>
            <p:cNvSpPr/>
            <p:nvPr/>
          </p:nvSpPr>
          <p:spPr>
            <a:xfrm>
              <a:off x="4264025" y="2713038"/>
              <a:ext cx="77788" cy="4762"/>
            </a:xfrm>
            <a:custGeom>
              <a:avLst/>
              <a:gdLst/>
              <a:ahLst/>
              <a:cxnLst/>
              <a:rect l="l" t="t" r="r" b="b"/>
              <a:pathLst>
                <a:path w="41" h="2" extrusionOk="0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1" name="Google Shape;111;p27"/>
            <p:cNvSpPr/>
            <p:nvPr/>
          </p:nvSpPr>
          <p:spPr>
            <a:xfrm>
              <a:off x="4800600" y="2822575"/>
              <a:ext cx="117475" cy="7937"/>
            </a:xfrm>
            <a:custGeom>
              <a:avLst/>
              <a:gdLst/>
              <a:ahLst/>
              <a:cxnLst/>
              <a:rect l="l" t="t" r="r" b="b"/>
              <a:pathLst>
                <a:path w="61" h="3" extrusionOk="0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2" name="Google Shape;112;p27"/>
            <p:cNvSpPr/>
            <p:nvPr/>
          </p:nvSpPr>
          <p:spPr>
            <a:xfrm>
              <a:off x="187325" y="2714625"/>
              <a:ext cx="1925638" cy="31750"/>
            </a:xfrm>
            <a:custGeom>
              <a:avLst/>
              <a:gdLst/>
              <a:ahLst/>
              <a:cxnLst/>
              <a:rect l="l" t="t" r="r" b="b"/>
              <a:pathLst>
                <a:path w="1004" h="14" extrusionOk="0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3" name="Google Shape;113;p27"/>
            <p:cNvSpPr/>
            <p:nvPr/>
          </p:nvSpPr>
          <p:spPr>
            <a:xfrm>
              <a:off x="1947862" y="2735263"/>
              <a:ext cx="47625" cy="0"/>
            </a:xfrm>
            <a:custGeom>
              <a:avLst/>
              <a:gdLst/>
              <a:ahLst/>
              <a:cxnLst/>
              <a:rect l="l" t="t" r="r" b="b"/>
              <a:pathLst>
                <a:path w="25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4" name="Google Shape;114;p27"/>
            <p:cNvSpPr/>
            <p:nvPr/>
          </p:nvSpPr>
          <p:spPr>
            <a:xfrm>
              <a:off x="112712" y="2724150"/>
              <a:ext cx="74613" cy="0"/>
            </a:xfrm>
            <a:custGeom>
              <a:avLst/>
              <a:gdLst/>
              <a:ahLst/>
              <a:cxnLst/>
              <a:rect l="l" t="t" r="r" b="b"/>
              <a:pathLst>
                <a:path w="39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5" name="Google Shape;115;p27"/>
            <p:cNvSpPr/>
            <p:nvPr/>
          </p:nvSpPr>
          <p:spPr>
            <a:xfrm>
              <a:off x="2187575" y="2717800"/>
              <a:ext cx="176213" cy="6350"/>
            </a:xfrm>
            <a:custGeom>
              <a:avLst/>
              <a:gdLst/>
              <a:ahLst/>
              <a:cxnLst/>
              <a:rect l="l" t="t" r="r" b="b"/>
              <a:pathLst>
                <a:path w="92" h="3" extrusionOk="0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6" name="Google Shape;116;p27"/>
            <p:cNvSpPr/>
            <p:nvPr/>
          </p:nvSpPr>
          <p:spPr>
            <a:xfrm>
              <a:off x="2112962" y="2714625"/>
              <a:ext cx="90488" cy="4762"/>
            </a:xfrm>
            <a:custGeom>
              <a:avLst/>
              <a:gdLst/>
              <a:ahLst/>
              <a:cxnLst/>
              <a:rect l="l" t="t" r="r" b="b"/>
              <a:pathLst>
                <a:path w="47" h="2" extrusionOk="0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7" name="Google Shape;117;p27"/>
            <p:cNvSpPr/>
            <p:nvPr/>
          </p:nvSpPr>
          <p:spPr>
            <a:xfrm>
              <a:off x="2101850" y="2811463"/>
              <a:ext cx="71438" cy="317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8" name="Google Shape;118;p27"/>
            <p:cNvSpPr/>
            <p:nvPr/>
          </p:nvSpPr>
          <p:spPr>
            <a:xfrm>
              <a:off x="1724025" y="2805113"/>
              <a:ext cx="120650" cy="4762"/>
            </a:xfrm>
            <a:custGeom>
              <a:avLst/>
              <a:gdLst/>
              <a:ahLst/>
              <a:cxnLst/>
              <a:rect l="l" t="t" r="r" b="b"/>
              <a:pathLst>
                <a:path w="63" h="2" extrusionOk="0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9" name="Google Shape;119;p27"/>
            <p:cNvSpPr/>
            <p:nvPr/>
          </p:nvSpPr>
          <p:spPr>
            <a:xfrm>
              <a:off x="1744662" y="2833688"/>
              <a:ext cx="73025" cy="317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0" name="Google Shape;120;p27"/>
            <p:cNvSpPr/>
            <p:nvPr/>
          </p:nvSpPr>
          <p:spPr>
            <a:xfrm>
              <a:off x="-474663" y="2741613"/>
              <a:ext cx="34925" cy="0"/>
            </a:xfrm>
            <a:custGeom>
              <a:avLst/>
              <a:gdLst/>
              <a:ahLst/>
              <a:cxnLst/>
              <a:rect l="l" t="t" r="r" b="b"/>
              <a:pathLst>
                <a:path w="18" h="120000" extrusionOk="0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1" name="Google Shape;121;p27"/>
            <p:cNvSpPr/>
            <p:nvPr/>
          </p:nvSpPr>
          <p:spPr>
            <a:xfrm>
              <a:off x="-947738" y="2725738"/>
              <a:ext cx="1239838" cy="19050"/>
            </a:xfrm>
            <a:custGeom>
              <a:avLst/>
              <a:gdLst/>
              <a:ahLst/>
              <a:cxnLst/>
              <a:rect l="l" t="t" r="r" b="b"/>
              <a:pathLst>
                <a:path w="647" h="8" extrusionOk="0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2" name="Google Shape;122;p27"/>
            <p:cNvSpPr/>
            <p:nvPr/>
          </p:nvSpPr>
          <p:spPr>
            <a:xfrm>
              <a:off x="-1944688" y="2741613"/>
              <a:ext cx="4763" cy="0"/>
            </a:xfrm>
            <a:custGeom>
              <a:avLst/>
              <a:gdLst/>
              <a:ahLst/>
              <a:cxnLst/>
              <a:rect l="l" t="t" r="r" b="b"/>
              <a:pathLst>
                <a:path w="2" h="120000" extrusionOk="0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" name="Google Shape;123;p27"/>
            <p:cNvSpPr/>
            <p:nvPr/>
          </p:nvSpPr>
          <p:spPr>
            <a:xfrm>
              <a:off x="-1939925" y="2735263"/>
              <a:ext cx="173038" cy="6350"/>
            </a:xfrm>
            <a:custGeom>
              <a:avLst/>
              <a:gdLst/>
              <a:ahLst/>
              <a:cxnLst/>
              <a:rect l="l" t="t" r="r" b="b"/>
              <a:pathLst>
                <a:path w="90" h="3" extrusionOk="0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" name="Google Shape;124;p27"/>
            <p:cNvSpPr/>
            <p:nvPr/>
          </p:nvSpPr>
          <p:spPr>
            <a:xfrm>
              <a:off x="-1773238" y="2733675"/>
              <a:ext cx="123825" cy="12700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" name="Google Shape;125;p27"/>
            <p:cNvSpPr/>
            <p:nvPr/>
          </p:nvSpPr>
          <p:spPr>
            <a:xfrm>
              <a:off x="-1057275" y="2735263"/>
              <a:ext cx="57150" cy="3175"/>
            </a:xfrm>
            <a:custGeom>
              <a:avLst/>
              <a:gdLst/>
              <a:ahLst/>
              <a:cxnLst/>
              <a:rect l="l" t="t" r="r" b="b"/>
              <a:pathLst>
                <a:path w="30" h="1" extrusionOk="0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" name="Google Shape;126;p27"/>
            <p:cNvSpPr/>
            <p:nvPr/>
          </p:nvSpPr>
          <p:spPr>
            <a:xfrm>
              <a:off x="-1116013" y="2738438"/>
              <a:ext cx="58738" cy="3175"/>
            </a:xfrm>
            <a:custGeom>
              <a:avLst/>
              <a:gdLst/>
              <a:ahLst/>
              <a:cxnLst/>
              <a:rect l="l" t="t" r="r" b="b"/>
              <a:pathLst>
                <a:path w="30" h="2" extrusionOk="0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" name="Google Shape;127;p27"/>
            <p:cNvSpPr/>
            <p:nvPr/>
          </p:nvSpPr>
          <p:spPr>
            <a:xfrm>
              <a:off x="-1349375" y="2735263"/>
              <a:ext cx="84138" cy="0"/>
            </a:xfrm>
            <a:custGeom>
              <a:avLst/>
              <a:gdLst/>
              <a:ahLst/>
              <a:cxnLst/>
              <a:rect l="l" t="t" r="r" b="b"/>
              <a:pathLst>
                <a:path w="44" h="120000" extrusionOk="0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" name="Google Shape;128;p27"/>
            <p:cNvSpPr/>
            <p:nvPr/>
          </p:nvSpPr>
          <p:spPr>
            <a:xfrm>
              <a:off x="-1265238" y="2735263"/>
              <a:ext cx="65088" cy="317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" name="Google Shape;129;p27"/>
            <p:cNvSpPr/>
            <p:nvPr/>
          </p:nvSpPr>
          <p:spPr>
            <a:xfrm>
              <a:off x="-1219200" y="2728913"/>
              <a:ext cx="103188" cy="9525"/>
            </a:xfrm>
            <a:custGeom>
              <a:avLst/>
              <a:gdLst/>
              <a:ahLst/>
              <a:cxnLst/>
              <a:rect l="l" t="t" r="r" b="b"/>
              <a:pathLst>
                <a:path w="54" h="4" extrusionOk="0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0" name="Google Shape;130;p27"/>
            <p:cNvSpPr/>
            <p:nvPr/>
          </p:nvSpPr>
          <p:spPr>
            <a:xfrm>
              <a:off x="1225550" y="2830513"/>
              <a:ext cx="73025" cy="3175"/>
            </a:xfrm>
            <a:custGeom>
              <a:avLst/>
              <a:gdLst/>
              <a:ahLst/>
              <a:cxnLst/>
              <a:rect l="l" t="t" r="r" b="b"/>
              <a:pathLst>
                <a:path w="38" h="2" extrusionOk="0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" name="Google Shape;131;p27"/>
            <p:cNvSpPr/>
            <p:nvPr/>
          </p:nvSpPr>
          <p:spPr>
            <a:xfrm>
              <a:off x="874712" y="2827338"/>
              <a:ext cx="39688" cy="3175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" name="Google Shape;132;p27"/>
            <p:cNvSpPr/>
            <p:nvPr/>
          </p:nvSpPr>
          <p:spPr>
            <a:xfrm>
              <a:off x="417512" y="2827338"/>
              <a:ext cx="457200" cy="31750"/>
            </a:xfrm>
            <a:custGeom>
              <a:avLst/>
              <a:gdLst/>
              <a:ahLst/>
              <a:cxnLst/>
              <a:rect l="l" t="t" r="r" b="b"/>
              <a:pathLst>
                <a:path w="238" h="14" extrusionOk="0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" name="Google Shape;133;p27"/>
            <p:cNvSpPr/>
            <p:nvPr/>
          </p:nvSpPr>
          <p:spPr>
            <a:xfrm>
              <a:off x="755650" y="2859087"/>
              <a:ext cx="68263" cy="4762"/>
            </a:xfrm>
            <a:custGeom>
              <a:avLst/>
              <a:gdLst/>
              <a:ahLst/>
              <a:cxnLst/>
              <a:rect l="l" t="t" r="r" b="b"/>
              <a:pathLst>
                <a:path w="36" h="2" extrusionOk="0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" name="Google Shape;134;p27"/>
            <p:cNvSpPr/>
            <p:nvPr/>
          </p:nvSpPr>
          <p:spPr>
            <a:xfrm>
              <a:off x="-133350" y="2798763"/>
              <a:ext cx="111125" cy="4762"/>
            </a:xfrm>
            <a:custGeom>
              <a:avLst/>
              <a:gdLst/>
              <a:ahLst/>
              <a:cxnLst/>
              <a:rect l="l" t="t" r="r" b="b"/>
              <a:pathLst>
                <a:path w="58" h="2" extrusionOk="0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" name="Google Shape;135;p27"/>
            <p:cNvSpPr/>
            <p:nvPr/>
          </p:nvSpPr>
          <p:spPr>
            <a:xfrm>
              <a:off x="-22225" y="2800350"/>
              <a:ext cx="44450" cy="3175"/>
            </a:xfrm>
            <a:custGeom>
              <a:avLst/>
              <a:gdLst/>
              <a:ahLst/>
              <a:cxnLst/>
              <a:rect l="l" t="t" r="r" b="b"/>
              <a:pathLst>
                <a:path w="23" h="1" extrusionOk="0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" name="Google Shape;136;p27"/>
            <p:cNvSpPr/>
            <p:nvPr/>
          </p:nvSpPr>
          <p:spPr>
            <a:xfrm>
              <a:off x="-66675" y="27987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3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" name="Google Shape;137;p27"/>
            <p:cNvSpPr/>
            <p:nvPr/>
          </p:nvSpPr>
          <p:spPr>
            <a:xfrm>
              <a:off x="-1566863" y="2730500"/>
              <a:ext cx="65088" cy="317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8" name="Google Shape;138;p27"/>
            <p:cNvSpPr/>
            <p:nvPr/>
          </p:nvSpPr>
          <p:spPr>
            <a:xfrm>
              <a:off x="-3175000" y="274002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20" h="120000" extrusionOk="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9" name="Google Shape;139;p27"/>
            <p:cNvSpPr/>
            <p:nvPr/>
          </p:nvSpPr>
          <p:spPr>
            <a:xfrm>
              <a:off x="-3735388" y="2803525"/>
              <a:ext cx="6350" cy="1587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0" name="Google Shape;140;p27"/>
            <p:cNvSpPr/>
            <p:nvPr/>
          </p:nvSpPr>
          <p:spPr>
            <a:xfrm>
              <a:off x="-3924300" y="2803525"/>
              <a:ext cx="188913" cy="3175"/>
            </a:xfrm>
            <a:custGeom>
              <a:avLst/>
              <a:gdLst/>
              <a:ahLst/>
              <a:cxnLst/>
              <a:rect l="l" t="t" r="r" b="b"/>
              <a:pathLst>
                <a:path w="98" h="2" extrusionOk="0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41" name="Google Shape;141;p27"/>
          <p:cNvSpPr txBox="1"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4" name="Google Shape;144;p28" descr="Line graphic"/>
          <p:cNvGrpSpPr/>
          <p:nvPr/>
        </p:nvGrpSpPr>
        <p:grpSpPr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45" name="Google Shape;145;p28"/>
            <p:cNvSpPr/>
            <p:nvPr/>
          </p:nvSpPr>
          <p:spPr>
            <a:xfrm>
              <a:off x="12028488" y="1525554"/>
              <a:ext cx="63500" cy="4924"/>
            </a:xfrm>
            <a:custGeom>
              <a:avLst/>
              <a:gdLst/>
              <a:ahLst/>
              <a:cxnLst/>
              <a:rect l="l" t="t" r="r" b="b"/>
              <a:pathLst>
                <a:path w="67" h="6" extrusionOk="0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6" name="Google Shape;146;p28"/>
            <p:cNvSpPr/>
            <p:nvPr/>
          </p:nvSpPr>
          <p:spPr>
            <a:xfrm>
              <a:off x="12022138" y="1532939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2" extrusionOk="0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7" name="Google Shape;147;p28"/>
            <p:cNvSpPr/>
            <p:nvPr/>
          </p:nvSpPr>
          <p:spPr>
            <a:xfrm>
              <a:off x="12041188" y="1531708"/>
              <a:ext cx="39687" cy="6155"/>
            </a:xfrm>
            <a:custGeom>
              <a:avLst/>
              <a:gdLst/>
              <a:ahLst/>
              <a:cxnLst/>
              <a:rect l="l" t="t" r="r" b="b"/>
              <a:pathLst>
                <a:path w="41" h="6" extrusionOk="0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8" name="Google Shape;148;p28"/>
            <p:cNvSpPr/>
            <p:nvPr/>
          </p:nvSpPr>
          <p:spPr>
            <a:xfrm>
              <a:off x="11831638" y="1526784"/>
              <a:ext cx="42862" cy="4924"/>
            </a:xfrm>
            <a:custGeom>
              <a:avLst/>
              <a:gdLst/>
              <a:ahLst/>
              <a:cxnLst/>
              <a:rect l="l" t="t" r="r" b="b"/>
              <a:pathLst>
                <a:path w="45" h="6" extrusionOk="0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9" name="Google Shape;149;p28"/>
            <p:cNvSpPr/>
            <p:nvPr/>
          </p:nvSpPr>
          <p:spPr>
            <a:xfrm>
              <a:off x="11809413" y="1531708"/>
              <a:ext cx="41275" cy="2462"/>
            </a:xfrm>
            <a:custGeom>
              <a:avLst/>
              <a:gdLst/>
              <a:ahLst/>
              <a:cxnLst/>
              <a:rect l="l" t="t" r="r" b="b"/>
              <a:pathLst>
                <a:path w="44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0" name="Google Shape;150;p28"/>
            <p:cNvSpPr/>
            <p:nvPr/>
          </p:nvSpPr>
          <p:spPr>
            <a:xfrm>
              <a:off x="12003088" y="1537863"/>
              <a:ext cx="77787" cy="3693"/>
            </a:xfrm>
            <a:custGeom>
              <a:avLst/>
              <a:gdLst/>
              <a:ahLst/>
              <a:cxnLst/>
              <a:rect l="l" t="t" r="r" b="b"/>
              <a:pathLst>
                <a:path w="82" h="5" extrusionOk="0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1" name="Google Shape;151;p28"/>
            <p:cNvSpPr/>
            <p:nvPr/>
          </p:nvSpPr>
          <p:spPr>
            <a:xfrm>
              <a:off x="11664950" y="1523092"/>
              <a:ext cx="39687" cy="4924"/>
            </a:xfrm>
            <a:custGeom>
              <a:avLst/>
              <a:gdLst/>
              <a:ahLst/>
              <a:cxnLst/>
              <a:rect l="l" t="t" r="r" b="b"/>
              <a:pathLst>
                <a:path w="42" h="5" extrusionOk="0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2" name="Google Shape;152;p28"/>
            <p:cNvSpPr/>
            <p:nvPr/>
          </p:nvSpPr>
          <p:spPr>
            <a:xfrm>
              <a:off x="11506200" y="1521861"/>
              <a:ext cx="92075" cy="4924"/>
            </a:xfrm>
            <a:custGeom>
              <a:avLst/>
              <a:gdLst/>
              <a:ahLst/>
              <a:cxnLst/>
              <a:rect l="l" t="t" r="r" b="b"/>
              <a:pathLst>
                <a:path w="98" h="6" extrusionOk="0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3" name="Google Shape;153;p28"/>
            <p:cNvSpPr/>
            <p:nvPr/>
          </p:nvSpPr>
          <p:spPr>
            <a:xfrm>
              <a:off x="11471275" y="1525554"/>
              <a:ext cx="34925" cy="3693"/>
            </a:xfrm>
            <a:custGeom>
              <a:avLst/>
              <a:gdLst/>
              <a:ahLst/>
              <a:cxnLst/>
              <a:rect l="l" t="t" r="r" b="b"/>
              <a:pathLst>
                <a:path w="36" h="3" extrusionOk="0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4" name="Google Shape;154;p28"/>
            <p:cNvSpPr/>
            <p:nvPr/>
          </p:nvSpPr>
          <p:spPr>
            <a:xfrm>
              <a:off x="11710988" y="1529246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5" extrusionOk="0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5" name="Google Shape;155;p28"/>
            <p:cNvSpPr/>
            <p:nvPr/>
          </p:nvSpPr>
          <p:spPr>
            <a:xfrm>
              <a:off x="11691938" y="1532939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6" name="Google Shape;156;p28"/>
            <p:cNvSpPr/>
            <p:nvPr/>
          </p:nvSpPr>
          <p:spPr>
            <a:xfrm>
              <a:off x="11741150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7" name="Google Shape;157;p28"/>
            <p:cNvSpPr/>
            <p:nvPr/>
          </p:nvSpPr>
          <p:spPr>
            <a:xfrm>
              <a:off x="11841163" y="1537863"/>
              <a:ext cx="71437" cy="8617"/>
            </a:xfrm>
            <a:custGeom>
              <a:avLst/>
              <a:gdLst/>
              <a:ahLst/>
              <a:cxnLst/>
              <a:rect l="l" t="t" r="r" b="b"/>
              <a:pathLst>
                <a:path w="75" h="9" extrusionOk="0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8" name="Google Shape;158;p28"/>
            <p:cNvSpPr/>
            <p:nvPr/>
          </p:nvSpPr>
          <p:spPr>
            <a:xfrm>
              <a:off x="11764963" y="1535401"/>
              <a:ext cx="44450" cy="3693"/>
            </a:xfrm>
            <a:custGeom>
              <a:avLst/>
              <a:gdLst/>
              <a:ahLst/>
              <a:cxnLst/>
              <a:rect l="l" t="t" r="r" b="b"/>
              <a:pathLst>
                <a:path w="47" h="4" extrusionOk="0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9" name="Google Shape;159;p28"/>
            <p:cNvSpPr/>
            <p:nvPr/>
          </p:nvSpPr>
          <p:spPr>
            <a:xfrm>
              <a:off x="11744325" y="1537863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2" h="2" extrusionOk="0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0" name="Google Shape;160;p28"/>
            <p:cNvSpPr/>
            <p:nvPr/>
          </p:nvSpPr>
          <p:spPr>
            <a:xfrm>
              <a:off x="11482388" y="1531708"/>
              <a:ext cx="85725" cy="3693"/>
            </a:xfrm>
            <a:custGeom>
              <a:avLst/>
              <a:gdLst/>
              <a:ahLst/>
              <a:cxnLst/>
              <a:rect l="l" t="t" r="r" b="b"/>
              <a:pathLst>
                <a:path w="90" h="4" extrusionOk="0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1" name="Google Shape;161;p28"/>
            <p:cNvSpPr/>
            <p:nvPr/>
          </p:nvSpPr>
          <p:spPr>
            <a:xfrm>
              <a:off x="11626850" y="1532939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2" name="Google Shape;162;p28"/>
            <p:cNvSpPr/>
            <p:nvPr/>
          </p:nvSpPr>
          <p:spPr>
            <a:xfrm>
              <a:off x="11261725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ubicBezTo>
                    <a:pt x="4" y="0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3" name="Google Shape;163;p28"/>
            <p:cNvSpPr/>
            <p:nvPr/>
          </p:nvSpPr>
          <p:spPr>
            <a:xfrm>
              <a:off x="11553825" y="1534170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7" h="2" extrusionOk="0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4" name="Google Shape;164;p28"/>
            <p:cNvSpPr/>
            <p:nvPr/>
          </p:nvSpPr>
          <p:spPr>
            <a:xfrm>
              <a:off x="11409363" y="1529246"/>
              <a:ext cx="31750" cy="2462"/>
            </a:xfrm>
            <a:custGeom>
              <a:avLst/>
              <a:gdLst/>
              <a:ahLst/>
              <a:cxnLst/>
              <a:rect l="l" t="t" r="r" b="b"/>
              <a:pathLst>
                <a:path w="33" h="3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5" name="Google Shape;165;p28"/>
            <p:cNvSpPr/>
            <p:nvPr/>
          </p:nvSpPr>
          <p:spPr>
            <a:xfrm>
              <a:off x="11618913" y="15317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cubicBezTo>
                    <a:pt x="0" y="0"/>
                    <a:pt x="0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6" name="Google Shape;166;p28"/>
            <p:cNvSpPr/>
            <p:nvPr/>
          </p:nvSpPr>
          <p:spPr>
            <a:xfrm>
              <a:off x="11598275" y="1531708"/>
              <a:ext cx="28575" cy="2462"/>
            </a:xfrm>
            <a:custGeom>
              <a:avLst/>
              <a:gdLst/>
              <a:ahLst/>
              <a:cxnLst/>
              <a:rect l="l" t="t" r="r" b="b"/>
              <a:pathLst>
                <a:path w="31" h="3" extrusionOk="0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7" name="Google Shape;167;p28"/>
            <p:cNvSpPr/>
            <p:nvPr/>
          </p:nvSpPr>
          <p:spPr>
            <a:xfrm>
              <a:off x="11137900" y="1534170"/>
              <a:ext cx="188912" cy="23388"/>
            </a:xfrm>
            <a:custGeom>
              <a:avLst/>
              <a:gdLst/>
              <a:ahLst/>
              <a:cxnLst/>
              <a:rect l="l" t="t" r="r" b="b"/>
              <a:pathLst>
                <a:path w="198" h="27" extrusionOk="0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8" name="Google Shape;168;p28"/>
            <p:cNvSpPr/>
            <p:nvPr/>
          </p:nvSpPr>
          <p:spPr>
            <a:xfrm>
              <a:off x="11266488" y="1529246"/>
              <a:ext cx="95250" cy="4924"/>
            </a:xfrm>
            <a:custGeom>
              <a:avLst/>
              <a:gdLst/>
              <a:ahLst/>
              <a:cxnLst/>
              <a:rect l="l" t="t" r="r" b="b"/>
              <a:pathLst>
                <a:path w="100" h="6" extrusionOk="0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9" name="Google Shape;169;p28"/>
            <p:cNvSpPr/>
            <p:nvPr/>
          </p:nvSpPr>
          <p:spPr>
            <a:xfrm>
              <a:off x="11361738" y="1531708"/>
              <a:ext cx="134937" cy="12309"/>
            </a:xfrm>
            <a:custGeom>
              <a:avLst/>
              <a:gdLst/>
              <a:ahLst/>
              <a:cxnLst/>
              <a:rect l="l" t="t" r="r" b="b"/>
              <a:pathLst>
                <a:path w="142" h="14" extrusionOk="0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0" name="Google Shape;170;p28"/>
            <p:cNvSpPr/>
            <p:nvPr/>
          </p:nvSpPr>
          <p:spPr>
            <a:xfrm>
              <a:off x="11834813" y="1552634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1" name="Google Shape;171;p28"/>
            <p:cNvSpPr/>
            <p:nvPr/>
          </p:nvSpPr>
          <p:spPr>
            <a:xfrm>
              <a:off x="11764963" y="1542787"/>
              <a:ext cx="117475" cy="9847"/>
            </a:xfrm>
            <a:custGeom>
              <a:avLst/>
              <a:gdLst/>
              <a:ahLst/>
              <a:cxnLst/>
              <a:rect l="l" t="t" r="r" b="b"/>
              <a:pathLst>
                <a:path w="122" h="12" extrusionOk="0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2" name="Google Shape;172;p28"/>
            <p:cNvSpPr/>
            <p:nvPr/>
          </p:nvSpPr>
          <p:spPr>
            <a:xfrm>
              <a:off x="11555413" y="1544017"/>
              <a:ext cx="69850" cy="4924"/>
            </a:xfrm>
            <a:custGeom>
              <a:avLst/>
              <a:gdLst/>
              <a:ahLst/>
              <a:cxnLst/>
              <a:rect l="l" t="t" r="r" b="b"/>
              <a:pathLst>
                <a:path w="74" h="6" extrusionOk="0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3" name="Google Shape;173;p28"/>
            <p:cNvSpPr/>
            <p:nvPr/>
          </p:nvSpPr>
          <p:spPr>
            <a:xfrm>
              <a:off x="11223625" y="1528016"/>
              <a:ext cx="38100" cy="6155"/>
            </a:xfrm>
            <a:custGeom>
              <a:avLst/>
              <a:gdLst/>
              <a:ahLst/>
              <a:cxnLst/>
              <a:rect l="l" t="t" r="r" b="b"/>
              <a:pathLst>
                <a:path w="40" h="7" extrusionOk="0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4" name="Google Shape;174;p28"/>
            <p:cNvSpPr/>
            <p:nvPr/>
          </p:nvSpPr>
          <p:spPr>
            <a:xfrm>
              <a:off x="11145838" y="1529246"/>
              <a:ext cx="22225" cy="2462"/>
            </a:xfrm>
            <a:custGeom>
              <a:avLst/>
              <a:gdLst/>
              <a:ahLst/>
              <a:cxnLst/>
              <a:rect l="l" t="t" r="r" b="b"/>
              <a:pathLst>
                <a:path w="24" h="4" extrusionOk="0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5" name="Google Shape;175;p28"/>
            <p:cNvSpPr/>
            <p:nvPr/>
          </p:nvSpPr>
          <p:spPr>
            <a:xfrm>
              <a:off x="6197600" y="1566174"/>
              <a:ext cx="20637" cy="1231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6" name="Google Shape;176;p28"/>
            <p:cNvSpPr/>
            <p:nvPr/>
          </p:nvSpPr>
          <p:spPr>
            <a:xfrm>
              <a:off x="6356350" y="1564943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0" h="2" extrusionOk="0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7" name="Google Shape;177;p28"/>
            <p:cNvSpPr/>
            <p:nvPr/>
          </p:nvSpPr>
          <p:spPr>
            <a:xfrm>
              <a:off x="8950325" y="1521861"/>
              <a:ext cx="61912" cy="7386"/>
            </a:xfrm>
            <a:custGeom>
              <a:avLst/>
              <a:gdLst/>
              <a:ahLst/>
              <a:cxnLst/>
              <a:rect l="l" t="t" r="r" b="b"/>
              <a:pathLst>
                <a:path w="65" h="9" extrusionOk="0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8" name="Google Shape;178;p28"/>
            <p:cNvSpPr/>
            <p:nvPr/>
          </p:nvSpPr>
          <p:spPr>
            <a:xfrm>
              <a:off x="7537450" y="1546479"/>
              <a:ext cx="28575" cy="3693"/>
            </a:xfrm>
            <a:custGeom>
              <a:avLst/>
              <a:gdLst/>
              <a:ahLst/>
              <a:cxnLst/>
              <a:rect l="l" t="t" r="r" b="b"/>
              <a:pathLst>
                <a:path w="29" h="4" extrusionOk="0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79" name="Google Shape;179;p28"/>
            <p:cNvSpPr/>
            <p:nvPr/>
          </p:nvSpPr>
          <p:spPr>
            <a:xfrm>
              <a:off x="7478713" y="1562481"/>
              <a:ext cx="38100" cy="2462"/>
            </a:xfrm>
            <a:custGeom>
              <a:avLst/>
              <a:gdLst/>
              <a:ahLst/>
              <a:cxnLst/>
              <a:rect l="l" t="t" r="r" b="b"/>
              <a:pathLst>
                <a:path w="40" h="3" extrusionOk="0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0" name="Google Shape;180;p28"/>
            <p:cNvSpPr/>
            <p:nvPr/>
          </p:nvSpPr>
          <p:spPr>
            <a:xfrm>
              <a:off x="5410200" y="1568636"/>
              <a:ext cx="36512" cy="3693"/>
            </a:xfrm>
            <a:custGeom>
              <a:avLst/>
              <a:gdLst/>
              <a:ahLst/>
              <a:cxnLst/>
              <a:rect l="l" t="t" r="r" b="b"/>
              <a:pathLst>
                <a:path w="38" h="5" extrusionOk="0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1" name="Google Shape;181;p28"/>
            <p:cNvSpPr/>
            <p:nvPr/>
          </p:nvSpPr>
          <p:spPr>
            <a:xfrm>
              <a:off x="10206038" y="1530477"/>
              <a:ext cx="61912" cy="4924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2" name="Google Shape;182;p28"/>
            <p:cNvSpPr/>
            <p:nvPr/>
          </p:nvSpPr>
          <p:spPr>
            <a:xfrm>
              <a:off x="6257925" y="1525554"/>
              <a:ext cx="19050" cy="2462"/>
            </a:xfrm>
            <a:custGeom>
              <a:avLst/>
              <a:gdLst/>
              <a:ahLst/>
              <a:cxnLst/>
              <a:rect l="l" t="t" r="r" b="b"/>
              <a:pathLst>
                <a:path w="21" h="2" extrusionOk="0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3" name="Google Shape;183;p28"/>
            <p:cNvSpPr/>
            <p:nvPr/>
          </p:nvSpPr>
          <p:spPr>
            <a:xfrm>
              <a:off x="10134600" y="1528016"/>
              <a:ext cx="71437" cy="3693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4" name="Google Shape;184;p28"/>
            <p:cNvSpPr/>
            <p:nvPr/>
          </p:nvSpPr>
          <p:spPr>
            <a:xfrm>
              <a:off x="2582863" y="1560020"/>
              <a:ext cx="7937" cy="1231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5" name="Google Shape;185;p28"/>
            <p:cNvSpPr/>
            <p:nvPr/>
          </p:nvSpPr>
          <p:spPr>
            <a:xfrm>
              <a:off x="1762125" y="1521861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6" name="Google Shape;186;p28"/>
            <p:cNvSpPr/>
            <p:nvPr/>
          </p:nvSpPr>
          <p:spPr>
            <a:xfrm>
              <a:off x="10812463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7" name="Google Shape;187;p28"/>
            <p:cNvSpPr/>
            <p:nvPr/>
          </p:nvSpPr>
          <p:spPr>
            <a:xfrm>
              <a:off x="10896600" y="1545248"/>
              <a:ext cx="7937" cy="2462"/>
            </a:xfrm>
            <a:custGeom>
              <a:avLst/>
              <a:gdLst/>
              <a:ahLst/>
              <a:cxnLst/>
              <a:rect l="l" t="t" r="r" b="b"/>
              <a:pathLst>
                <a:path w="8" h="3" extrusionOk="0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8" name="Google Shape;188;p28"/>
            <p:cNvSpPr/>
            <p:nvPr/>
          </p:nvSpPr>
          <p:spPr>
            <a:xfrm>
              <a:off x="9947275" y="155386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9" name="Google Shape;189;p28"/>
            <p:cNvSpPr/>
            <p:nvPr/>
          </p:nvSpPr>
          <p:spPr>
            <a:xfrm>
              <a:off x="10817225" y="1531708"/>
              <a:ext cx="23812" cy="0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25" y="0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0" name="Google Shape;190;p28"/>
            <p:cNvSpPr/>
            <p:nvPr/>
          </p:nvSpPr>
          <p:spPr>
            <a:xfrm>
              <a:off x="10836275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1" name="Google Shape;191;p28"/>
            <p:cNvSpPr/>
            <p:nvPr/>
          </p:nvSpPr>
          <p:spPr>
            <a:xfrm>
              <a:off x="10787063" y="1530477"/>
              <a:ext cx="30162" cy="1231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2" name="Google Shape;192;p28"/>
            <p:cNvSpPr/>
            <p:nvPr/>
          </p:nvSpPr>
          <p:spPr>
            <a:xfrm>
              <a:off x="4092575" y="1552634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3" h="2" extrusionOk="0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3" name="Google Shape;193;p28"/>
            <p:cNvSpPr/>
            <p:nvPr/>
          </p:nvSpPr>
          <p:spPr>
            <a:xfrm>
              <a:off x="8528050" y="1567405"/>
              <a:ext cx="3175" cy="1231"/>
            </a:xfrm>
            <a:custGeom>
              <a:avLst/>
              <a:gdLst/>
              <a:ahLst/>
              <a:cxnLst/>
              <a:rect l="l" t="t" r="r" b="b"/>
              <a:pathLst>
                <a:path w="3" h="1" extrusionOk="0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4" name="Google Shape;194;p28"/>
            <p:cNvSpPr/>
            <p:nvPr/>
          </p:nvSpPr>
          <p:spPr>
            <a:xfrm>
              <a:off x="8461375" y="1556326"/>
              <a:ext cx="66675" cy="14771"/>
            </a:xfrm>
            <a:custGeom>
              <a:avLst/>
              <a:gdLst/>
              <a:ahLst/>
              <a:cxnLst/>
              <a:rect l="l" t="t" r="r" b="b"/>
              <a:pathLst>
                <a:path w="69" h="17" extrusionOk="0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5" name="Google Shape;195;p28"/>
            <p:cNvSpPr/>
            <p:nvPr/>
          </p:nvSpPr>
          <p:spPr>
            <a:xfrm>
              <a:off x="1562100" y="1514475"/>
              <a:ext cx="9563100" cy="64008"/>
            </a:xfrm>
            <a:custGeom>
              <a:avLst/>
              <a:gdLst/>
              <a:ahLst/>
              <a:cxnLst/>
              <a:rect l="l" t="t" r="r" b="b"/>
              <a:pathLst>
                <a:path w="10030" h="75" extrusionOk="0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6" name="Google Shape;196;p28"/>
            <p:cNvSpPr/>
            <p:nvPr/>
          </p:nvSpPr>
          <p:spPr>
            <a:xfrm>
              <a:off x="7508875" y="1560020"/>
              <a:ext cx="11112" cy="3693"/>
            </a:xfrm>
            <a:custGeom>
              <a:avLst/>
              <a:gdLst/>
              <a:ahLst/>
              <a:cxnLst/>
              <a:rect l="l" t="t" r="r" b="b"/>
              <a:pathLst>
                <a:path w="12" h="3" extrusionOk="0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7" name="Google Shape;197;p28"/>
            <p:cNvSpPr/>
            <p:nvPr/>
          </p:nvSpPr>
          <p:spPr>
            <a:xfrm>
              <a:off x="5434013" y="156740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8" name="Google Shape;198;p28"/>
            <p:cNvSpPr/>
            <p:nvPr/>
          </p:nvSpPr>
          <p:spPr>
            <a:xfrm>
              <a:off x="9672638" y="1567405"/>
              <a:ext cx="25400" cy="2462"/>
            </a:xfrm>
            <a:custGeom>
              <a:avLst/>
              <a:gdLst/>
              <a:ahLst/>
              <a:cxnLst/>
              <a:rect l="l" t="t" r="r" b="b"/>
              <a:pathLst>
                <a:path w="27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9" name="Google Shape;199;p28"/>
            <p:cNvSpPr/>
            <p:nvPr/>
          </p:nvSpPr>
          <p:spPr>
            <a:xfrm>
              <a:off x="10966450" y="1529246"/>
              <a:ext cx="39687" cy="2462"/>
            </a:xfrm>
            <a:custGeom>
              <a:avLst/>
              <a:gdLst/>
              <a:ahLst/>
              <a:cxnLst/>
              <a:rect l="l" t="t" r="r" b="b"/>
              <a:pathLst>
                <a:path w="42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0" name="Google Shape;200;p28"/>
            <p:cNvSpPr/>
            <p:nvPr/>
          </p:nvSpPr>
          <p:spPr>
            <a:xfrm>
              <a:off x="11329988" y="1552634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6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1" name="Google Shape;201;p28"/>
            <p:cNvSpPr/>
            <p:nvPr/>
          </p:nvSpPr>
          <p:spPr>
            <a:xfrm>
              <a:off x="11042650" y="1540325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7" extrusionOk="0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2" name="Google Shape;202;p28"/>
            <p:cNvSpPr/>
            <p:nvPr/>
          </p:nvSpPr>
          <p:spPr>
            <a:xfrm>
              <a:off x="11106150" y="1542787"/>
              <a:ext cx="28575" cy="1231"/>
            </a:xfrm>
            <a:custGeom>
              <a:avLst/>
              <a:gdLst/>
              <a:ahLst/>
              <a:cxnLst/>
              <a:rect l="l" t="t" r="r" b="b"/>
              <a:pathLst>
                <a:path w="31" h="2" extrusionOk="0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3" name="Google Shape;203;p28"/>
            <p:cNvSpPr/>
            <p:nvPr/>
          </p:nvSpPr>
          <p:spPr>
            <a:xfrm>
              <a:off x="10679113" y="1525554"/>
              <a:ext cx="103187" cy="9847"/>
            </a:xfrm>
            <a:custGeom>
              <a:avLst/>
              <a:gdLst/>
              <a:ahLst/>
              <a:cxnLst/>
              <a:rect l="l" t="t" r="r" b="b"/>
              <a:pathLst>
                <a:path w="109" h="12" extrusionOk="0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4" name="Google Shape;204;p28"/>
            <p:cNvSpPr/>
            <p:nvPr/>
          </p:nvSpPr>
          <p:spPr>
            <a:xfrm>
              <a:off x="11039475" y="1550172"/>
              <a:ext cx="26987" cy="4924"/>
            </a:xfrm>
            <a:custGeom>
              <a:avLst/>
              <a:gdLst/>
              <a:ahLst/>
              <a:cxnLst/>
              <a:rect l="l" t="t" r="r" b="b"/>
              <a:pathLst>
                <a:path w="27" h="5" extrusionOk="0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5" name="Google Shape;205;p28"/>
            <p:cNvSpPr/>
            <p:nvPr/>
          </p:nvSpPr>
          <p:spPr>
            <a:xfrm>
              <a:off x="10841038" y="1548941"/>
              <a:ext cx="58737" cy="2462"/>
            </a:xfrm>
            <a:custGeom>
              <a:avLst/>
              <a:gdLst/>
              <a:ahLst/>
              <a:cxnLst/>
              <a:rect l="l" t="t" r="r" b="b"/>
              <a:pathLst>
                <a:path w="61" h="3" extrusionOk="0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6" name="Google Shape;206;p28"/>
            <p:cNvSpPr/>
            <p:nvPr/>
          </p:nvSpPr>
          <p:spPr>
            <a:xfrm>
              <a:off x="10899775" y="1550172"/>
              <a:ext cx="36512" cy="1231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7" name="Google Shape;207;p28"/>
            <p:cNvSpPr/>
            <p:nvPr/>
          </p:nvSpPr>
          <p:spPr>
            <a:xfrm>
              <a:off x="10958513" y="1555096"/>
              <a:ext cx="46037" cy="0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0"/>
                  </a:moveTo>
                  <a:lnTo>
                    <a:pt x="47" y="0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8" name="Google Shape;208;p28"/>
            <p:cNvSpPr/>
            <p:nvPr/>
          </p:nvSpPr>
          <p:spPr>
            <a:xfrm>
              <a:off x="10304463" y="1548941"/>
              <a:ext cx="61912" cy="3693"/>
            </a:xfrm>
            <a:custGeom>
              <a:avLst/>
              <a:gdLst/>
              <a:ahLst/>
              <a:cxnLst/>
              <a:rect l="l" t="t" r="r" b="b"/>
              <a:pathLst>
                <a:path w="65" h="4" extrusionOk="0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9" name="Google Shape;209;p28"/>
            <p:cNvSpPr/>
            <p:nvPr/>
          </p:nvSpPr>
          <p:spPr>
            <a:xfrm>
              <a:off x="10483850" y="1557558"/>
              <a:ext cx="23812" cy="6155"/>
            </a:xfrm>
            <a:custGeom>
              <a:avLst/>
              <a:gdLst/>
              <a:ahLst/>
              <a:cxnLst/>
              <a:rect l="l" t="t" r="r" b="b"/>
              <a:pathLst>
                <a:path w="25" h="7" extrusionOk="0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0" name="Google Shape;210;p28"/>
            <p:cNvSpPr/>
            <p:nvPr/>
          </p:nvSpPr>
          <p:spPr>
            <a:xfrm>
              <a:off x="10291763" y="1563712"/>
              <a:ext cx="117475" cy="2462"/>
            </a:xfrm>
            <a:custGeom>
              <a:avLst/>
              <a:gdLst/>
              <a:ahLst/>
              <a:cxnLst/>
              <a:rect l="l" t="t" r="r" b="b"/>
              <a:pathLst>
                <a:path w="123" h="4" extrusionOk="0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1" name="Google Shape;211;p28"/>
            <p:cNvSpPr/>
            <p:nvPr/>
          </p:nvSpPr>
          <p:spPr>
            <a:xfrm>
              <a:off x="9621838" y="1546479"/>
              <a:ext cx="11112" cy="8617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2" name="Google Shape;212;p28"/>
            <p:cNvSpPr/>
            <p:nvPr/>
          </p:nvSpPr>
          <p:spPr>
            <a:xfrm>
              <a:off x="8951913" y="1568636"/>
              <a:ext cx="96837" cy="8617"/>
            </a:xfrm>
            <a:custGeom>
              <a:avLst/>
              <a:gdLst/>
              <a:ahLst/>
              <a:cxnLst/>
              <a:rect l="l" t="t" r="r" b="b"/>
              <a:pathLst>
                <a:path w="101" h="10" extrusionOk="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3" name="Google Shape;213;p28"/>
            <p:cNvSpPr/>
            <p:nvPr/>
          </p:nvSpPr>
          <p:spPr>
            <a:xfrm>
              <a:off x="9005888" y="1566174"/>
              <a:ext cx="17462" cy="2462"/>
            </a:xfrm>
            <a:custGeom>
              <a:avLst/>
              <a:gdLst/>
              <a:ahLst/>
              <a:cxnLst/>
              <a:rect l="l" t="t" r="r" b="b"/>
              <a:pathLst>
                <a:path w="19" h="2" extrusionOk="0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4" name="Google Shape;214;p28"/>
            <p:cNvSpPr/>
            <p:nvPr/>
          </p:nvSpPr>
          <p:spPr>
            <a:xfrm>
              <a:off x="1587500" y="1516937"/>
              <a:ext cx="38100" cy="3693"/>
            </a:xfrm>
            <a:custGeom>
              <a:avLst/>
              <a:gdLst/>
              <a:ahLst/>
              <a:cxnLst/>
              <a:rect l="l" t="t" r="r" b="b"/>
              <a:pathLst>
                <a:path w="39" h="4" extrusionOk="0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5" name="Google Shape;215;p28"/>
            <p:cNvSpPr/>
            <p:nvPr/>
          </p:nvSpPr>
          <p:spPr>
            <a:xfrm>
              <a:off x="1522413" y="1519399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6" extrusionOk="0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6" name="Google Shape;216;p28"/>
            <p:cNvSpPr/>
            <p:nvPr/>
          </p:nvSpPr>
          <p:spPr>
            <a:xfrm>
              <a:off x="6650038" y="1573559"/>
              <a:ext cx="33337" cy="3693"/>
            </a:xfrm>
            <a:custGeom>
              <a:avLst/>
              <a:gdLst/>
              <a:ahLst/>
              <a:cxnLst/>
              <a:rect l="l" t="t" r="r" b="b"/>
              <a:pathLst>
                <a:path w="34" h="4" extrusionOk="0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7" name="Google Shape;217;p28"/>
            <p:cNvSpPr/>
            <p:nvPr/>
          </p:nvSpPr>
          <p:spPr>
            <a:xfrm>
              <a:off x="6162675" y="1566174"/>
              <a:ext cx="15875" cy="4924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8" name="Google Shape;218;p28"/>
            <p:cNvSpPr/>
            <p:nvPr/>
          </p:nvSpPr>
          <p:spPr>
            <a:xfrm>
              <a:off x="5738813" y="1571097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8" extrusionOk="0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19" name="Google Shape;219;p28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3pPr>
            <a:lvl4pPr marL="1828800" lvl="3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/>
            </a:lvl4pPr>
            <a:lvl5pPr marL="2286000" lvl="4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5pPr>
            <a:lvl6pPr marL="2743200" lvl="5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/>
            </a:lvl6pPr>
            <a:lvl7pPr marL="3200400" lvl="6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7pPr>
            <a:lvl8pPr marL="3657600" lvl="7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/>
            </a:lvl8pPr>
            <a:lvl9pPr marL="4114800" lvl="8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9pPr>
          </a:lstStyle>
          <a:p>
            <a:endParaRPr/>
          </a:p>
        </p:txBody>
      </p:sp>
      <p:sp>
        <p:nvSpPr>
          <p:cNvPr id="220" name="Google Shape;220;p28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8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9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9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onsolas"/>
              <a:buNone/>
              <a:defRPr sz="4400" b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9" name="Google Shape;229;p30" descr="Line graphic"/>
          <p:cNvGrpSpPr/>
          <p:nvPr/>
        </p:nvGrpSpPr>
        <p:grpSpPr>
          <a:xfrm>
            <a:off x="1584896" y="4724400"/>
            <a:ext cx="8631936" cy="64008"/>
            <a:chOff x="-4110038" y="2703513"/>
            <a:chExt cx="17394239" cy="160336"/>
          </a:xfrm>
        </p:grpSpPr>
        <p:sp>
          <p:nvSpPr>
            <p:cNvPr id="230" name="Google Shape;230;p30"/>
            <p:cNvSpPr/>
            <p:nvPr/>
          </p:nvSpPr>
          <p:spPr>
            <a:xfrm>
              <a:off x="12815888" y="2768600"/>
              <a:ext cx="468313" cy="19050"/>
            </a:xfrm>
            <a:custGeom>
              <a:avLst/>
              <a:gdLst/>
              <a:ahLst/>
              <a:cxnLst/>
              <a:rect l="l" t="t" r="r" b="b"/>
              <a:pathLst>
                <a:path w="244" h="8" extrusionOk="0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1" name="Google Shape;231;p30"/>
            <p:cNvSpPr/>
            <p:nvPr/>
          </p:nvSpPr>
          <p:spPr>
            <a:xfrm>
              <a:off x="12380913" y="2755900"/>
              <a:ext cx="461963" cy="26987"/>
            </a:xfrm>
            <a:custGeom>
              <a:avLst/>
              <a:gdLst/>
              <a:ahLst/>
              <a:cxnLst/>
              <a:rect l="l" t="t" r="r" b="b"/>
              <a:pathLst>
                <a:path w="241" h="12" extrusionOk="0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2" name="Google Shape;232;p30"/>
            <p:cNvSpPr/>
            <p:nvPr/>
          </p:nvSpPr>
          <p:spPr>
            <a:xfrm>
              <a:off x="12814300" y="2779713"/>
              <a:ext cx="1588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3" name="Google Shape;233;p30"/>
            <p:cNvSpPr/>
            <p:nvPr/>
          </p:nvSpPr>
          <p:spPr>
            <a:xfrm>
              <a:off x="2738437" y="2795588"/>
              <a:ext cx="425450" cy="15875"/>
            </a:xfrm>
            <a:custGeom>
              <a:avLst/>
              <a:gdLst/>
              <a:ahLst/>
              <a:cxnLst/>
              <a:rect l="l" t="t" r="r" b="b"/>
              <a:pathLst>
                <a:path w="222" h="7" extrusionOk="0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4" name="Google Shape;234;p30"/>
            <p:cNvSpPr/>
            <p:nvPr/>
          </p:nvSpPr>
          <p:spPr>
            <a:xfrm>
              <a:off x="-3646488" y="2800350"/>
              <a:ext cx="46038" cy="3175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5" name="Google Shape;235;p30"/>
            <p:cNvSpPr/>
            <p:nvPr/>
          </p:nvSpPr>
          <p:spPr>
            <a:xfrm>
              <a:off x="2627312" y="2816225"/>
              <a:ext cx="63500" cy="4762"/>
            </a:xfrm>
            <a:custGeom>
              <a:avLst/>
              <a:gdLst/>
              <a:ahLst/>
              <a:cxnLst/>
              <a:rect l="l" t="t" r="r" b="b"/>
              <a:pathLst>
                <a:path w="33" h="2" extrusionOk="0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6" name="Google Shape;236;p30"/>
            <p:cNvSpPr/>
            <p:nvPr/>
          </p:nvSpPr>
          <p:spPr>
            <a:xfrm>
              <a:off x="3103562" y="2741613"/>
              <a:ext cx="28575" cy="3175"/>
            </a:xfrm>
            <a:custGeom>
              <a:avLst/>
              <a:gdLst/>
              <a:ahLst/>
              <a:cxnLst/>
              <a:rect l="l" t="t" r="r" b="b"/>
              <a:pathLst>
                <a:path w="15" h="1" extrusionOk="0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7" name="Google Shape;237;p30"/>
            <p:cNvSpPr/>
            <p:nvPr/>
          </p:nvSpPr>
          <p:spPr>
            <a:xfrm>
              <a:off x="1227137" y="2836863"/>
              <a:ext cx="20638" cy="0"/>
            </a:xfrm>
            <a:custGeom>
              <a:avLst/>
              <a:gdLst/>
              <a:ahLst/>
              <a:cxnLst/>
              <a:rect l="l" t="t" r="r" b="b"/>
              <a:pathLst>
                <a:path w="11" h="120000" extrusionOk="0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8" name="Google Shape;238;p30"/>
            <p:cNvSpPr/>
            <p:nvPr/>
          </p:nvSpPr>
          <p:spPr>
            <a:xfrm>
              <a:off x="3660775" y="2713038"/>
              <a:ext cx="331788" cy="20637"/>
            </a:xfrm>
            <a:custGeom>
              <a:avLst/>
              <a:gdLst/>
              <a:ahLst/>
              <a:cxnLst/>
              <a:rect l="l" t="t" r="r" b="b"/>
              <a:pathLst>
                <a:path w="173" h="9" extrusionOk="0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39" name="Google Shape;239;p30"/>
            <p:cNvSpPr/>
            <p:nvPr/>
          </p:nvSpPr>
          <p:spPr>
            <a:xfrm>
              <a:off x="-1674813" y="2768600"/>
              <a:ext cx="1588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0" name="Google Shape;240;p30"/>
            <p:cNvSpPr/>
            <p:nvPr/>
          </p:nvSpPr>
          <p:spPr>
            <a:xfrm>
              <a:off x="-1673225" y="2767013"/>
              <a:ext cx="36513" cy="1587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1" name="Google Shape;241;p30"/>
            <p:cNvSpPr/>
            <p:nvPr/>
          </p:nvSpPr>
          <p:spPr>
            <a:xfrm>
              <a:off x="2690812" y="2811463"/>
              <a:ext cx="47625" cy="4762"/>
            </a:xfrm>
            <a:custGeom>
              <a:avLst/>
              <a:gdLst/>
              <a:ahLst/>
              <a:cxnLst/>
              <a:rect l="l" t="t" r="r" b="b"/>
              <a:pathLst>
                <a:path w="25" h="2" extrusionOk="0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2" name="Google Shape;242;p30"/>
            <p:cNvSpPr/>
            <p:nvPr/>
          </p:nvSpPr>
          <p:spPr>
            <a:xfrm>
              <a:off x="2822575" y="2794000"/>
              <a:ext cx="163513" cy="4762"/>
            </a:xfrm>
            <a:custGeom>
              <a:avLst/>
              <a:gdLst/>
              <a:ahLst/>
              <a:cxnLst/>
              <a:rect l="l" t="t" r="r" b="b"/>
              <a:pathLst>
                <a:path w="85" h="2" extrusionOk="0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3" name="Google Shape;243;p30"/>
            <p:cNvSpPr/>
            <p:nvPr/>
          </p:nvSpPr>
          <p:spPr>
            <a:xfrm>
              <a:off x="715962" y="2809875"/>
              <a:ext cx="1911350" cy="50800"/>
            </a:xfrm>
            <a:custGeom>
              <a:avLst/>
              <a:gdLst/>
              <a:ahLst/>
              <a:cxnLst/>
              <a:rect l="l" t="t" r="r" b="b"/>
              <a:pathLst>
                <a:path w="996" h="23" extrusionOk="0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4" name="Google Shape;244;p30"/>
            <p:cNvSpPr/>
            <p:nvPr/>
          </p:nvSpPr>
          <p:spPr>
            <a:xfrm>
              <a:off x="1995487" y="2822575"/>
              <a:ext cx="20638" cy="0"/>
            </a:xfrm>
            <a:custGeom>
              <a:avLst/>
              <a:gdLst/>
              <a:ahLst/>
              <a:cxnLst/>
              <a:rect l="l" t="t" r="r" b="b"/>
              <a:pathLst>
                <a:path w="10" h="120000" extrusionOk="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5" name="Google Shape;245;p30"/>
            <p:cNvSpPr/>
            <p:nvPr/>
          </p:nvSpPr>
          <p:spPr>
            <a:xfrm>
              <a:off x="1630362" y="2830513"/>
              <a:ext cx="22225" cy="0"/>
            </a:xfrm>
            <a:custGeom>
              <a:avLst/>
              <a:gdLst/>
              <a:ahLst/>
              <a:cxnLst/>
              <a:rect l="l" t="t" r="r" b="b"/>
              <a:pathLst>
                <a:path w="12" h="120000" extrusionOk="0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6" name="Google Shape;246;p30"/>
            <p:cNvSpPr/>
            <p:nvPr/>
          </p:nvSpPr>
          <p:spPr>
            <a:xfrm>
              <a:off x="2651125" y="2798763"/>
              <a:ext cx="46038" cy="1587"/>
            </a:xfrm>
            <a:custGeom>
              <a:avLst/>
              <a:gdLst/>
              <a:ahLst/>
              <a:cxnLst/>
              <a:rect l="l" t="t" r="r" b="b"/>
              <a:pathLst>
                <a:path w="24" h="1" extrusionOk="0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7" name="Google Shape;247;p30"/>
            <p:cNvSpPr/>
            <p:nvPr/>
          </p:nvSpPr>
          <p:spPr>
            <a:xfrm>
              <a:off x="2698750" y="2809875"/>
              <a:ext cx="19050" cy="1587"/>
            </a:xfrm>
            <a:custGeom>
              <a:avLst/>
              <a:gdLst/>
              <a:ahLst/>
              <a:cxnLst/>
              <a:rect l="l" t="t" r="r" b="b"/>
              <a:pathLst>
                <a:path w="10" h="1" extrusionOk="0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8" name="Google Shape;248;p30"/>
            <p:cNvSpPr/>
            <p:nvPr/>
          </p:nvSpPr>
          <p:spPr>
            <a:xfrm>
              <a:off x="469900" y="2800350"/>
              <a:ext cx="23813" cy="3175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49" name="Google Shape;249;p30"/>
            <p:cNvSpPr/>
            <p:nvPr/>
          </p:nvSpPr>
          <p:spPr>
            <a:xfrm>
              <a:off x="998537" y="2811463"/>
              <a:ext cx="1076325" cy="20637"/>
            </a:xfrm>
            <a:custGeom>
              <a:avLst/>
              <a:gdLst/>
              <a:ahLst/>
              <a:cxnLst/>
              <a:rect l="l" t="t" r="r" b="b"/>
              <a:pathLst>
                <a:path w="561" h="9" extrusionOk="0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0" name="Google Shape;250;p30"/>
            <p:cNvSpPr/>
            <p:nvPr/>
          </p:nvSpPr>
          <p:spPr>
            <a:xfrm>
              <a:off x="2495550" y="2803525"/>
              <a:ext cx="17463" cy="0"/>
            </a:xfrm>
            <a:custGeom>
              <a:avLst/>
              <a:gdLst/>
              <a:ahLst/>
              <a:cxnLst/>
              <a:rect l="l" t="t" r="r" b="b"/>
              <a:pathLst>
                <a:path w="9" h="120000" extrusionOk="0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1" name="Google Shape;251;p30"/>
            <p:cNvSpPr/>
            <p:nvPr/>
          </p:nvSpPr>
          <p:spPr>
            <a:xfrm>
              <a:off x="2538412" y="2816225"/>
              <a:ext cx="1057275" cy="31750"/>
            </a:xfrm>
            <a:custGeom>
              <a:avLst/>
              <a:gdLst/>
              <a:ahLst/>
              <a:cxnLst/>
              <a:rect l="l" t="t" r="r" b="b"/>
              <a:pathLst>
                <a:path w="551" h="14" extrusionOk="0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2" name="Google Shape;252;p30"/>
            <p:cNvSpPr/>
            <p:nvPr/>
          </p:nvSpPr>
          <p:spPr>
            <a:xfrm>
              <a:off x="11777663" y="2757488"/>
              <a:ext cx="19050" cy="3175"/>
            </a:xfrm>
            <a:custGeom>
              <a:avLst/>
              <a:gdLst/>
              <a:ahLst/>
              <a:cxnLst/>
              <a:rect l="l" t="t" r="r" b="b"/>
              <a:pathLst>
                <a:path w="10" h="1" extrusionOk="0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3" name="Google Shape;253;p30"/>
            <p:cNvSpPr/>
            <p:nvPr/>
          </p:nvSpPr>
          <p:spPr>
            <a:xfrm>
              <a:off x="5983288" y="274161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2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4" name="Google Shape;254;p30"/>
            <p:cNvSpPr/>
            <p:nvPr/>
          </p:nvSpPr>
          <p:spPr>
            <a:xfrm>
              <a:off x="6832600" y="2713038"/>
              <a:ext cx="53975" cy="1587"/>
            </a:xfrm>
            <a:custGeom>
              <a:avLst/>
              <a:gdLst/>
              <a:ahLst/>
              <a:cxnLst/>
              <a:rect l="l" t="t" r="r" b="b"/>
              <a:pathLst>
                <a:path w="28" h="1" extrusionOk="0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5" name="Google Shape;255;p30"/>
            <p:cNvSpPr/>
            <p:nvPr/>
          </p:nvSpPr>
          <p:spPr>
            <a:xfrm>
              <a:off x="11317288" y="275590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6" name="Google Shape;256;p30"/>
            <p:cNvSpPr/>
            <p:nvPr/>
          </p:nvSpPr>
          <p:spPr>
            <a:xfrm>
              <a:off x="8534400" y="2735263"/>
              <a:ext cx="30163" cy="0"/>
            </a:xfrm>
            <a:custGeom>
              <a:avLst/>
              <a:gdLst/>
              <a:ahLst/>
              <a:cxnLst/>
              <a:rect l="l" t="t" r="r" b="b"/>
              <a:pathLst>
                <a:path w="16" h="120000" extrusionOk="0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7" name="Google Shape;257;p30"/>
            <p:cNvSpPr/>
            <p:nvPr/>
          </p:nvSpPr>
          <p:spPr>
            <a:xfrm>
              <a:off x="6821488" y="271462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8" name="Google Shape;258;p30"/>
            <p:cNvSpPr/>
            <p:nvPr/>
          </p:nvSpPr>
          <p:spPr>
            <a:xfrm>
              <a:off x="5583238" y="2719388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13" h="120000" extrusionOk="0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9" name="Google Shape;259;p30"/>
            <p:cNvSpPr/>
            <p:nvPr/>
          </p:nvSpPr>
          <p:spPr>
            <a:xfrm>
              <a:off x="5638800" y="2740025"/>
              <a:ext cx="23813" cy="1587"/>
            </a:xfrm>
            <a:custGeom>
              <a:avLst/>
              <a:gdLst/>
              <a:ahLst/>
              <a:cxnLst/>
              <a:rect l="l" t="t" r="r" b="b"/>
              <a:pathLst>
                <a:path w="12" h="1" extrusionOk="0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0" name="Google Shape;260;p30"/>
            <p:cNvSpPr/>
            <p:nvPr/>
          </p:nvSpPr>
          <p:spPr>
            <a:xfrm>
              <a:off x="4303712" y="2728913"/>
              <a:ext cx="50800" cy="0"/>
            </a:xfrm>
            <a:custGeom>
              <a:avLst/>
              <a:gdLst/>
              <a:ahLst/>
              <a:cxnLst/>
              <a:rect l="l" t="t" r="r" b="b"/>
              <a:pathLst>
                <a:path w="26" h="120000" extrusionOk="0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1" name="Google Shape;261;p30"/>
            <p:cNvSpPr/>
            <p:nvPr/>
          </p:nvSpPr>
          <p:spPr>
            <a:xfrm>
              <a:off x="5519738" y="2735263"/>
              <a:ext cx="9525" cy="3175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2" name="Google Shape;262;p30"/>
            <p:cNvSpPr/>
            <p:nvPr/>
          </p:nvSpPr>
          <p:spPr>
            <a:xfrm>
              <a:off x="12096750" y="2784475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3" h="120000" extrusionOk="0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3" name="Google Shape;263;p30"/>
            <p:cNvSpPr/>
            <p:nvPr/>
          </p:nvSpPr>
          <p:spPr>
            <a:xfrm>
              <a:off x="12225338" y="2773363"/>
              <a:ext cx="46038" cy="0"/>
            </a:xfrm>
            <a:custGeom>
              <a:avLst/>
              <a:gdLst/>
              <a:ahLst/>
              <a:cxnLst/>
              <a:rect l="l" t="t" r="r" b="b"/>
              <a:pathLst>
                <a:path w="24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4" name="Google Shape;264;p30"/>
            <p:cNvSpPr/>
            <p:nvPr/>
          </p:nvSpPr>
          <p:spPr>
            <a:xfrm>
              <a:off x="9274175" y="2746375"/>
              <a:ext cx="55563" cy="4762"/>
            </a:xfrm>
            <a:custGeom>
              <a:avLst/>
              <a:gdLst/>
              <a:ahLst/>
              <a:cxnLst/>
              <a:rect l="l" t="t" r="r" b="b"/>
              <a:pathLst>
                <a:path w="29" h="2" extrusionOk="0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5" name="Google Shape;265;p30"/>
            <p:cNvSpPr/>
            <p:nvPr/>
          </p:nvSpPr>
          <p:spPr>
            <a:xfrm>
              <a:off x="11847513" y="2827338"/>
              <a:ext cx="34925" cy="3175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6" name="Google Shape;266;p30"/>
            <p:cNvSpPr/>
            <p:nvPr/>
          </p:nvSpPr>
          <p:spPr>
            <a:xfrm>
              <a:off x="11882438" y="2825750"/>
              <a:ext cx="25400" cy="1587"/>
            </a:xfrm>
            <a:custGeom>
              <a:avLst/>
              <a:gdLst/>
              <a:ahLst/>
              <a:cxnLst/>
              <a:rect l="l" t="t" r="r" b="b"/>
              <a:pathLst>
                <a:path w="14" h="1" extrusionOk="0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7" name="Google Shape;267;p30"/>
            <p:cNvSpPr/>
            <p:nvPr/>
          </p:nvSpPr>
          <p:spPr>
            <a:xfrm>
              <a:off x="8915400" y="2809875"/>
              <a:ext cx="15875" cy="1587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8" name="Google Shape;268;p30"/>
            <p:cNvSpPr/>
            <p:nvPr/>
          </p:nvSpPr>
          <p:spPr>
            <a:xfrm>
              <a:off x="12109450" y="2752725"/>
              <a:ext cx="454025" cy="23812"/>
            </a:xfrm>
            <a:custGeom>
              <a:avLst/>
              <a:gdLst/>
              <a:ahLst/>
              <a:cxnLst/>
              <a:rect l="l" t="t" r="r" b="b"/>
              <a:pathLst>
                <a:path w="236" h="10" extrusionOk="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12182475" y="281622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4348162" y="2827338"/>
              <a:ext cx="17463" cy="3175"/>
            </a:xfrm>
            <a:custGeom>
              <a:avLst/>
              <a:gdLst/>
              <a:ahLst/>
              <a:cxnLst/>
              <a:rect l="l" t="t" r="r" b="b"/>
              <a:pathLst>
                <a:path w="9" h="1" extrusionOk="0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>
              <a:off x="12071350" y="279082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>
              <a:off x="4754563" y="2827338"/>
              <a:ext cx="4763" cy="0"/>
            </a:xfrm>
            <a:custGeom>
              <a:avLst/>
              <a:gdLst/>
              <a:ahLst/>
              <a:cxnLst/>
              <a:rect l="l" t="t" r="r" b="b"/>
              <a:pathLst>
                <a:path w="2" h="120000" extrusionOk="0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3" name="Google Shape;273;p30"/>
            <p:cNvSpPr/>
            <p:nvPr/>
          </p:nvSpPr>
          <p:spPr>
            <a:xfrm>
              <a:off x="4852988" y="2719388"/>
              <a:ext cx="9525" cy="3175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4" name="Google Shape;274;p30"/>
            <p:cNvSpPr/>
            <p:nvPr/>
          </p:nvSpPr>
          <p:spPr>
            <a:xfrm>
              <a:off x="4759325" y="282733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5" name="Google Shape;275;p30"/>
            <p:cNvSpPr/>
            <p:nvPr/>
          </p:nvSpPr>
          <p:spPr>
            <a:xfrm>
              <a:off x="6654800" y="2805113"/>
              <a:ext cx="19050" cy="1587"/>
            </a:xfrm>
            <a:custGeom>
              <a:avLst/>
              <a:gdLst/>
              <a:ahLst/>
              <a:cxnLst/>
              <a:rect l="l" t="t" r="r" b="b"/>
              <a:pathLst>
                <a:path w="10" h="1" extrusionOk="0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6" name="Google Shape;276;p30"/>
            <p:cNvSpPr/>
            <p:nvPr/>
          </p:nvSpPr>
          <p:spPr>
            <a:xfrm>
              <a:off x="6289675" y="27987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3" h="120000" extrusionOk="0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7" name="Google Shape;277;p30"/>
            <p:cNvSpPr/>
            <p:nvPr/>
          </p:nvSpPr>
          <p:spPr>
            <a:xfrm>
              <a:off x="9140825" y="2725738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23" h="120000" extrusionOk="0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8" name="Google Shape;278;p30"/>
            <p:cNvSpPr/>
            <p:nvPr/>
          </p:nvSpPr>
          <p:spPr>
            <a:xfrm>
              <a:off x="4737100" y="2827338"/>
              <a:ext cx="17463" cy="3175"/>
            </a:xfrm>
            <a:custGeom>
              <a:avLst/>
              <a:gdLst/>
              <a:ahLst/>
              <a:cxnLst/>
              <a:rect l="l" t="t" r="r" b="b"/>
              <a:pathLst>
                <a:path w="9" h="1" extrusionOk="0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9" name="Google Shape;279;p30"/>
            <p:cNvSpPr/>
            <p:nvPr/>
          </p:nvSpPr>
          <p:spPr>
            <a:xfrm>
              <a:off x="7239000" y="2779713"/>
              <a:ext cx="11113" cy="3175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0" name="Google Shape;280;p30"/>
            <p:cNvSpPr/>
            <p:nvPr/>
          </p:nvSpPr>
          <p:spPr>
            <a:xfrm>
              <a:off x="7181850" y="2773363"/>
              <a:ext cx="468313" cy="15875"/>
            </a:xfrm>
            <a:custGeom>
              <a:avLst/>
              <a:gdLst/>
              <a:ahLst/>
              <a:cxnLst/>
              <a:rect l="l" t="t" r="r" b="b"/>
              <a:pathLst>
                <a:path w="244" h="7" extrusionOk="0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1" name="Google Shape;281;p30"/>
            <p:cNvSpPr/>
            <p:nvPr/>
          </p:nvSpPr>
          <p:spPr>
            <a:xfrm>
              <a:off x="7407275" y="2787650"/>
              <a:ext cx="26988" cy="0"/>
            </a:xfrm>
            <a:custGeom>
              <a:avLst/>
              <a:gdLst/>
              <a:ahLst/>
              <a:cxnLst/>
              <a:rect l="l" t="t" r="r" b="b"/>
              <a:pathLst>
                <a:path w="14" h="120000" extrusionOk="0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2" name="Google Shape;282;p30"/>
            <p:cNvSpPr/>
            <p:nvPr/>
          </p:nvSpPr>
          <p:spPr>
            <a:xfrm>
              <a:off x="8123238" y="2794000"/>
              <a:ext cx="31750" cy="1587"/>
            </a:xfrm>
            <a:custGeom>
              <a:avLst/>
              <a:gdLst/>
              <a:ahLst/>
              <a:cxnLst/>
              <a:rect l="l" t="t" r="r" b="b"/>
              <a:pathLst>
                <a:path w="16" h="1" extrusionOk="0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3" name="Google Shape;283;p30"/>
            <p:cNvSpPr/>
            <p:nvPr/>
          </p:nvSpPr>
          <p:spPr>
            <a:xfrm>
              <a:off x="3070225" y="2794000"/>
              <a:ext cx="101600" cy="4762"/>
            </a:xfrm>
            <a:custGeom>
              <a:avLst/>
              <a:gdLst/>
              <a:ahLst/>
              <a:cxnLst/>
              <a:rect l="l" t="t" r="r" b="b"/>
              <a:pathLst>
                <a:path w="53" h="2" extrusionOk="0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4" name="Google Shape;284;p30"/>
            <p:cNvSpPr/>
            <p:nvPr/>
          </p:nvSpPr>
          <p:spPr>
            <a:xfrm>
              <a:off x="9963150" y="2778125"/>
              <a:ext cx="41275" cy="0"/>
            </a:xfrm>
            <a:custGeom>
              <a:avLst/>
              <a:gdLst/>
              <a:ahLst/>
              <a:cxnLst/>
              <a:rect l="l" t="t" r="r" b="b"/>
              <a:pathLst>
                <a:path w="21" h="120000" extrusionOk="0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5" name="Google Shape;285;p30"/>
            <p:cNvSpPr/>
            <p:nvPr/>
          </p:nvSpPr>
          <p:spPr>
            <a:xfrm>
              <a:off x="7523163" y="2773363"/>
              <a:ext cx="30163" cy="3175"/>
            </a:xfrm>
            <a:custGeom>
              <a:avLst/>
              <a:gdLst/>
              <a:ahLst/>
              <a:cxnLst/>
              <a:rect l="l" t="t" r="r" b="b"/>
              <a:pathLst>
                <a:path w="16" h="1" extrusionOk="0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6" name="Google Shape;286;p30"/>
            <p:cNvSpPr/>
            <p:nvPr/>
          </p:nvSpPr>
          <p:spPr>
            <a:xfrm>
              <a:off x="10009188" y="2787650"/>
              <a:ext cx="115888" cy="3175"/>
            </a:xfrm>
            <a:custGeom>
              <a:avLst/>
              <a:gdLst/>
              <a:ahLst/>
              <a:cxnLst/>
              <a:rect l="l" t="t" r="r" b="b"/>
              <a:pathLst>
                <a:path w="60" h="2" extrusionOk="0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7" name="Google Shape;287;p30"/>
            <p:cNvSpPr/>
            <p:nvPr/>
          </p:nvSpPr>
          <p:spPr>
            <a:xfrm>
              <a:off x="10125075" y="2789238"/>
              <a:ext cx="1588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8" name="Google Shape;288;p30"/>
            <p:cNvSpPr/>
            <p:nvPr/>
          </p:nvSpPr>
          <p:spPr>
            <a:xfrm>
              <a:off x="-4110038" y="2703513"/>
              <a:ext cx="16486188" cy="134937"/>
            </a:xfrm>
            <a:custGeom>
              <a:avLst/>
              <a:gdLst/>
              <a:ahLst/>
              <a:cxnLst/>
              <a:rect l="l" t="t" r="r" b="b"/>
              <a:pathLst>
                <a:path w="8594" h="60" extrusionOk="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9" name="Google Shape;289;p30"/>
            <p:cNvSpPr/>
            <p:nvPr/>
          </p:nvSpPr>
          <p:spPr>
            <a:xfrm>
              <a:off x="12117388" y="2779713"/>
              <a:ext cx="127000" cy="4762"/>
            </a:xfrm>
            <a:custGeom>
              <a:avLst/>
              <a:gdLst/>
              <a:ahLst/>
              <a:cxnLst/>
              <a:rect l="l" t="t" r="r" b="b"/>
              <a:pathLst>
                <a:path w="66" h="2" extrusionOk="0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0" name="Google Shape;290;p30"/>
            <p:cNvSpPr/>
            <p:nvPr/>
          </p:nvSpPr>
          <p:spPr>
            <a:xfrm>
              <a:off x="12182475" y="2787650"/>
              <a:ext cx="79375" cy="1587"/>
            </a:xfrm>
            <a:custGeom>
              <a:avLst/>
              <a:gdLst/>
              <a:ahLst/>
              <a:cxnLst/>
              <a:rect l="l" t="t" r="r" b="b"/>
              <a:pathLst>
                <a:path w="41" h="1" extrusionOk="0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1" name="Google Shape;291;p30"/>
            <p:cNvSpPr/>
            <p:nvPr/>
          </p:nvSpPr>
          <p:spPr>
            <a:xfrm>
              <a:off x="12307888" y="2809875"/>
              <a:ext cx="249238" cy="15875"/>
            </a:xfrm>
            <a:custGeom>
              <a:avLst/>
              <a:gdLst/>
              <a:ahLst/>
              <a:cxnLst/>
              <a:rect l="l" t="t" r="r" b="b"/>
              <a:pathLst>
                <a:path w="130" h="7" extrusionOk="0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2" name="Google Shape;292;p30"/>
            <p:cNvSpPr/>
            <p:nvPr/>
          </p:nvSpPr>
          <p:spPr>
            <a:xfrm>
              <a:off x="12252325" y="2825750"/>
              <a:ext cx="73025" cy="1587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10779125" y="2733675"/>
              <a:ext cx="66675" cy="4762"/>
            </a:xfrm>
            <a:custGeom>
              <a:avLst/>
              <a:gdLst/>
              <a:ahLst/>
              <a:cxnLst/>
              <a:rect l="l" t="t" r="r" b="b"/>
              <a:pathLst>
                <a:path w="35" h="2" extrusionOk="0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-2471738" y="2738438"/>
              <a:ext cx="496888" cy="1587"/>
            </a:xfrm>
            <a:custGeom>
              <a:avLst/>
              <a:gdLst/>
              <a:ahLst/>
              <a:cxnLst/>
              <a:rect l="l" t="t" r="r" b="b"/>
              <a:pathLst>
                <a:path w="259" h="1" extrusionOk="0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9136063" y="2735263"/>
              <a:ext cx="387350" cy="14287"/>
            </a:xfrm>
            <a:custGeom>
              <a:avLst/>
              <a:gdLst/>
              <a:ahLst/>
              <a:cxnLst/>
              <a:rect l="l" t="t" r="r" b="b"/>
              <a:pathLst>
                <a:path w="202" h="6" extrusionOk="0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9139238" y="2725738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9805988" y="2817813"/>
              <a:ext cx="39688" cy="3175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8580438" y="2725738"/>
              <a:ext cx="66675" cy="3175"/>
            </a:xfrm>
            <a:custGeom>
              <a:avLst/>
              <a:gdLst/>
              <a:ahLst/>
              <a:cxnLst/>
              <a:rect l="l" t="t" r="r" b="b"/>
              <a:pathLst>
                <a:path w="35" h="1" extrusionOk="0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99" name="Google Shape;299;p30"/>
            <p:cNvSpPr/>
            <p:nvPr/>
          </p:nvSpPr>
          <p:spPr>
            <a:xfrm>
              <a:off x="8647113" y="2725738"/>
              <a:ext cx="15875" cy="3175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0" name="Google Shape;300;p30"/>
            <p:cNvSpPr/>
            <p:nvPr/>
          </p:nvSpPr>
          <p:spPr>
            <a:xfrm>
              <a:off x="9794875" y="2830513"/>
              <a:ext cx="90488" cy="1587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1" name="Google Shape;301;p30"/>
            <p:cNvSpPr/>
            <p:nvPr/>
          </p:nvSpPr>
          <p:spPr>
            <a:xfrm>
              <a:off x="9232900" y="2795588"/>
              <a:ext cx="84138" cy="3175"/>
            </a:xfrm>
            <a:custGeom>
              <a:avLst/>
              <a:gdLst/>
              <a:ahLst/>
              <a:cxnLst/>
              <a:rect l="l" t="t" r="r" b="b"/>
              <a:pathLst>
                <a:path w="44" h="1" extrusionOk="0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2" name="Google Shape;302;p30"/>
            <p:cNvSpPr/>
            <p:nvPr/>
          </p:nvSpPr>
          <p:spPr>
            <a:xfrm>
              <a:off x="8158163" y="2725738"/>
              <a:ext cx="71438" cy="317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8734425" y="2814638"/>
              <a:ext cx="144463" cy="3175"/>
            </a:xfrm>
            <a:custGeom>
              <a:avLst/>
              <a:gdLst/>
              <a:ahLst/>
              <a:cxnLst/>
              <a:rect l="l" t="t" r="r" b="b"/>
              <a:pathLst>
                <a:path w="76" h="2" extrusionOk="0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8023225" y="2782888"/>
              <a:ext cx="26988" cy="1587"/>
            </a:xfrm>
            <a:custGeom>
              <a:avLst/>
              <a:gdLst/>
              <a:ahLst/>
              <a:cxnLst/>
              <a:rect l="l" t="t" r="r" b="b"/>
              <a:pathLst>
                <a:path w="14" h="1" extrusionOk="0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8050213" y="2782888"/>
              <a:ext cx="77788" cy="1587"/>
            </a:xfrm>
            <a:custGeom>
              <a:avLst/>
              <a:gdLst/>
              <a:ahLst/>
              <a:cxnLst/>
              <a:rect l="l" t="t" r="r" b="b"/>
              <a:pathLst>
                <a:path w="40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6" name="Google Shape;306;p30"/>
            <p:cNvSpPr/>
            <p:nvPr/>
          </p:nvSpPr>
          <p:spPr>
            <a:xfrm>
              <a:off x="7715250" y="2779713"/>
              <a:ext cx="90488" cy="7937"/>
            </a:xfrm>
            <a:custGeom>
              <a:avLst/>
              <a:gdLst/>
              <a:ahLst/>
              <a:cxnLst/>
              <a:rect l="l" t="t" r="r" b="b"/>
              <a:pathLst>
                <a:path w="47" h="3" extrusionOk="0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7" name="Google Shape;307;p30"/>
            <p:cNvSpPr/>
            <p:nvPr/>
          </p:nvSpPr>
          <p:spPr>
            <a:xfrm>
              <a:off x="6508750" y="2713038"/>
              <a:ext cx="247650" cy="6350"/>
            </a:xfrm>
            <a:custGeom>
              <a:avLst/>
              <a:gdLst/>
              <a:ahLst/>
              <a:cxnLst/>
              <a:rect l="l" t="t" r="r" b="b"/>
              <a:pathLst>
                <a:path w="129" h="3" extrusionOk="0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8" name="Google Shape;308;p30"/>
            <p:cNvSpPr/>
            <p:nvPr/>
          </p:nvSpPr>
          <p:spPr>
            <a:xfrm>
              <a:off x="6756400" y="2713038"/>
              <a:ext cx="33338" cy="0"/>
            </a:xfrm>
            <a:custGeom>
              <a:avLst/>
              <a:gdLst/>
              <a:ahLst/>
              <a:cxnLst/>
              <a:rect l="l" t="t" r="r" b="b"/>
              <a:pathLst>
                <a:path w="18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8047038" y="2820988"/>
              <a:ext cx="58738" cy="4762"/>
            </a:xfrm>
            <a:custGeom>
              <a:avLst/>
              <a:gdLst/>
              <a:ahLst/>
              <a:cxnLst/>
              <a:rect l="l" t="t" r="r" b="b"/>
              <a:pathLst>
                <a:path w="31" h="2" extrusionOk="0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0" name="Google Shape;310;p30"/>
            <p:cNvSpPr/>
            <p:nvPr/>
          </p:nvSpPr>
          <p:spPr>
            <a:xfrm>
              <a:off x="6348413" y="2711451"/>
              <a:ext cx="82550" cy="1587"/>
            </a:xfrm>
            <a:custGeom>
              <a:avLst/>
              <a:gdLst/>
              <a:ahLst/>
              <a:cxnLst/>
              <a:rect l="l" t="t" r="r" b="b"/>
              <a:pathLst>
                <a:path w="43" h="1" extrusionOk="0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1" name="Google Shape;311;p30"/>
            <p:cNvSpPr/>
            <p:nvPr/>
          </p:nvSpPr>
          <p:spPr>
            <a:xfrm>
              <a:off x="6734175" y="2771775"/>
              <a:ext cx="96838" cy="6350"/>
            </a:xfrm>
            <a:custGeom>
              <a:avLst/>
              <a:gdLst/>
              <a:ahLst/>
              <a:cxnLst/>
              <a:rect l="l" t="t" r="r" b="b"/>
              <a:pathLst>
                <a:path w="50" h="3" extrusionOk="0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2" name="Google Shape;312;p30"/>
            <p:cNvSpPr/>
            <p:nvPr/>
          </p:nvSpPr>
          <p:spPr>
            <a:xfrm>
              <a:off x="6091238" y="2722563"/>
              <a:ext cx="95250" cy="7937"/>
            </a:xfrm>
            <a:custGeom>
              <a:avLst/>
              <a:gdLst/>
              <a:ahLst/>
              <a:cxnLst/>
              <a:rect l="l" t="t" r="r" b="b"/>
              <a:pathLst>
                <a:path w="49" h="4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6559550" y="2773363"/>
              <a:ext cx="80963" cy="3175"/>
            </a:xfrm>
            <a:custGeom>
              <a:avLst/>
              <a:gdLst/>
              <a:ahLst/>
              <a:cxnLst/>
              <a:rect l="l" t="t" r="r" b="b"/>
              <a:pathLst>
                <a:path w="42" h="1" extrusionOk="0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6640513" y="2806700"/>
              <a:ext cx="227013" cy="15875"/>
            </a:xfrm>
            <a:custGeom>
              <a:avLst/>
              <a:gdLst/>
              <a:ahLst/>
              <a:cxnLst/>
              <a:rect l="l" t="t" r="r" b="b"/>
              <a:pathLst>
                <a:path w="118" h="7" extrusionOk="0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6661150" y="2814638"/>
              <a:ext cx="34925" cy="1587"/>
            </a:xfrm>
            <a:custGeom>
              <a:avLst/>
              <a:gdLst/>
              <a:ahLst/>
              <a:cxnLst/>
              <a:rect l="l" t="t" r="r" b="b"/>
              <a:pathLst>
                <a:path w="18" h="1" extrusionOk="0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6" name="Google Shape;316;p30"/>
            <p:cNvSpPr/>
            <p:nvPr/>
          </p:nvSpPr>
          <p:spPr>
            <a:xfrm>
              <a:off x="5661025" y="2789238"/>
              <a:ext cx="23813" cy="1587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7" name="Google Shape;317;p30"/>
            <p:cNvSpPr/>
            <p:nvPr/>
          </p:nvSpPr>
          <p:spPr>
            <a:xfrm>
              <a:off x="6162675" y="2814638"/>
              <a:ext cx="258763" cy="7937"/>
            </a:xfrm>
            <a:custGeom>
              <a:avLst/>
              <a:gdLst/>
              <a:ahLst/>
              <a:cxnLst/>
              <a:rect l="l" t="t" r="r" b="b"/>
              <a:pathLst>
                <a:path w="135" h="4" extrusionOk="0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8" name="Google Shape;318;p30"/>
            <p:cNvSpPr/>
            <p:nvPr/>
          </p:nvSpPr>
          <p:spPr>
            <a:xfrm>
              <a:off x="5019675" y="2713038"/>
              <a:ext cx="73025" cy="4762"/>
            </a:xfrm>
            <a:custGeom>
              <a:avLst/>
              <a:gdLst/>
              <a:ahLst/>
              <a:cxnLst/>
              <a:rect l="l" t="t" r="r" b="b"/>
              <a:pathLst>
                <a:path w="38" h="2" extrusionOk="0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9" name="Google Shape;319;p30"/>
            <p:cNvSpPr/>
            <p:nvPr/>
          </p:nvSpPr>
          <p:spPr>
            <a:xfrm>
              <a:off x="5021263" y="2713038"/>
              <a:ext cx="11113" cy="0"/>
            </a:xfrm>
            <a:custGeom>
              <a:avLst/>
              <a:gdLst/>
              <a:ahLst/>
              <a:cxnLst/>
              <a:rect l="l" t="t" r="r" b="b"/>
              <a:pathLst>
                <a:path w="6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0" name="Google Shape;320;p30"/>
            <p:cNvSpPr/>
            <p:nvPr/>
          </p:nvSpPr>
          <p:spPr>
            <a:xfrm>
              <a:off x="5864225" y="2784475"/>
              <a:ext cx="101600" cy="4762"/>
            </a:xfrm>
            <a:custGeom>
              <a:avLst/>
              <a:gdLst/>
              <a:ahLst/>
              <a:cxnLst/>
              <a:rect l="l" t="t" r="r" b="b"/>
              <a:pathLst>
                <a:path w="53" h="2" extrusionOk="0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4703763" y="2722563"/>
              <a:ext cx="84138" cy="1587"/>
            </a:xfrm>
            <a:custGeom>
              <a:avLst/>
              <a:gdLst/>
              <a:ahLst/>
              <a:cxnLst/>
              <a:rect l="l" t="t" r="r" b="b"/>
              <a:pathLst>
                <a:path w="44" h="1" extrusionOk="0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2" name="Google Shape;322;p30"/>
            <p:cNvSpPr/>
            <p:nvPr/>
          </p:nvSpPr>
          <p:spPr>
            <a:xfrm>
              <a:off x="4264025" y="2713038"/>
              <a:ext cx="77788" cy="4762"/>
            </a:xfrm>
            <a:custGeom>
              <a:avLst/>
              <a:gdLst/>
              <a:ahLst/>
              <a:cxnLst/>
              <a:rect l="l" t="t" r="r" b="b"/>
              <a:pathLst>
                <a:path w="41" h="2" extrusionOk="0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3" name="Google Shape;323;p30"/>
            <p:cNvSpPr/>
            <p:nvPr/>
          </p:nvSpPr>
          <p:spPr>
            <a:xfrm>
              <a:off x="4800600" y="2822575"/>
              <a:ext cx="117475" cy="7937"/>
            </a:xfrm>
            <a:custGeom>
              <a:avLst/>
              <a:gdLst/>
              <a:ahLst/>
              <a:cxnLst/>
              <a:rect l="l" t="t" r="r" b="b"/>
              <a:pathLst>
                <a:path w="61" h="3" extrusionOk="0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4" name="Google Shape;324;p30"/>
            <p:cNvSpPr/>
            <p:nvPr/>
          </p:nvSpPr>
          <p:spPr>
            <a:xfrm>
              <a:off x="187325" y="2714625"/>
              <a:ext cx="1925638" cy="31750"/>
            </a:xfrm>
            <a:custGeom>
              <a:avLst/>
              <a:gdLst/>
              <a:ahLst/>
              <a:cxnLst/>
              <a:rect l="l" t="t" r="r" b="b"/>
              <a:pathLst>
                <a:path w="1004" h="14" extrusionOk="0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5" name="Google Shape;325;p30"/>
            <p:cNvSpPr/>
            <p:nvPr/>
          </p:nvSpPr>
          <p:spPr>
            <a:xfrm>
              <a:off x="1947862" y="2735263"/>
              <a:ext cx="47625" cy="0"/>
            </a:xfrm>
            <a:custGeom>
              <a:avLst/>
              <a:gdLst/>
              <a:ahLst/>
              <a:cxnLst/>
              <a:rect l="l" t="t" r="r" b="b"/>
              <a:pathLst>
                <a:path w="25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6" name="Google Shape;326;p30"/>
            <p:cNvSpPr/>
            <p:nvPr/>
          </p:nvSpPr>
          <p:spPr>
            <a:xfrm>
              <a:off x="112712" y="2724150"/>
              <a:ext cx="74613" cy="0"/>
            </a:xfrm>
            <a:custGeom>
              <a:avLst/>
              <a:gdLst/>
              <a:ahLst/>
              <a:cxnLst/>
              <a:rect l="l" t="t" r="r" b="b"/>
              <a:pathLst>
                <a:path w="39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7" name="Google Shape;327;p30"/>
            <p:cNvSpPr/>
            <p:nvPr/>
          </p:nvSpPr>
          <p:spPr>
            <a:xfrm>
              <a:off x="2187575" y="2717800"/>
              <a:ext cx="176213" cy="6350"/>
            </a:xfrm>
            <a:custGeom>
              <a:avLst/>
              <a:gdLst/>
              <a:ahLst/>
              <a:cxnLst/>
              <a:rect l="l" t="t" r="r" b="b"/>
              <a:pathLst>
                <a:path w="92" h="3" extrusionOk="0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8" name="Google Shape;328;p30"/>
            <p:cNvSpPr/>
            <p:nvPr/>
          </p:nvSpPr>
          <p:spPr>
            <a:xfrm>
              <a:off x="2112962" y="2714625"/>
              <a:ext cx="90488" cy="4762"/>
            </a:xfrm>
            <a:custGeom>
              <a:avLst/>
              <a:gdLst/>
              <a:ahLst/>
              <a:cxnLst/>
              <a:rect l="l" t="t" r="r" b="b"/>
              <a:pathLst>
                <a:path w="47" h="2" extrusionOk="0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9" name="Google Shape;329;p30"/>
            <p:cNvSpPr/>
            <p:nvPr/>
          </p:nvSpPr>
          <p:spPr>
            <a:xfrm>
              <a:off x="2101850" y="2811463"/>
              <a:ext cx="71438" cy="3175"/>
            </a:xfrm>
            <a:custGeom>
              <a:avLst/>
              <a:gdLst/>
              <a:ahLst/>
              <a:cxnLst/>
              <a:rect l="l" t="t" r="r" b="b"/>
              <a:pathLst>
                <a:path w="37" h="1" extrusionOk="0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0" name="Google Shape;330;p30"/>
            <p:cNvSpPr/>
            <p:nvPr/>
          </p:nvSpPr>
          <p:spPr>
            <a:xfrm>
              <a:off x="1724025" y="2805113"/>
              <a:ext cx="120650" cy="4762"/>
            </a:xfrm>
            <a:custGeom>
              <a:avLst/>
              <a:gdLst/>
              <a:ahLst/>
              <a:cxnLst/>
              <a:rect l="l" t="t" r="r" b="b"/>
              <a:pathLst>
                <a:path w="63" h="2" extrusionOk="0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1" name="Google Shape;331;p30"/>
            <p:cNvSpPr/>
            <p:nvPr/>
          </p:nvSpPr>
          <p:spPr>
            <a:xfrm>
              <a:off x="1744662" y="2833688"/>
              <a:ext cx="73025" cy="317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2" name="Google Shape;332;p30"/>
            <p:cNvSpPr/>
            <p:nvPr/>
          </p:nvSpPr>
          <p:spPr>
            <a:xfrm>
              <a:off x="-474663" y="2741613"/>
              <a:ext cx="34925" cy="0"/>
            </a:xfrm>
            <a:custGeom>
              <a:avLst/>
              <a:gdLst/>
              <a:ahLst/>
              <a:cxnLst/>
              <a:rect l="l" t="t" r="r" b="b"/>
              <a:pathLst>
                <a:path w="18" h="120000" extrusionOk="0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3" name="Google Shape;333;p30"/>
            <p:cNvSpPr/>
            <p:nvPr/>
          </p:nvSpPr>
          <p:spPr>
            <a:xfrm>
              <a:off x="-947738" y="2725738"/>
              <a:ext cx="1239838" cy="19050"/>
            </a:xfrm>
            <a:custGeom>
              <a:avLst/>
              <a:gdLst/>
              <a:ahLst/>
              <a:cxnLst/>
              <a:rect l="l" t="t" r="r" b="b"/>
              <a:pathLst>
                <a:path w="647" h="8" extrusionOk="0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4" name="Google Shape;334;p30"/>
            <p:cNvSpPr/>
            <p:nvPr/>
          </p:nvSpPr>
          <p:spPr>
            <a:xfrm>
              <a:off x="-1944688" y="2741613"/>
              <a:ext cx="4763" cy="0"/>
            </a:xfrm>
            <a:custGeom>
              <a:avLst/>
              <a:gdLst/>
              <a:ahLst/>
              <a:cxnLst/>
              <a:rect l="l" t="t" r="r" b="b"/>
              <a:pathLst>
                <a:path w="2" h="120000" extrusionOk="0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5" name="Google Shape;335;p30"/>
            <p:cNvSpPr/>
            <p:nvPr/>
          </p:nvSpPr>
          <p:spPr>
            <a:xfrm>
              <a:off x="-1939925" y="2735263"/>
              <a:ext cx="173038" cy="6350"/>
            </a:xfrm>
            <a:custGeom>
              <a:avLst/>
              <a:gdLst/>
              <a:ahLst/>
              <a:cxnLst/>
              <a:rect l="l" t="t" r="r" b="b"/>
              <a:pathLst>
                <a:path w="90" h="3" extrusionOk="0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6" name="Google Shape;336;p30"/>
            <p:cNvSpPr/>
            <p:nvPr/>
          </p:nvSpPr>
          <p:spPr>
            <a:xfrm>
              <a:off x="-1773238" y="2733675"/>
              <a:ext cx="123825" cy="12700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7" name="Google Shape;337;p30"/>
            <p:cNvSpPr/>
            <p:nvPr/>
          </p:nvSpPr>
          <p:spPr>
            <a:xfrm>
              <a:off x="-1057275" y="2735263"/>
              <a:ext cx="57150" cy="3175"/>
            </a:xfrm>
            <a:custGeom>
              <a:avLst/>
              <a:gdLst/>
              <a:ahLst/>
              <a:cxnLst/>
              <a:rect l="l" t="t" r="r" b="b"/>
              <a:pathLst>
                <a:path w="30" h="1" extrusionOk="0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8" name="Google Shape;338;p30"/>
            <p:cNvSpPr/>
            <p:nvPr/>
          </p:nvSpPr>
          <p:spPr>
            <a:xfrm>
              <a:off x="-1116013" y="2738438"/>
              <a:ext cx="58738" cy="3175"/>
            </a:xfrm>
            <a:custGeom>
              <a:avLst/>
              <a:gdLst/>
              <a:ahLst/>
              <a:cxnLst/>
              <a:rect l="l" t="t" r="r" b="b"/>
              <a:pathLst>
                <a:path w="30" h="2" extrusionOk="0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9" name="Google Shape;339;p30"/>
            <p:cNvSpPr/>
            <p:nvPr/>
          </p:nvSpPr>
          <p:spPr>
            <a:xfrm>
              <a:off x="-1349375" y="2735263"/>
              <a:ext cx="84138" cy="0"/>
            </a:xfrm>
            <a:custGeom>
              <a:avLst/>
              <a:gdLst/>
              <a:ahLst/>
              <a:cxnLst/>
              <a:rect l="l" t="t" r="r" b="b"/>
              <a:pathLst>
                <a:path w="44" h="120000" extrusionOk="0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0" name="Google Shape;340;p30"/>
            <p:cNvSpPr/>
            <p:nvPr/>
          </p:nvSpPr>
          <p:spPr>
            <a:xfrm>
              <a:off x="-1265238" y="2735263"/>
              <a:ext cx="65088" cy="317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1" name="Google Shape;341;p30"/>
            <p:cNvSpPr/>
            <p:nvPr/>
          </p:nvSpPr>
          <p:spPr>
            <a:xfrm>
              <a:off x="-1219200" y="2728913"/>
              <a:ext cx="103188" cy="9525"/>
            </a:xfrm>
            <a:custGeom>
              <a:avLst/>
              <a:gdLst/>
              <a:ahLst/>
              <a:cxnLst/>
              <a:rect l="l" t="t" r="r" b="b"/>
              <a:pathLst>
                <a:path w="54" h="4" extrusionOk="0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2" name="Google Shape;342;p30"/>
            <p:cNvSpPr/>
            <p:nvPr/>
          </p:nvSpPr>
          <p:spPr>
            <a:xfrm>
              <a:off x="1225550" y="2830513"/>
              <a:ext cx="73025" cy="3175"/>
            </a:xfrm>
            <a:custGeom>
              <a:avLst/>
              <a:gdLst/>
              <a:ahLst/>
              <a:cxnLst/>
              <a:rect l="l" t="t" r="r" b="b"/>
              <a:pathLst>
                <a:path w="38" h="2" extrusionOk="0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3" name="Google Shape;343;p30"/>
            <p:cNvSpPr/>
            <p:nvPr/>
          </p:nvSpPr>
          <p:spPr>
            <a:xfrm>
              <a:off x="874712" y="2827338"/>
              <a:ext cx="39688" cy="3175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4" name="Google Shape;344;p30"/>
            <p:cNvSpPr/>
            <p:nvPr/>
          </p:nvSpPr>
          <p:spPr>
            <a:xfrm>
              <a:off x="417512" y="2827338"/>
              <a:ext cx="457200" cy="31750"/>
            </a:xfrm>
            <a:custGeom>
              <a:avLst/>
              <a:gdLst/>
              <a:ahLst/>
              <a:cxnLst/>
              <a:rect l="l" t="t" r="r" b="b"/>
              <a:pathLst>
                <a:path w="238" h="14" extrusionOk="0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5" name="Google Shape;345;p30"/>
            <p:cNvSpPr/>
            <p:nvPr/>
          </p:nvSpPr>
          <p:spPr>
            <a:xfrm>
              <a:off x="755650" y="2859087"/>
              <a:ext cx="68263" cy="4762"/>
            </a:xfrm>
            <a:custGeom>
              <a:avLst/>
              <a:gdLst/>
              <a:ahLst/>
              <a:cxnLst/>
              <a:rect l="l" t="t" r="r" b="b"/>
              <a:pathLst>
                <a:path w="36" h="2" extrusionOk="0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6" name="Google Shape;346;p30"/>
            <p:cNvSpPr/>
            <p:nvPr/>
          </p:nvSpPr>
          <p:spPr>
            <a:xfrm>
              <a:off x="-133350" y="2798763"/>
              <a:ext cx="111125" cy="4762"/>
            </a:xfrm>
            <a:custGeom>
              <a:avLst/>
              <a:gdLst/>
              <a:ahLst/>
              <a:cxnLst/>
              <a:rect l="l" t="t" r="r" b="b"/>
              <a:pathLst>
                <a:path w="58" h="2" extrusionOk="0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7" name="Google Shape;347;p30"/>
            <p:cNvSpPr/>
            <p:nvPr/>
          </p:nvSpPr>
          <p:spPr>
            <a:xfrm>
              <a:off x="-22225" y="2800350"/>
              <a:ext cx="44450" cy="3175"/>
            </a:xfrm>
            <a:custGeom>
              <a:avLst/>
              <a:gdLst/>
              <a:ahLst/>
              <a:cxnLst/>
              <a:rect l="l" t="t" r="r" b="b"/>
              <a:pathLst>
                <a:path w="23" h="1" extrusionOk="0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8" name="Google Shape;348;p30"/>
            <p:cNvSpPr/>
            <p:nvPr/>
          </p:nvSpPr>
          <p:spPr>
            <a:xfrm>
              <a:off x="-66675" y="2798763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3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49" name="Google Shape;349;p30"/>
            <p:cNvSpPr/>
            <p:nvPr/>
          </p:nvSpPr>
          <p:spPr>
            <a:xfrm>
              <a:off x="-1566863" y="2730500"/>
              <a:ext cx="65088" cy="317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0" name="Google Shape;350;p30"/>
            <p:cNvSpPr/>
            <p:nvPr/>
          </p:nvSpPr>
          <p:spPr>
            <a:xfrm>
              <a:off x="-3175000" y="274002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20" h="120000" extrusionOk="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1" name="Google Shape;351;p30"/>
            <p:cNvSpPr/>
            <p:nvPr/>
          </p:nvSpPr>
          <p:spPr>
            <a:xfrm>
              <a:off x="-3735388" y="2803525"/>
              <a:ext cx="6350" cy="1587"/>
            </a:xfrm>
            <a:custGeom>
              <a:avLst/>
              <a:gdLst/>
              <a:ahLst/>
              <a:cxnLst/>
              <a:rect l="l" t="t" r="r" b="b"/>
              <a:pathLst>
                <a:path w="4" h="1" extrusionOk="0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-3924300" y="2803525"/>
              <a:ext cx="188913" cy="3175"/>
            </a:xfrm>
            <a:custGeom>
              <a:avLst/>
              <a:gdLst/>
              <a:ahLst/>
              <a:cxnLst/>
              <a:rect l="l" t="t" r="r" b="b"/>
              <a:pathLst>
                <a:path w="98" h="2" extrusionOk="0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353" name="Google Shape;353;p30"/>
          <p:cNvSpPr txBox="1"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4" name="Google Shape;354;p30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30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30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1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59" name="Google Shape;359;p31" descr="Line graphic"/>
          <p:cNvGrpSpPr/>
          <p:nvPr/>
        </p:nvGrpSpPr>
        <p:grpSpPr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360" name="Google Shape;360;p31"/>
            <p:cNvSpPr/>
            <p:nvPr/>
          </p:nvSpPr>
          <p:spPr>
            <a:xfrm>
              <a:off x="12028488" y="1525554"/>
              <a:ext cx="63500" cy="4924"/>
            </a:xfrm>
            <a:custGeom>
              <a:avLst/>
              <a:gdLst/>
              <a:ahLst/>
              <a:cxnLst/>
              <a:rect l="l" t="t" r="r" b="b"/>
              <a:pathLst>
                <a:path w="67" h="6" extrusionOk="0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1" name="Google Shape;361;p31"/>
            <p:cNvSpPr/>
            <p:nvPr/>
          </p:nvSpPr>
          <p:spPr>
            <a:xfrm>
              <a:off x="12022138" y="1532939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2" extrusionOk="0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2" name="Google Shape;362;p31"/>
            <p:cNvSpPr/>
            <p:nvPr/>
          </p:nvSpPr>
          <p:spPr>
            <a:xfrm>
              <a:off x="12041188" y="1531708"/>
              <a:ext cx="39687" cy="6155"/>
            </a:xfrm>
            <a:custGeom>
              <a:avLst/>
              <a:gdLst/>
              <a:ahLst/>
              <a:cxnLst/>
              <a:rect l="l" t="t" r="r" b="b"/>
              <a:pathLst>
                <a:path w="41" h="6" extrusionOk="0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3" name="Google Shape;363;p31"/>
            <p:cNvSpPr/>
            <p:nvPr/>
          </p:nvSpPr>
          <p:spPr>
            <a:xfrm>
              <a:off x="11831638" y="1526784"/>
              <a:ext cx="42862" cy="4924"/>
            </a:xfrm>
            <a:custGeom>
              <a:avLst/>
              <a:gdLst/>
              <a:ahLst/>
              <a:cxnLst/>
              <a:rect l="l" t="t" r="r" b="b"/>
              <a:pathLst>
                <a:path w="45" h="6" extrusionOk="0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4" name="Google Shape;364;p31"/>
            <p:cNvSpPr/>
            <p:nvPr/>
          </p:nvSpPr>
          <p:spPr>
            <a:xfrm>
              <a:off x="11809413" y="1531708"/>
              <a:ext cx="41275" cy="2462"/>
            </a:xfrm>
            <a:custGeom>
              <a:avLst/>
              <a:gdLst/>
              <a:ahLst/>
              <a:cxnLst/>
              <a:rect l="l" t="t" r="r" b="b"/>
              <a:pathLst>
                <a:path w="44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5" name="Google Shape;365;p31"/>
            <p:cNvSpPr/>
            <p:nvPr/>
          </p:nvSpPr>
          <p:spPr>
            <a:xfrm>
              <a:off x="12003088" y="1537863"/>
              <a:ext cx="77787" cy="3693"/>
            </a:xfrm>
            <a:custGeom>
              <a:avLst/>
              <a:gdLst/>
              <a:ahLst/>
              <a:cxnLst/>
              <a:rect l="l" t="t" r="r" b="b"/>
              <a:pathLst>
                <a:path w="82" h="5" extrusionOk="0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6" name="Google Shape;366;p31"/>
            <p:cNvSpPr/>
            <p:nvPr/>
          </p:nvSpPr>
          <p:spPr>
            <a:xfrm>
              <a:off x="11664950" y="1523092"/>
              <a:ext cx="39687" cy="4924"/>
            </a:xfrm>
            <a:custGeom>
              <a:avLst/>
              <a:gdLst/>
              <a:ahLst/>
              <a:cxnLst/>
              <a:rect l="l" t="t" r="r" b="b"/>
              <a:pathLst>
                <a:path w="42" h="5" extrusionOk="0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7" name="Google Shape;367;p31"/>
            <p:cNvSpPr/>
            <p:nvPr/>
          </p:nvSpPr>
          <p:spPr>
            <a:xfrm>
              <a:off x="11506200" y="1521861"/>
              <a:ext cx="92075" cy="4924"/>
            </a:xfrm>
            <a:custGeom>
              <a:avLst/>
              <a:gdLst/>
              <a:ahLst/>
              <a:cxnLst/>
              <a:rect l="l" t="t" r="r" b="b"/>
              <a:pathLst>
                <a:path w="98" h="6" extrusionOk="0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8" name="Google Shape;368;p31"/>
            <p:cNvSpPr/>
            <p:nvPr/>
          </p:nvSpPr>
          <p:spPr>
            <a:xfrm>
              <a:off x="11471275" y="1525554"/>
              <a:ext cx="34925" cy="3693"/>
            </a:xfrm>
            <a:custGeom>
              <a:avLst/>
              <a:gdLst/>
              <a:ahLst/>
              <a:cxnLst/>
              <a:rect l="l" t="t" r="r" b="b"/>
              <a:pathLst>
                <a:path w="36" h="3" extrusionOk="0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69" name="Google Shape;369;p31"/>
            <p:cNvSpPr/>
            <p:nvPr/>
          </p:nvSpPr>
          <p:spPr>
            <a:xfrm>
              <a:off x="11710988" y="1529246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5" extrusionOk="0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0" name="Google Shape;370;p31"/>
            <p:cNvSpPr/>
            <p:nvPr/>
          </p:nvSpPr>
          <p:spPr>
            <a:xfrm>
              <a:off x="11691938" y="1532939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1" name="Google Shape;371;p31"/>
            <p:cNvSpPr/>
            <p:nvPr/>
          </p:nvSpPr>
          <p:spPr>
            <a:xfrm>
              <a:off x="11741150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2" name="Google Shape;372;p31"/>
            <p:cNvSpPr/>
            <p:nvPr/>
          </p:nvSpPr>
          <p:spPr>
            <a:xfrm>
              <a:off x="11841163" y="1537863"/>
              <a:ext cx="71437" cy="8617"/>
            </a:xfrm>
            <a:custGeom>
              <a:avLst/>
              <a:gdLst/>
              <a:ahLst/>
              <a:cxnLst/>
              <a:rect l="l" t="t" r="r" b="b"/>
              <a:pathLst>
                <a:path w="75" h="9" extrusionOk="0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3" name="Google Shape;373;p31"/>
            <p:cNvSpPr/>
            <p:nvPr/>
          </p:nvSpPr>
          <p:spPr>
            <a:xfrm>
              <a:off x="11764963" y="1535401"/>
              <a:ext cx="44450" cy="3693"/>
            </a:xfrm>
            <a:custGeom>
              <a:avLst/>
              <a:gdLst/>
              <a:ahLst/>
              <a:cxnLst/>
              <a:rect l="l" t="t" r="r" b="b"/>
              <a:pathLst>
                <a:path w="47" h="4" extrusionOk="0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4" name="Google Shape;374;p31"/>
            <p:cNvSpPr/>
            <p:nvPr/>
          </p:nvSpPr>
          <p:spPr>
            <a:xfrm>
              <a:off x="11744325" y="1537863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2" h="2" extrusionOk="0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5" name="Google Shape;375;p31"/>
            <p:cNvSpPr/>
            <p:nvPr/>
          </p:nvSpPr>
          <p:spPr>
            <a:xfrm>
              <a:off x="11482388" y="1531708"/>
              <a:ext cx="85725" cy="3693"/>
            </a:xfrm>
            <a:custGeom>
              <a:avLst/>
              <a:gdLst/>
              <a:ahLst/>
              <a:cxnLst/>
              <a:rect l="l" t="t" r="r" b="b"/>
              <a:pathLst>
                <a:path w="90" h="4" extrusionOk="0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6" name="Google Shape;376;p31"/>
            <p:cNvSpPr/>
            <p:nvPr/>
          </p:nvSpPr>
          <p:spPr>
            <a:xfrm>
              <a:off x="11626850" y="1532939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7" name="Google Shape;377;p31"/>
            <p:cNvSpPr/>
            <p:nvPr/>
          </p:nvSpPr>
          <p:spPr>
            <a:xfrm>
              <a:off x="11261725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ubicBezTo>
                    <a:pt x="4" y="0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8" name="Google Shape;378;p31"/>
            <p:cNvSpPr/>
            <p:nvPr/>
          </p:nvSpPr>
          <p:spPr>
            <a:xfrm>
              <a:off x="11553825" y="1534170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7" h="2" extrusionOk="0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79" name="Google Shape;379;p31"/>
            <p:cNvSpPr/>
            <p:nvPr/>
          </p:nvSpPr>
          <p:spPr>
            <a:xfrm>
              <a:off x="11409363" y="1529246"/>
              <a:ext cx="31750" cy="2462"/>
            </a:xfrm>
            <a:custGeom>
              <a:avLst/>
              <a:gdLst/>
              <a:ahLst/>
              <a:cxnLst/>
              <a:rect l="l" t="t" r="r" b="b"/>
              <a:pathLst>
                <a:path w="33" h="3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0" name="Google Shape;380;p31"/>
            <p:cNvSpPr/>
            <p:nvPr/>
          </p:nvSpPr>
          <p:spPr>
            <a:xfrm>
              <a:off x="11618913" y="15317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cubicBezTo>
                    <a:pt x="0" y="0"/>
                    <a:pt x="0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1" name="Google Shape;381;p31"/>
            <p:cNvSpPr/>
            <p:nvPr/>
          </p:nvSpPr>
          <p:spPr>
            <a:xfrm>
              <a:off x="11598275" y="1531708"/>
              <a:ext cx="28575" cy="2462"/>
            </a:xfrm>
            <a:custGeom>
              <a:avLst/>
              <a:gdLst/>
              <a:ahLst/>
              <a:cxnLst/>
              <a:rect l="l" t="t" r="r" b="b"/>
              <a:pathLst>
                <a:path w="31" h="3" extrusionOk="0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2" name="Google Shape;382;p31"/>
            <p:cNvSpPr/>
            <p:nvPr/>
          </p:nvSpPr>
          <p:spPr>
            <a:xfrm>
              <a:off x="11137900" y="1534170"/>
              <a:ext cx="188912" cy="23388"/>
            </a:xfrm>
            <a:custGeom>
              <a:avLst/>
              <a:gdLst/>
              <a:ahLst/>
              <a:cxnLst/>
              <a:rect l="l" t="t" r="r" b="b"/>
              <a:pathLst>
                <a:path w="198" h="27" extrusionOk="0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3" name="Google Shape;383;p31"/>
            <p:cNvSpPr/>
            <p:nvPr/>
          </p:nvSpPr>
          <p:spPr>
            <a:xfrm>
              <a:off x="11266488" y="1529246"/>
              <a:ext cx="95250" cy="4924"/>
            </a:xfrm>
            <a:custGeom>
              <a:avLst/>
              <a:gdLst/>
              <a:ahLst/>
              <a:cxnLst/>
              <a:rect l="l" t="t" r="r" b="b"/>
              <a:pathLst>
                <a:path w="100" h="6" extrusionOk="0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4" name="Google Shape;384;p31"/>
            <p:cNvSpPr/>
            <p:nvPr/>
          </p:nvSpPr>
          <p:spPr>
            <a:xfrm>
              <a:off x="11361738" y="1531708"/>
              <a:ext cx="134937" cy="12309"/>
            </a:xfrm>
            <a:custGeom>
              <a:avLst/>
              <a:gdLst/>
              <a:ahLst/>
              <a:cxnLst/>
              <a:rect l="l" t="t" r="r" b="b"/>
              <a:pathLst>
                <a:path w="142" h="14" extrusionOk="0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5" name="Google Shape;385;p31"/>
            <p:cNvSpPr/>
            <p:nvPr/>
          </p:nvSpPr>
          <p:spPr>
            <a:xfrm>
              <a:off x="11834813" y="1552634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6" name="Google Shape;386;p31"/>
            <p:cNvSpPr/>
            <p:nvPr/>
          </p:nvSpPr>
          <p:spPr>
            <a:xfrm>
              <a:off x="11764963" y="1542787"/>
              <a:ext cx="117475" cy="9847"/>
            </a:xfrm>
            <a:custGeom>
              <a:avLst/>
              <a:gdLst/>
              <a:ahLst/>
              <a:cxnLst/>
              <a:rect l="l" t="t" r="r" b="b"/>
              <a:pathLst>
                <a:path w="122" h="12" extrusionOk="0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7" name="Google Shape;387;p31"/>
            <p:cNvSpPr/>
            <p:nvPr/>
          </p:nvSpPr>
          <p:spPr>
            <a:xfrm>
              <a:off x="11555413" y="1544017"/>
              <a:ext cx="69850" cy="4924"/>
            </a:xfrm>
            <a:custGeom>
              <a:avLst/>
              <a:gdLst/>
              <a:ahLst/>
              <a:cxnLst/>
              <a:rect l="l" t="t" r="r" b="b"/>
              <a:pathLst>
                <a:path w="74" h="6" extrusionOk="0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8" name="Google Shape;388;p31"/>
            <p:cNvSpPr/>
            <p:nvPr/>
          </p:nvSpPr>
          <p:spPr>
            <a:xfrm>
              <a:off x="11223625" y="1528016"/>
              <a:ext cx="38100" cy="6155"/>
            </a:xfrm>
            <a:custGeom>
              <a:avLst/>
              <a:gdLst/>
              <a:ahLst/>
              <a:cxnLst/>
              <a:rect l="l" t="t" r="r" b="b"/>
              <a:pathLst>
                <a:path w="40" h="7" extrusionOk="0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89" name="Google Shape;389;p31"/>
            <p:cNvSpPr/>
            <p:nvPr/>
          </p:nvSpPr>
          <p:spPr>
            <a:xfrm>
              <a:off x="11145838" y="1529246"/>
              <a:ext cx="22225" cy="2462"/>
            </a:xfrm>
            <a:custGeom>
              <a:avLst/>
              <a:gdLst/>
              <a:ahLst/>
              <a:cxnLst/>
              <a:rect l="l" t="t" r="r" b="b"/>
              <a:pathLst>
                <a:path w="24" h="4" extrusionOk="0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0" name="Google Shape;390;p31"/>
            <p:cNvSpPr/>
            <p:nvPr/>
          </p:nvSpPr>
          <p:spPr>
            <a:xfrm>
              <a:off x="6197600" y="1566174"/>
              <a:ext cx="20637" cy="1231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1" name="Google Shape;391;p31"/>
            <p:cNvSpPr/>
            <p:nvPr/>
          </p:nvSpPr>
          <p:spPr>
            <a:xfrm>
              <a:off x="6356350" y="1564943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0" h="2" extrusionOk="0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2" name="Google Shape;392;p31"/>
            <p:cNvSpPr/>
            <p:nvPr/>
          </p:nvSpPr>
          <p:spPr>
            <a:xfrm>
              <a:off x="8950325" y="1521861"/>
              <a:ext cx="61912" cy="7386"/>
            </a:xfrm>
            <a:custGeom>
              <a:avLst/>
              <a:gdLst/>
              <a:ahLst/>
              <a:cxnLst/>
              <a:rect l="l" t="t" r="r" b="b"/>
              <a:pathLst>
                <a:path w="65" h="9" extrusionOk="0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3" name="Google Shape;393;p31"/>
            <p:cNvSpPr/>
            <p:nvPr/>
          </p:nvSpPr>
          <p:spPr>
            <a:xfrm>
              <a:off x="7537450" y="1546479"/>
              <a:ext cx="28575" cy="3693"/>
            </a:xfrm>
            <a:custGeom>
              <a:avLst/>
              <a:gdLst/>
              <a:ahLst/>
              <a:cxnLst/>
              <a:rect l="l" t="t" r="r" b="b"/>
              <a:pathLst>
                <a:path w="29" h="4" extrusionOk="0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4" name="Google Shape;394;p31"/>
            <p:cNvSpPr/>
            <p:nvPr/>
          </p:nvSpPr>
          <p:spPr>
            <a:xfrm>
              <a:off x="7478713" y="1562481"/>
              <a:ext cx="38100" cy="2462"/>
            </a:xfrm>
            <a:custGeom>
              <a:avLst/>
              <a:gdLst/>
              <a:ahLst/>
              <a:cxnLst/>
              <a:rect l="l" t="t" r="r" b="b"/>
              <a:pathLst>
                <a:path w="40" h="3" extrusionOk="0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5" name="Google Shape;395;p31"/>
            <p:cNvSpPr/>
            <p:nvPr/>
          </p:nvSpPr>
          <p:spPr>
            <a:xfrm>
              <a:off x="5410200" y="1568636"/>
              <a:ext cx="36512" cy="3693"/>
            </a:xfrm>
            <a:custGeom>
              <a:avLst/>
              <a:gdLst/>
              <a:ahLst/>
              <a:cxnLst/>
              <a:rect l="l" t="t" r="r" b="b"/>
              <a:pathLst>
                <a:path w="38" h="5" extrusionOk="0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6" name="Google Shape;396;p31"/>
            <p:cNvSpPr/>
            <p:nvPr/>
          </p:nvSpPr>
          <p:spPr>
            <a:xfrm>
              <a:off x="10206038" y="1530477"/>
              <a:ext cx="61912" cy="4924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7" name="Google Shape;397;p31"/>
            <p:cNvSpPr/>
            <p:nvPr/>
          </p:nvSpPr>
          <p:spPr>
            <a:xfrm>
              <a:off x="6257925" y="1525554"/>
              <a:ext cx="19050" cy="2462"/>
            </a:xfrm>
            <a:custGeom>
              <a:avLst/>
              <a:gdLst/>
              <a:ahLst/>
              <a:cxnLst/>
              <a:rect l="l" t="t" r="r" b="b"/>
              <a:pathLst>
                <a:path w="21" h="2" extrusionOk="0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8" name="Google Shape;398;p31"/>
            <p:cNvSpPr/>
            <p:nvPr/>
          </p:nvSpPr>
          <p:spPr>
            <a:xfrm>
              <a:off x="10134600" y="1528016"/>
              <a:ext cx="71437" cy="3693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99" name="Google Shape;399;p31"/>
            <p:cNvSpPr/>
            <p:nvPr/>
          </p:nvSpPr>
          <p:spPr>
            <a:xfrm>
              <a:off x="2582863" y="1560020"/>
              <a:ext cx="7937" cy="1231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0" name="Google Shape;400;p31"/>
            <p:cNvSpPr/>
            <p:nvPr/>
          </p:nvSpPr>
          <p:spPr>
            <a:xfrm>
              <a:off x="1762125" y="1521861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1" name="Google Shape;401;p31"/>
            <p:cNvSpPr/>
            <p:nvPr/>
          </p:nvSpPr>
          <p:spPr>
            <a:xfrm>
              <a:off x="10812463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2" name="Google Shape;402;p31"/>
            <p:cNvSpPr/>
            <p:nvPr/>
          </p:nvSpPr>
          <p:spPr>
            <a:xfrm>
              <a:off x="10896600" y="1545248"/>
              <a:ext cx="7937" cy="2462"/>
            </a:xfrm>
            <a:custGeom>
              <a:avLst/>
              <a:gdLst/>
              <a:ahLst/>
              <a:cxnLst/>
              <a:rect l="l" t="t" r="r" b="b"/>
              <a:pathLst>
                <a:path w="8" h="3" extrusionOk="0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3" name="Google Shape;403;p31"/>
            <p:cNvSpPr/>
            <p:nvPr/>
          </p:nvSpPr>
          <p:spPr>
            <a:xfrm>
              <a:off x="9947275" y="155386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4" name="Google Shape;404;p31"/>
            <p:cNvSpPr/>
            <p:nvPr/>
          </p:nvSpPr>
          <p:spPr>
            <a:xfrm>
              <a:off x="10817225" y="1531708"/>
              <a:ext cx="23812" cy="0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25" y="0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5" name="Google Shape;405;p31"/>
            <p:cNvSpPr/>
            <p:nvPr/>
          </p:nvSpPr>
          <p:spPr>
            <a:xfrm>
              <a:off x="10836275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6" name="Google Shape;406;p31"/>
            <p:cNvSpPr/>
            <p:nvPr/>
          </p:nvSpPr>
          <p:spPr>
            <a:xfrm>
              <a:off x="10787063" y="1530477"/>
              <a:ext cx="30162" cy="1231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7" name="Google Shape;407;p31"/>
            <p:cNvSpPr/>
            <p:nvPr/>
          </p:nvSpPr>
          <p:spPr>
            <a:xfrm>
              <a:off x="4092575" y="1552634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3" h="2" extrusionOk="0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8" name="Google Shape;408;p31"/>
            <p:cNvSpPr/>
            <p:nvPr/>
          </p:nvSpPr>
          <p:spPr>
            <a:xfrm>
              <a:off x="8528050" y="1567405"/>
              <a:ext cx="3175" cy="1231"/>
            </a:xfrm>
            <a:custGeom>
              <a:avLst/>
              <a:gdLst/>
              <a:ahLst/>
              <a:cxnLst/>
              <a:rect l="l" t="t" r="r" b="b"/>
              <a:pathLst>
                <a:path w="3" h="1" extrusionOk="0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09" name="Google Shape;409;p31"/>
            <p:cNvSpPr/>
            <p:nvPr/>
          </p:nvSpPr>
          <p:spPr>
            <a:xfrm>
              <a:off x="8461375" y="1556326"/>
              <a:ext cx="66675" cy="14771"/>
            </a:xfrm>
            <a:custGeom>
              <a:avLst/>
              <a:gdLst/>
              <a:ahLst/>
              <a:cxnLst/>
              <a:rect l="l" t="t" r="r" b="b"/>
              <a:pathLst>
                <a:path w="69" h="17" extrusionOk="0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0" name="Google Shape;410;p31"/>
            <p:cNvSpPr/>
            <p:nvPr/>
          </p:nvSpPr>
          <p:spPr>
            <a:xfrm>
              <a:off x="1562100" y="1514475"/>
              <a:ext cx="9563100" cy="64008"/>
            </a:xfrm>
            <a:custGeom>
              <a:avLst/>
              <a:gdLst/>
              <a:ahLst/>
              <a:cxnLst/>
              <a:rect l="l" t="t" r="r" b="b"/>
              <a:pathLst>
                <a:path w="10030" h="75" extrusionOk="0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1" name="Google Shape;411;p31"/>
            <p:cNvSpPr/>
            <p:nvPr/>
          </p:nvSpPr>
          <p:spPr>
            <a:xfrm>
              <a:off x="7508875" y="1560020"/>
              <a:ext cx="11112" cy="3693"/>
            </a:xfrm>
            <a:custGeom>
              <a:avLst/>
              <a:gdLst/>
              <a:ahLst/>
              <a:cxnLst/>
              <a:rect l="l" t="t" r="r" b="b"/>
              <a:pathLst>
                <a:path w="12" h="3" extrusionOk="0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2" name="Google Shape;412;p31"/>
            <p:cNvSpPr/>
            <p:nvPr/>
          </p:nvSpPr>
          <p:spPr>
            <a:xfrm>
              <a:off x="5434013" y="156740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3" name="Google Shape;413;p31"/>
            <p:cNvSpPr/>
            <p:nvPr/>
          </p:nvSpPr>
          <p:spPr>
            <a:xfrm>
              <a:off x="9672638" y="1567405"/>
              <a:ext cx="25400" cy="2462"/>
            </a:xfrm>
            <a:custGeom>
              <a:avLst/>
              <a:gdLst/>
              <a:ahLst/>
              <a:cxnLst/>
              <a:rect l="l" t="t" r="r" b="b"/>
              <a:pathLst>
                <a:path w="27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4" name="Google Shape;414;p31"/>
            <p:cNvSpPr/>
            <p:nvPr/>
          </p:nvSpPr>
          <p:spPr>
            <a:xfrm>
              <a:off x="10966450" y="1529246"/>
              <a:ext cx="39687" cy="2462"/>
            </a:xfrm>
            <a:custGeom>
              <a:avLst/>
              <a:gdLst/>
              <a:ahLst/>
              <a:cxnLst/>
              <a:rect l="l" t="t" r="r" b="b"/>
              <a:pathLst>
                <a:path w="42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5" name="Google Shape;415;p31"/>
            <p:cNvSpPr/>
            <p:nvPr/>
          </p:nvSpPr>
          <p:spPr>
            <a:xfrm>
              <a:off x="11329988" y="1552634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6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6" name="Google Shape;416;p31"/>
            <p:cNvSpPr/>
            <p:nvPr/>
          </p:nvSpPr>
          <p:spPr>
            <a:xfrm>
              <a:off x="11042650" y="1540325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7" extrusionOk="0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7" name="Google Shape;417;p31"/>
            <p:cNvSpPr/>
            <p:nvPr/>
          </p:nvSpPr>
          <p:spPr>
            <a:xfrm>
              <a:off x="11106150" y="1542787"/>
              <a:ext cx="28575" cy="1231"/>
            </a:xfrm>
            <a:custGeom>
              <a:avLst/>
              <a:gdLst/>
              <a:ahLst/>
              <a:cxnLst/>
              <a:rect l="l" t="t" r="r" b="b"/>
              <a:pathLst>
                <a:path w="31" h="2" extrusionOk="0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8" name="Google Shape;418;p31"/>
            <p:cNvSpPr/>
            <p:nvPr/>
          </p:nvSpPr>
          <p:spPr>
            <a:xfrm>
              <a:off x="10679113" y="1525554"/>
              <a:ext cx="103187" cy="9847"/>
            </a:xfrm>
            <a:custGeom>
              <a:avLst/>
              <a:gdLst/>
              <a:ahLst/>
              <a:cxnLst/>
              <a:rect l="l" t="t" r="r" b="b"/>
              <a:pathLst>
                <a:path w="109" h="12" extrusionOk="0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19" name="Google Shape;419;p31"/>
            <p:cNvSpPr/>
            <p:nvPr/>
          </p:nvSpPr>
          <p:spPr>
            <a:xfrm>
              <a:off x="11039475" y="1550172"/>
              <a:ext cx="26987" cy="4924"/>
            </a:xfrm>
            <a:custGeom>
              <a:avLst/>
              <a:gdLst/>
              <a:ahLst/>
              <a:cxnLst/>
              <a:rect l="l" t="t" r="r" b="b"/>
              <a:pathLst>
                <a:path w="27" h="5" extrusionOk="0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0" name="Google Shape;420;p31"/>
            <p:cNvSpPr/>
            <p:nvPr/>
          </p:nvSpPr>
          <p:spPr>
            <a:xfrm>
              <a:off x="10841038" y="1548941"/>
              <a:ext cx="58737" cy="2462"/>
            </a:xfrm>
            <a:custGeom>
              <a:avLst/>
              <a:gdLst/>
              <a:ahLst/>
              <a:cxnLst/>
              <a:rect l="l" t="t" r="r" b="b"/>
              <a:pathLst>
                <a:path w="61" h="3" extrusionOk="0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1" name="Google Shape;421;p31"/>
            <p:cNvSpPr/>
            <p:nvPr/>
          </p:nvSpPr>
          <p:spPr>
            <a:xfrm>
              <a:off x="10899775" y="1550172"/>
              <a:ext cx="36512" cy="1231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2" name="Google Shape;422;p31"/>
            <p:cNvSpPr/>
            <p:nvPr/>
          </p:nvSpPr>
          <p:spPr>
            <a:xfrm>
              <a:off x="10958513" y="1555096"/>
              <a:ext cx="46037" cy="0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0"/>
                  </a:moveTo>
                  <a:lnTo>
                    <a:pt x="47" y="0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3" name="Google Shape;423;p31"/>
            <p:cNvSpPr/>
            <p:nvPr/>
          </p:nvSpPr>
          <p:spPr>
            <a:xfrm>
              <a:off x="10304463" y="1548941"/>
              <a:ext cx="61912" cy="3693"/>
            </a:xfrm>
            <a:custGeom>
              <a:avLst/>
              <a:gdLst/>
              <a:ahLst/>
              <a:cxnLst/>
              <a:rect l="l" t="t" r="r" b="b"/>
              <a:pathLst>
                <a:path w="65" h="4" extrusionOk="0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4" name="Google Shape;424;p31"/>
            <p:cNvSpPr/>
            <p:nvPr/>
          </p:nvSpPr>
          <p:spPr>
            <a:xfrm>
              <a:off x="10483850" y="1557558"/>
              <a:ext cx="23812" cy="6155"/>
            </a:xfrm>
            <a:custGeom>
              <a:avLst/>
              <a:gdLst/>
              <a:ahLst/>
              <a:cxnLst/>
              <a:rect l="l" t="t" r="r" b="b"/>
              <a:pathLst>
                <a:path w="25" h="7" extrusionOk="0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5" name="Google Shape;425;p31"/>
            <p:cNvSpPr/>
            <p:nvPr/>
          </p:nvSpPr>
          <p:spPr>
            <a:xfrm>
              <a:off x="10291763" y="1563712"/>
              <a:ext cx="117475" cy="2462"/>
            </a:xfrm>
            <a:custGeom>
              <a:avLst/>
              <a:gdLst/>
              <a:ahLst/>
              <a:cxnLst/>
              <a:rect l="l" t="t" r="r" b="b"/>
              <a:pathLst>
                <a:path w="123" h="4" extrusionOk="0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6" name="Google Shape;426;p31"/>
            <p:cNvSpPr/>
            <p:nvPr/>
          </p:nvSpPr>
          <p:spPr>
            <a:xfrm>
              <a:off x="9621838" y="1546479"/>
              <a:ext cx="11112" cy="8617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7" name="Google Shape;427;p31"/>
            <p:cNvSpPr/>
            <p:nvPr/>
          </p:nvSpPr>
          <p:spPr>
            <a:xfrm>
              <a:off x="8951913" y="1568636"/>
              <a:ext cx="96837" cy="8617"/>
            </a:xfrm>
            <a:custGeom>
              <a:avLst/>
              <a:gdLst/>
              <a:ahLst/>
              <a:cxnLst/>
              <a:rect l="l" t="t" r="r" b="b"/>
              <a:pathLst>
                <a:path w="101" h="10" extrusionOk="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8" name="Google Shape;428;p31"/>
            <p:cNvSpPr/>
            <p:nvPr/>
          </p:nvSpPr>
          <p:spPr>
            <a:xfrm>
              <a:off x="9005888" y="1566174"/>
              <a:ext cx="17462" cy="2462"/>
            </a:xfrm>
            <a:custGeom>
              <a:avLst/>
              <a:gdLst/>
              <a:ahLst/>
              <a:cxnLst/>
              <a:rect l="l" t="t" r="r" b="b"/>
              <a:pathLst>
                <a:path w="19" h="2" extrusionOk="0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29" name="Google Shape;429;p31"/>
            <p:cNvSpPr/>
            <p:nvPr/>
          </p:nvSpPr>
          <p:spPr>
            <a:xfrm>
              <a:off x="1587500" y="1516937"/>
              <a:ext cx="38100" cy="3693"/>
            </a:xfrm>
            <a:custGeom>
              <a:avLst/>
              <a:gdLst/>
              <a:ahLst/>
              <a:cxnLst/>
              <a:rect l="l" t="t" r="r" b="b"/>
              <a:pathLst>
                <a:path w="39" h="4" extrusionOk="0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30" name="Google Shape;430;p31"/>
            <p:cNvSpPr/>
            <p:nvPr/>
          </p:nvSpPr>
          <p:spPr>
            <a:xfrm>
              <a:off x="1522413" y="1519399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6" extrusionOk="0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31" name="Google Shape;431;p31"/>
            <p:cNvSpPr/>
            <p:nvPr/>
          </p:nvSpPr>
          <p:spPr>
            <a:xfrm>
              <a:off x="6650038" y="1573559"/>
              <a:ext cx="33337" cy="3693"/>
            </a:xfrm>
            <a:custGeom>
              <a:avLst/>
              <a:gdLst/>
              <a:ahLst/>
              <a:cxnLst/>
              <a:rect l="l" t="t" r="r" b="b"/>
              <a:pathLst>
                <a:path w="34" h="4" extrusionOk="0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32" name="Google Shape;432;p31"/>
            <p:cNvSpPr/>
            <p:nvPr/>
          </p:nvSpPr>
          <p:spPr>
            <a:xfrm>
              <a:off x="6162675" y="1566174"/>
              <a:ext cx="15875" cy="4924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33" name="Google Shape;433;p31"/>
            <p:cNvSpPr/>
            <p:nvPr/>
          </p:nvSpPr>
          <p:spPr>
            <a:xfrm>
              <a:off x="5738813" y="1571097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8" extrusionOk="0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434" name="Google Shape;434;p31"/>
          <p:cNvSpPr txBox="1">
            <a:spLocks noGrp="1"/>
          </p:cNvSpPr>
          <p:nvPr>
            <p:ph type="body" idx="1"/>
          </p:nvPr>
        </p:nvSpPr>
        <p:spPr>
          <a:xfrm>
            <a:off x="1522413" y="1905000"/>
            <a:ext cx="4419599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435" name="Google Shape;435;p31"/>
          <p:cNvSpPr txBox="1">
            <a:spLocks noGrp="1"/>
          </p:cNvSpPr>
          <p:nvPr>
            <p:ph type="body" idx="2"/>
          </p:nvPr>
        </p:nvSpPr>
        <p:spPr>
          <a:xfrm>
            <a:off x="6246815" y="1905000"/>
            <a:ext cx="4419598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436" name="Google Shape;436;p31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31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31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2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41" name="Google Shape;441;p32" descr="Line graphic"/>
          <p:cNvGrpSpPr/>
          <p:nvPr/>
        </p:nvGrpSpPr>
        <p:grpSpPr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442" name="Google Shape;442;p32"/>
            <p:cNvSpPr/>
            <p:nvPr/>
          </p:nvSpPr>
          <p:spPr>
            <a:xfrm>
              <a:off x="12028488" y="1525554"/>
              <a:ext cx="63500" cy="4924"/>
            </a:xfrm>
            <a:custGeom>
              <a:avLst/>
              <a:gdLst/>
              <a:ahLst/>
              <a:cxnLst/>
              <a:rect l="l" t="t" r="r" b="b"/>
              <a:pathLst>
                <a:path w="67" h="6" extrusionOk="0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3" name="Google Shape;443;p32"/>
            <p:cNvSpPr/>
            <p:nvPr/>
          </p:nvSpPr>
          <p:spPr>
            <a:xfrm>
              <a:off x="12022138" y="1532939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2" extrusionOk="0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4" name="Google Shape;444;p32"/>
            <p:cNvSpPr/>
            <p:nvPr/>
          </p:nvSpPr>
          <p:spPr>
            <a:xfrm>
              <a:off x="12041188" y="1531708"/>
              <a:ext cx="39687" cy="6155"/>
            </a:xfrm>
            <a:custGeom>
              <a:avLst/>
              <a:gdLst/>
              <a:ahLst/>
              <a:cxnLst/>
              <a:rect l="l" t="t" r="r" b="b"/>
              <a:pathLst>
                <a:path w="41" h="6" extrusionOk="0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5" name="Google Shape;445;p32"/>
            <p:cNvSpPr/>
            <p:nvPr/>
          </p:nvSpPr>
          <p:spPr>
            <a:xfrm>
              <a:off x="11831638" y="1526784"/>
              <a:ext cx="42862" cy="4924"/>
            </a:xfrm>
            <a:custGeom>
              <a:avLst/>
              <a:gdLst/>
              <a:ahLst/>
              <a:cxnLst/>
              <a:rect l="l" t="t" r="r" b="b"/>
              <a:pathLst>
                <a:path w="45" h="6" extrusionOk="0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6" name="Google Shape;446;p32"/>
            <p:cNvSpPr/>
            <p:nvPr/>
          </p:nvSpPr>
          <p:spPr>
            <a:xfrm>
              <a:off x="11809413" y="1531708"/>
              <a:ext cx="41275" cy="2462"/>
            </a:xfrm>
            <a:custGeom>
              <a:avLst/>
              <a:gdLst/>
              <a:ahLst/>
              <a:cxnLst/>
              <a:rect l="l" t="t" r="r" b="b"/>
              <a:pathLst>
                <a:path w="44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7" name="Google Shape;447;p32"/>
            <p:cNvSpPr/>
            <p:nvPr/>
          </p:nvSpPr>
          <p:spPr>
            <a:xfrm>
              <a:off x="12003088" y="1537863"/>
              <a:ext cx="77787" cy="3693"/>
            </a:xfrm>
            <a:custGeom>
              <a:avLst/>
              <a:gdLst/>
              <a:ahLst/>
              <a:cxnLst/>
              <a:rect l="l" t="t" r="r" b="b"/>
              <a:pathLst>
                <a:path w="82" h="5" extrusionOk="0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8" name="Google Shape;448;p32"/>
            <p:cNvSpPr/>
            <p:nvPr/>
          </p:nvSpPr>
          <p:spPr>
            <a:xfrm>
              <a:off x="11664950" y="1523092"/>
              <a:ext cx="39687" cy="4924"/>
            </a:xfrm>
            <a:custGeom>
              <a:avLst/>
              <a:gdLst/>
              <a:ahLst/>
              <a:cxnLst/>
              <a:rect l="l" t="t" r="r" b="b"/>
              <a:pathLst>
                <a:path w="42" h="5" extrusionOk="0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9" name="Google Shape;449;p32"/>
            <p:cNvSpPr/>
            <p:nvPr/>
          </p:nvSpPr>
          <p:spPr>
            <a:xfrm>
              <a:off x="11506200" y="1521861"/>
              <a:ext cx="92075" cy="4924"/>
            </a:xfrm>
            <a:custGeom>
              <a:avLst/>
              <a:gdLst/>
              <a:ahLst/>
              <a:cxnLst/>
              <a:rect l="l" t="t" r="r" b="b"/>
              <a:pathLst>
                <a:path w="98" h="6" extrusionOk="0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0" name="Google Shape;450;p32"/>
            <p:cNvSpPr/>
            <p:nvPr/>
          </p:nvSpPr>
          <p:spPr>
            <a:xfrm>
              <a:off x="11471275" y="1525554"/>
              <a:ext cx="34925" cy="3693"/>
            </a:xfrm>
            <a:custGeom>
              <a:avLst/>
              <a:gdLst/>
              <a:ahLst/>
              <a:cxnLst/>
              <a:rect l="l" t="t" r="r" b="b"/>
              <a:pathLst>
                <a:path w="36" h="3" extrusionOk="0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1" name="Google Shape;451;p32"/>
            <p:cNvSpPr/>
            <p:nvPr/>
          </p:nvSpPr>
          <p:spPr>
            <a:xfrm>
              <a:off x="11710988" y="1529246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5" extrusionOk="0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2" name="Google Shape;452;p32"/>
            <p:cNvSpPr/>
            <p:nvPr/>
          </p:nvSpPr>
          <p:spPr>
            <a:xfrm>
              <a:off x="11691938" y="1532939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3" name="Google Shape;453;p32"/>
            <p:cNvSpPr/>
            <p:nvPr/>
          </p:nvSpPr>
          <p:spPr>
            <a:xfrm>
              <a:off x="11741150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4" name="Google Shape;454;p32"/>
            <p:cNvSpPr/>
            <p:nvPr/>
          </p:nvSpPr>
          <p:spPr>
            <a:xfrm>
              <a:off x="11841163" y="1537863"/>
              <a:ext cx="71437" cy="8617"/>
            </a:xfrm>
            <a:custGeom>
              <a:avLst/>
              <a:gdLst/>
              <a:ahLst/>
              <a:cxnLst/>
              <a:rect l="l" t="t" r="r" b="b"/>
              <a:pathLst>
                <a:path w="75" h="9" extrusionOk="0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5" name="Google Shape;455;p32"/>
            <p:cNvSpPr/>
            <p:nvPr/>
          </p:nvSpPr>
          <p:spPr>
            <a:xfrm>
              <a:off x="11764963" y="1535401"/>
              <a:ext cx="44450" cy="3693"/>
            </a:xfrm>
            <a:custGeom>
              <a:avLst/>
              <a:gdLst/>
              <a:ahLst/>
              <a:cxnLst/>
              <a:rect l="l" t="t" r="r" b="b"/>
              <a:pathLst>
                <a:path w="47" h="4" extrusionOk="0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6" name="Google Shape;456;p32"/>
            <p:cNvSpPr/>
            <p:nvPr/>
          </p:nvSpPr>
          <p:spPr>
            <a:xfrm>
              <a:off x="11744325" y="1537863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2" h="2" extrusionOk="0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7" name="Google Shape;457;p32"/>
            <p:cNvSpPr/>
            <p:nvPr/>
          </p:nvSpPr>
          <p:spPr>
            <a:xfrm>
              <a:off x="11482388" y="1531708"/>
              <a:ext cx="85725" cy="3693"/>
            </a:xfrm>
            <a:custGeom>
              <a:avLst/>
              <a:gdLst/>
              <a:ahLst/>
              <a:cxnLst/>
              <a:rect l="l" t="t" r="r" b="b"/>
              <a:pathLst>
                <a:path w="90" h="4" extrusionOk="0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8" name="Google Shape;458;p32"/>
            <p:cNvSpPr/>
            <p:nvPr/>
          </p:nvSpPr>
          <p:spPr>
            <a:xfrm>
              <a:off x="11626850" y="1532939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9" name="Google Shape;459;p32"/>
            <p:cNvSpPr/>
            <p:nvPr/>
          </p:nvSpPr>
          <p:spPr>
            <a:xfrm>
              <a:off x="11261725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ubicBezTo>
                    <a:pt x="4" y="0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0" name="Google Shape;460;p32"/>
            <p:cNvSpPr/>
            <p:nvPr/>
          </p:nvSpPr>
          <p:spPr>
            <a:xfrm>
              <a:off x="11553825" y="1534170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7" h="2" extrusionOk="0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1" name="Google Shape;461;p32"/>
            <p:cNvSpPr/>
            <p:nvPr/>
          </p:nvSpPr>
          <p:spPr>
            <a:xfrm>
              <a:off x="11409363" y="1529246"/>
              <a:ext cx="31750" cy="2462"/>
            </a:xfrm>
            <a:custGeom>
              <a:avLst/>
              <a:gdLst/>
              <a:ahLst/>
              <a:cxnLst/>
              <a:rect l="l" t="t" r="r" b="b"/>
              <a:pathLst>
                <a:path w="33" h="3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2" name="Google Shape;462;p32"/>
            <p:cNvSpPr/>
            <p:nvPr/>
          </p:nvSpPr>
          <p:spPr>
            <a:xfrm>
              <a:off x="11618913" y="15317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cubicBezTo>
                    <a:pt x="0" y="0"/>
                    <a:pt x="0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3" name="Google Shape;463;p32"/>
            <p:cNvSpPr/>
            <p:nvPr/>
          </p:nvSpPr>
          <p:spPr>
            <a:xfrm>
              <a:off x="11598275" y="1531708"/>
              <a:ext cx="28575" cy="2462"/>
            </a:xfrm>
            <a:custGeom>
              <a:avLst/>
              <a:gdLst/>
              <a:ahLst/>
              <a:cxnLst/>
              <a:rect l="l" t="t" r="r" b="b"/>
              <a:pathLst>
                <a:path w="31" h="3" extrusionOk="0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4" name="Google Shape;464;p32"/>
            <p:cNvSpPr/>
            <p:nvPr/>
          </p:nvSpPr>
          <p:spPr>
            <a:xfrm>
              <a:off x="11137900" y="1534170"/>
              <a:ext cx="188912" cy="23388"/>
            </a:xfrm>
            <a:custGeom>
              <a:avLst/>
              <a:gdLst/>
              <a:ahLst/>
              <a:cxnLst/>
              <a:rect l="l" t="t" r="r" b="b"/>
              <a:pathLst>
                <a:path w="198" h="27" extrusionOk="0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5" name="Google Shape;465;p32"/>
            <p:cNvSpPr/>
            <p:nvPr/>
          </p:nvSpPr>
          <p:spPr>
            <a:xfrm>
              <a:off x="11266488" y="1529246"/>
              <a:ext cx="95250" cy="4924"/>
            </a:xfrm>
            <a:custGeom>
              <a:avLst/>
              <a:gdLst/>
              <a:ahLst/>
              <a:cxnLst/>
              <a:rect l="l" t="t" r="r" b="b"/>
              <a:pathLst>
                <a:path w="100" h="6" extrusionOk="0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6" name="Google Shape;466;p32"/>
            <p:cNvSpPr/>
            <p:nvPr/>
          </p:nvSpPr>
          <p:spPr>
            <a:xfrm>
              <a:off x="11361738" y="1531708"/>
              <a:ext cx="134937" cy="12309"/>
            </a:xfrm>
            <a:custGeom>
              <a:avLst/>
              <a:gdLst/>
              <a:ahLst/>
              <a:cxnLst/>
              <a:rect l="l" t="t" r="r" b="b"/>
              <a:pathLst>
                <a:path w="142" h="14" extrusionOk="0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7" name="Google Shape;467;p32"/>
            <p:cNvSpPr/>
            <p:nvPr/>
          </p:nvSpPr>
          <p:spPr>
            <a:xfrm>
              <a:off x="11834813" y="1552634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8" name="Google Shape;468;p32"/>
            <p:cNvSpPr/>
            <p:nvPr/>
          </p:nvSpPr>
          <p:spPr>
            <a:xfrm>
              <a:off x="11764963" y="1542787"/>
              <a:ext cx="117475" cy="9847"/>
            </a:xfrm>
            <a:custGeom>
              <a:avLst/>
              <a:gdLst/>
              <a:ahLst/>
              <a:cxnLst/>
              <a:rect l="l" t="t" r="r" b="b"/>
              <a:pathLst>
                <a:path w="122" h="12" extrusionOk="0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9" name="Google Shape;469;p32"/>
            <p:cNvSpPr/>
            <p:nvPr/>
          </p:nvSpPr>
          <p:spPr>
            <a:xfrm>
              <a:off x="11555413" y="1544017"/>
              <a:ext cx="69850" cy="4924"/>
            </a:xfrm>
            <a:custGeom>
              <a:avLst/>
              <a:gdLst/>
              <a:ahLst/>
              <a:cxnLst/>
              <a:rect l="l" t="t" r="r" b="b"/>
              <a:pathLst>
                <a:path w="74" h="6" extrusionOk="0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0" name="Google Shape;470;p32"/>
            <p:cNvSpPr/>
            <p:nvPr/>
          </p:nvSpPr>
          <p:spPr>
            <a:xfrm>
              <a:off x="11223625" y="1528016"/>
              <a:ext cx="38100" cy="6155"/>
            </a:xfrm>
            <a:custGeom>
              <a:avLst/>
              <a:gdLst/>
              <a:ahLst/>
              <a:cxnLst/>
              <a:rect l="l" t="t" r="r" b="b"/>
              <a:pathLst>
                <a:path w="40" h="7" extrusionOk="0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1" name="Google Shape;471;p32"/>
            <p:cNvSpPr/>
            <p:nvPr/>
          </p:nvSpPr>
          <p:spPr>
            <a:xfrm>
              <a:off x="11145838" y="1529246"/>
              <a:ext cx="22225" cy="2462"/>
            </a:xfrm>
            <a:custGeom>
              <a:avLst/>
              <a:gdLst/>
              <a:ahLst/>
              <a:cxnLst/>
              <a:rect l="l" t="t" r="r" b="b"/>
              <a:pathLst>
                <a:path w="24" h="4" extrusionOk="0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2" name="Google Shape;472;p32"/>
            <p:cNvSpPr/>
            <p:nvPr/>
          </p:nvSpPr>
          <p:spPr>
            <a:xfrm>
              <a:off x="6197600" y="1566174"/>
              <a:ext cx="20637" cy="1231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3" name="Google Shape;473;p32"/>
            <p:cNvSpPr/>
            <p:nvPr/>
          </p:nvSpPr>
          <p:spPr>
            <a:xfrm>
              <a:off x="6356350" y="1564943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0" h="2" extrusionOk="0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4" name="Google Shape;474;p32"/>
            <p:cNvSpPr/>
            <p:nvPr/>
          </p:nvSpPr>
          <p:spPr>
            <a:xfrm>
              <a:off x="8950325" y="1521861"/>
              <a:ext cx="61912" cy="7386"/>
            </a:xfrm>
            <a:custGeom>
              <a:avLst/>
              <a:gdLst/>
              <a:ahLst/>
              <a:cxnLst/>
              <a:rect l="l" t="t" r="r" b="b"/>
              <a:pathLst>
                <a:path w="65" h="9" extrusionOk="0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5" name="Google Shape;475;p32"/>
            <p:cNvSpPr/>
            <p:nvPr/>
          </p:nvSpPr>
          <p:spPr>
            <a:xfrm>
              <a:off x="7537450" y="1546479"/>
              <a:ext cx="28575" cy="3693"/>
            </a:xfrm>
            <a:custGeom>
              <a:avLst/>
              <a:gdLst/>
              <a:ahLst/>
              <a:cxnLst/>
              <a:rect l="l" t="t" r="r" b="b"/>
              <a:pathLst>
                <a:path w="29" h="4" extrusionOk="0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6" name="Google Shape;476;p32"/>
            <p:cNvSpPr/>
            <p:nvPr/>
          </p:nvSpPr>
          <p:spPr>
            <a:xfrm>
              <a:off x="7478713" y="1562481"/>
              <a:ext cx="38100" cy="2462"/>
            </a:xfrm>
            <a:custGeom>
              <a:avLst/>
              <a:gdLst/>
              <a:ahLst/>
              <a:cxnLst/>
              <a:rect l="l" t="t" r="r" b="b"/>
              <a:pathLst>
                <a:path w="40" h="3" extrusionOk="0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7" name="Google Shape;477;p32"/>
            <p:cNvSpPr/>
            <p:nvPr/>
          </p:nvSpPr>
          <p:spPr>
            <a:xfrm>
              <a:off x="5410200" y="1568636"/>
              <a:ext cx="36512" cy="3693"/>
            </a:xfrm>
            <a:custGeom>
              <a:avLst/>
              <a:gdLst/>
              <a:ahLst/>
              <a:cxnLst/>
              <a:rect l="l" t="t" r="r" b="b"/>
              <a:pathLst>
                <a:path w="38" h="5" extrusionOk="0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8" name="Google Shape;478;p32"/>
            <p:cNvSpPr/>
            <p:nvPr/>
          </p:nvSpPr>
          <p:spPr>
            <a:xfrm>
              <a:off x="10206038" y="1530477"/>
              <a:ext cx="61912" cy="4924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9" name="Google Shape;479;p32"/>
            <p:cNvSpPr/>
            <p:nvPr/>
          </p:nvSpPr>
          <p:spPr>
            <a:xfrm>
              <a:off x="6257925" y="1525554"/>
              <a:ext cx="19050" cy="2462"/>
            </a:xfrm>
            <a:custGeom>
              <a:avLst/>
              <a:gdLst/>
              <a:ahLst/>
              <a:cxnLst/>
              <a:rect l="l" t="t" r="r" b="b"/>
              <a:pathLst>
                <a:path w="21" h="2" extrusionOk="0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0" name="Google Shape;480;p32"/>
            <p:cNvSpPr/>
            <p:nvPr/>
          </p:nvSpPr>
          <p:spPr>
            <a:xfrm>
              <a:off x="10134600" y="1528016"/>
              <a:ext cx="71437" cy="3693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1" name="Google Shape;481;p32"/>
            <p:cNvSpPr/>
            <p:nvPr/>
          </p:nvSpPr>
          <p:spPr>
            <a:xfrm>
              <a:off x="2582863" y="1560020"/>
              <a:ext cx="7937" cy="1231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2" name="Google Shape;482;p32"/>
            <p:cNvSpPr/>
            <p:nvPr/>
          </p:nvSpPr>
          <p:spPr>
            <a:xfrm>
              <a:off x="1762125" y="1521861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3" name="Google Shape;483;p32"/>
            <p:cNvSpPr/>
            <p:nvPr/>
          </p:nvSpPr>
          <p:spPr>
            <a:xfrm>
              <a:off x="10812463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4" name="Google Shape;484;p32"/>
            <p:cNvSpPr/>
            <p:nvPr/>
          </p:nvSpPr>
          <p:spPr>
            <a:xfrm>
              <a:off x="10896600" y="1545248"/>
              <a:ext cx="7937" cy="2462"/>
            </a:xfrm>
            <a:custGeom>
              <a:avLst/>
              <a:gdLst/>
              <a:ahLst/>
              <a:cxnLst/>
              <a:rect l="l" t="t" r="r" b="b"/>
              <a:pathLst>
                <a:path w="8" h="3" extrusionOk="0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5" name="Google Shape;485;p32"/>
            <p:cNvSpPr/>
            <p:nvPr/>
          </p:nvSpPr>
          <p:spPr>
            <a:xfrm>
              <a:off x="9947275" y="155386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6" name="Google Shape;486;p32"/>
            <p:cNvSpPr/>
            <p:nvPr/>
          </p:nvSpPr>
          <p:spPr>
            <a:xfrm>
              <a:off x="10817225" y="1531708"/>
              <a:ext cx="23812" cy="0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25" y="0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7" name="Google Shape;487;p32"/>
            <p:cNvSpPr/>
            <p:nvPr/>
          </p:nvSpPr>
          <p:spPr>
            <a:xfrm>
              <a:off x="10836275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8" name="Google Shape;488;p32"/>
            <p:cNvSpPr/>
            <p:nvPr/>
          </p:nvSpPr>
          <p:spPr>
            <a:xfrm>
              <a:off x="10787063" y="1530477"/>
              <a:ext cx="30162" cy="1231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89" name="Google Shape;489;p32"/>
            <p:cNvSpPr/>
            <p:nvPr/>
          </p:nvSpPr>
          <p:spPr>
            <a:xfrm>
              <a:off x="4092575" y="1552634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3" h="2" extrusionOk="0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0" name="Google Shape;490;p32"/>
            <p:cNvSpPr/>
            <p:nvPr/>
          </p:nvSpPr>
          <p:spPr>
            <a:xfrm>
              <a:off x="8528050" y="1567405"/>
              <a:ext cx="3175" cy="1231"/>
            </a:xfrm>
            <a:custGeom>
              <a:avLst/>
              <a:gdLst/>
              <a:ahLst/>
              <a:cxnLst/>
              <a:rect l="l" t="t" r="r" b="b"/>
              <a:pathLst>
                <a:path w="3" h="1" extrusionOk="0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1" name="Google Shape;491;p32"/>
            <p:cNvSpPr/>
            <p:nvPr/>
          </p:nvSpPr>
          <p:spPr>
            <a:xfrm>
              <a:off x="8461375" y="1556326"/>
              <a:ext cx="66675" cy="14771"/>
            </a:xfrm>
            <a:custGeom>
              <a:avLst/>
              <a:gdLst/>
              <a:ahLst/>
              <a:cxnLst/>
              <a:rect l="l" t="t" r="r" b="b"/>
              <a:pathLst>
                <a:path w="69" h="17" extrusionOk="0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2" name="Google Shape;492;p32"/>
            <p:cNvSpPr/>
            <p:nvPr/>
          </p:nvSpPr>
          <p:spPr>
            <a:xfrm>
              <a:off x="1562100" y="1514475"/>
              <a:ext cx="9563100" cy="64008"/>
            </a:xfrm>
            <a:custGeom>
              <a:avLst/>
              <a:gdLst/>
              <a:ahLst/>
              <a:cxnLst/>
              <a:rect l="l" t="t" r="r" b="b"/>
              <a:pathLst>
                <a:path w="10030" h="75" extrusionOk="0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3" name="Google Shape;493;p32"/>
            <p:cNvSpPr/>
            <p:nvPr/>
          </p:nvSpPr>
          <p:spPr>
            <a:xfrm>
              <a:off x="7508875" y="1560020"/>
              <a:ext cx="11112" cy="3693"/>
            </a:xfrm>
            <a:custGeom>
              <a:avLst/>
              <a:gdLst/>
              <a:ahLst/>
              <a:cxnLst/>
              <a:rect l="l" t="t" r="r" b="b"/>
              <a:pathLst>
                <a:path w="12" h="3" extrusionOk="0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4" name="Google Shape;494;p32"/>
            <p:cNvSpPr/>
            <p:nvPr/>
          </p:nvSpPr>
          <p:spPr>
            <a:xfrm>
              <a:off x="5434013" y="156740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5" name="Google Shape;495;p32"/>
            <p:cNvSpPr/>
            <p:nvPr/>
          </p:nvSpPr>
          <p:spPr>
            <a:xfrm>
              <a:off x="9672638" y="1567405"/>
              <a:ext cx="25400" cy="2462"/>
            </a:xfrm>
            <a:custGeom>
              <a:avLst/>
              <a:gdLst/>
              <a:ahLst/>
              <a:cxnLst/>
              <a:rect l="l" t="t" r="r" b="b"/>
              <a:pathLst>
                <a:path w="27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6" name="Google Shape;496;p32"/>
            <p:cNvSpPr/>
            <p:nvPr/>
          </p:nvSpPr>
          <p:spPr>
            <a:xfrm>
              <a:off x="10966450" y="1529246"/>
              <a:ext cx="39687" cy="2462"/>
            </a:xfrm>
            <a:custGeom>
              <a:avLst/>
              <a:gdLst/>
              <a:ahLst/>
              <a:cxnLst/>
              <a:rect l="l" t="t" r="r" b="b"/>
              <a:pathLst>
                <a:path w="42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7" name="Google Shape;497;p32"/>
            <p:cNvSpPr/>
            <p:nvPr/>
          </p:nvSpPr>
          <p:spPr>
            <a:xfrm>
              <a:off x="11329988" y="1552634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6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8" name="Google Shape;498;p32"/>
            <p:cNvSpPr/>
            <p:nvPr/>
          </p:nvSpPr>
          <p:spPr>
            <a:xfrm>
              <a:off x="11042650" y="1540325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7" extrusionOk="0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9" name="Google Shape;499;p32"/>
            <p:cNvSpPr/>
            <p:nvPr/>
          </p:nvSpPr>
          <p:spPr>
            <a:xfrm>
              <a:off x="11106150" y="1542787"/>
              <a:ext cx="28575" cy="1231"/>
            </a:xfrm>
            <a:custGeom>
              <a:avLst/>
              <a:gdLst/>
              <a:ahLst/>
              <a:cxnLst/>
              <a:rect l="l" t="t" r="r" b="b"/>
              <a:pathLst>
                <a:path w="31" h="2" extrusionOk="0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0" name="Google Shape;500;p32"/>
            <p:cNvSpPr/>
            <p:nvPr/>
          </p:nvSpPr>
          <p:spPr>
            <a:xfrm>
              <a:off x="10679113" y="1525554"/>
              <a:ext cx="103187" cy="9847"/>
            </a:xfrm>
            <a:custGeom>
              <a:avLst/>
              <a:gdLst/>
              <a:ahLst/>
              <a:cxnLst/>
              <a:rect l="l" t="t" r="r" b="b"/>
              <a:pathLst>
                <a:path w="109" h="12" extrusionOk="0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1" name="Google Shape;501;p32"/>
            <p:cNvSpPr/>
            <p:nvPr/>
          </p:nvSpPr>
          <p:spPr>
            <a:xfrm>
              <a:off x="11039475" y="1550172"/>
              <a:ext cx="26987" cy="4924"/>
            </a:xfrm>
            <a:custGeom>
              <a:avLst/>
              <a:gdLst/>
              <a:ahLst/>
              <a:cxnLst/>
              <a:rect l="l" t="t" r="r" b="b"/>
              <a:pathLst>
                <a:path w="27" h="5" extrusionOk="0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2" name="Google Shape;502;p32"/>
            <p:cNvSpPr/>
            <p:nvPr/>
          </p:nvSpPr>
          <p:spPr>
            <a:xfrm>
              <a:off x="10841038" y="1548941"/>
              <a:ext cx="58737" cy="2462"/>
            </a:xfrm>
            <a:custGeom>
              <a:avLst/>
              <a:gdLst/>
              <a:ahLst/>
              <a:cxnLst/>
              <a:rect l="l" t="t" r="r" b="b"/>
              <a:pathLst>
                <a:path w="61" h="3" extrusionOk="0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3" name="Google Shape;503;p32"/>
            <p:cNvSpPr/>
            <p:nvPr/>
          </p:nvSpPr>
          <p:spPr>
            <a:xfrm>
              <a:off x="10899775" y="1550172"/>
              <a:ext cx="36512" cy="1231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4" name="Google Shape;504;p32"/>
            <p:cNvSpPr/>
            <p:nvPr/>
          </p:nvSpPr>
          <p:spPr>
            <a:xfrm>
              <a:off x="10958513" y="1555096"/>
              <a:ext cx="46037" cy="0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0"/>
                  </a:moveTo>
                  <a:lnTo>
                    <a:pt x="47" y="0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5" name="Google Shape;505;p32"/>
            <p:cNvSpPr/>
            <p:nvPr/>
          </p:nvSpPr>
          <p:spPr>
            <a:xfrm>
              <a:off x="10304463" y="1548941"/>
              <a:ext cx="61912" cy="3693"/>
            </a:xfrm>
            <a:custGeom>
              <a:avLst/>
              <a:gdLst/>
              <a:ahLst/>
              <a:cxnLst/>
              <a:rect l="l" t="t" r="r" b="b"/>
              <a:pathLst>
                <a:path w="65" h="4" extrusionOk="0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6" name="Google Shape;506;p32"/>
            <p:cNvSpPr/>
            <p:nvPr/>
          </p:nvSpPr>
          <p:spPr>
            <a:xfrm>
              <a:off x="10483850" y="1557558"/>
              <a:ext cx="23812" cy="6155"/>
            </a:xfrm>
            <a:custGeom>
              <a:avLst/>
              <a:gdLst/>
              <a:ahLst/>
              <a:cxnLst/>
              <a:rect l="l" t="t" r="r" b="b"/>
              <a:pathLst>
                <a:path w="25" h="7" extrusionOk="0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7" name="Google Shape;507;p32"/>
            <p:cNvSpPr/>
            <p:nvPr/>
          </p:nvSpPr>
          <p:spPr>
            <a:xfrm>
              <a:off x="10291763" y="1563712"/>
              <a:ext cx="117475" cy="2462"/>
            </a:xfrm>
            <a:custGeom>
              <a:avLst/>
              <a:gdLst/>
              <a:ahLst/>
              <a:cxnLst/>
              <a:rect l="l" t="t" r="r" b="b"/>
              <a:pathLst>
                <a:path w="123" h="4" extrusionOk="0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8" name="Google Shape;508;p32"/>
            <p:cNvSpPr/>
            <p:nvPr/>
          </p:nvSpPr>
          <p:spPr>
            <a:xfrm>
              <a:off x="9621838" y="1546479"/>
              <a:ext cx="11112" cy="8617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9" name="Google Shape;509;p32"/>
            <p:cNvSpPr/>
            <p:nvPr/>
          </p:nvSpPr>
          <p:spPr>
            <a:xfrm>
              <a:off x="8951913" y="1568636"/>
              <a:ext cx="96837" cy="8617"/>
            </a:xfrm>
            <a:custGeom>
              <a:avLst/>
              <a:gdLst/>
              <a:ahLst/>
              <a:cxnLst/>
              <a:rect l="l" t="t" r="r" b="b"/>
              <a:pathLst>
                <a:path w="101" h="10" extrusionOk="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0" name="Google Shape;510;p32"/>
            <p:cNvSpPr/>
            <p:nvPr/>
          </p:nvSpPr>
          <p:spPr>
            <a:xfrm>
              <a:off x="9005888" y="1566174"/>
              <a:ext cx="17462" cy="2462"/>
            </a:xfrm>
            <a:custGeom>
              <a:avLst/>
              <a:gdLst/>
              <a:ahLst/>
              <a:cxnLst/>
              <a:rect l="l" t="t" r="r" b="b"/>
              <a:pathLst>
                <a:path w="19" h="2" extrusionOk="0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1" name="Google Shape;511;p32"/>
            <p:cNvSpPr/>
            <p:nvPr/>
          </p:nvSpPr>
          <p:spPr>
            <a:xfrm>
              <a:off x="1587500" y="1516937"/>
              <a:ext cx="38100" cy="3693"/>
            </a:xfrm>
            <a:custGeom>
              <a:avLst/>
              <a:gdLst/>
              <a:ahLst/>
              <a:cxnLst/>
              <a:rect l="l" t="t" r="r" b="b"/>
              <a:pathLst>
                <a:path w="39" h="4" extrusionOk="0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2" name="Google Shape;512;p32"/>
            <p:cNvSpPr/>
            <p:nvPr/>
          </p:nvSpPr>
          <p:spPr>
            <a:xfrm>
              <a:off x="1522413" y="1519399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6" extrusionOk="0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3" name="Google Shape;513;p32"/>
            <p:cNvSpPr/>
            <p:nvPr/>
          </p:nvSpPr>
          <p:spPr>
            <a:xfrm>
              <a:off x="6650038" y="1573559"/>
              <a:ext cx="33337" cy="3693"/>
            </a:xfrm>
            <a:custGeom>
              <a:avLst/>
              <a:gdLst/>
              <a:ahLst/>
              <a:cxnLst/>
              <a:rect l="l" t="t" r="r" b="b"/>
              <a:pathLst>
                <a:path w="34" h="4" extrusionOk="0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4" name="Google Shape;514;p32"/>
            <p:cNvSpPr/>
            <p:nvPr/>
          </p:nvSpPr>
          <p:spPr>
            <a:xfrm>
              <a:off x="6162675" y="1566174"/>
              <a:ext cx="15875" cy="4924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5" name="Google Shape;515;p32"/>
            <p:cNvSpPr/>
            <p:nvPr/>
          </p:nvSpPr>
          <p:spPr>
            <a:xfrm>
              <a:off x="5738813" y="1571097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8" extrusionOk="0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516" name="Google Shape;516;p32"/>
          <p:cNvSpPr txBox="1"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7" name="Google Shape;517;p32"/>
          <p:cNvSpPr txBox="1">
            <a:spLocks noGrp="1"/>
          </p:cNvSpPr>
          <p:nvPr>
            <p:ph type="body" idx="2"/>
          </p:nvPr>
        </p:nvSpPr>
        <p:spPr>
          <a:xfrm>
            <a:off x="1522413" y="2819399"/>
            <a:ext cx="4416552" cy="3352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518" name="Google Shape;518;p32"/>
          <p:cNvSpPr txBox="1">
            <a:spLocks noGrp="1"/>
          </p:cNvSpPr>
          <p:nvPr>
            <p:ph type="body" idx="3"/>
          </p:nvPr>
        </p:nvSpPr>
        <p:spPr>
          <a:xfrm>
            <a:off x="6249860" y="1905000"/>
            <a:ext cx="4416552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9" name="Google Shape;519;p32"/>
          <p:cNvSpPr txBox="1">
            <a:spLocks noGrp="1"/>
          </p:cNvSpPr>
          <p:nvPr>
            <p:ph type="body" idx="4"/>
          </p:nvPr>
        </p:nvSpPr>
        <p:spPr>
          <a:xfrm>
            <a:off x="6249860" y="2819399"/>
            <a:ext cx="4416552" cy="3352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520" name="Google Shape;520;p32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32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522;p32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3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25" name="Google Shape;525;p33" descr="Line graphic"/>
          <p:cNvGrpSpPr/>
          <p:nvPr/>
        </p:nvGrpSpPr>
        <p:grpSpPr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526" name="Google Shape;526;p33"/>
            <p:cNvSpPr/>
            <p:nvPr/>
          </p:nvSpPr>
          <p:spPr>
            <a:xfrm>
              <a:off x="12028488" y="1525554"/>
              <a:ext cx="63500" cy="4924"/>
            </a:xfrm>
            <a:custGeom>
              <a:avLst/>
              <a:gdLst/>
              <a:ahLst/>
              <a:cxnLst/>
              <a:rect l="l" t="t" r="r" b="b"/>
              <a:pathLst>
                <a:path w="67" h="6" extrusionOk="0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7" name="Google Shape;527;p33"/>
            <p:cNvSpPr/>
            <p:nvPr/>
          </p:nvSpPr>
          <p:spPr>
            <a:xfrm>
              <a:off x="12022138" y="1532939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2" extrusionOk="0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8" name="Google Shape;528;p33"/>
            <p:cNvSpPr/>
            <p:nvPr/>
          </p:nvSpPr>
          <p:spPr>
            <a:xfrm>
              <a:off x="12041188" y="1531708"/>
              <a:ext cx="39687" cy="6155"/>
            </a:xfrm>
            <a:custGeom>
              <a:avLst/>
              <a:gdLst/>
              <a:ahLst/>
              <a:cxnLst/>
              <a:rect l="l" t="t" r="r" b="b"/>
              <a:pathLst>
                <a:path w="41" h="6" extrusionOk="0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9" name="Google Shape;529;p33"/>
            <p:cNvSpPr/>
            <p:nvPr/>
          </p:nvSpPr>
          <p:spPr>
            <a:xfrm>
              <a:off x="11831638" y="1526784"/>
              <a:ext cx="42862" cy="4924"/>
            </a:xfrm>
            <a:custGeom>
              <a:avLst/>
              <a:gdLst/>
              <a:ahLst/>
              <a:cxnLst/>
              <a:rect l="l" t="t" r="r" b="b"/>
              <a:pathLst>
                <a:path w="45" h="6" extrusionOk="0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0" name="Google Shape;530;p33"/>
            <p:cNvSpPr/>
            <p:nvPr/>
          </p:nvSpPr>
          <p:spPr>
            <a:xfrm>
              <a:off x="11809413" y="1531708"/>
              <a:ext cx="41275" cy="2462"/>
            </a:xfrm>
            <a:custGeom>
              <a:avLst/>
              <a:gdLst/>
              <a:ahLst/>
              <a:cxnLst/>
              <a:rect l="l" t="t" r="r" b="b"/>
              <a:pathLst>
                <a:path w="44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1" name="Google Shape;531;p33"/>
            <p:cNvSpPr/>
            <p:nvPr/>
          </p:nvSpPr>
          <p:spPr>
            <a:xfrm>
              <a:off x="12003088" y="1537863"/>
              <a:ext cx="77787" cy="3693"/>
            </a:xfrm>
            <a:custGeom>
              <a:avLst/>
              <a:gdLst/>
              <a:ahLst/>
              <a:cxnLst/>
              <a:rect l="l" t="t" r="r" b="b"/>
              <a:pathLst>
                <a:path w="82" h="5" extrusionOk="0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2" name="Google Shape;532;p33"/>
            <p:cNvSpPr/>
            <p:nvPr/>
          </p:nvSpPr>
          <p:spPr>
            <a:xfrm>
              <a:off x="11664950" y="1523092"/>
              <a:ext cx="39687" cy="4924"/>
            </a:xfrm>
            <a:custGeom>
              <a:avLst/>
              <a:gdLst/>
              <a:ahLst/>
              <a:cxnLst/>
              <a:rect l="l" t="t" r="r" b="b"/>
              <a:pathLst>
                <a:path w="42" h="5" extrusionOk="0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3" name="Google Shape;533;p33"/>
            <p:cNvSpPr/>
            <p:nvPr/>
          </p:nvSpPr>
          <p:spPr>
            <a:xfrm>
              <a:off x="11506200" y="1521861"/>
              <a:ext cx="92075" cy="4924"/>
            </a:xfrm>
            <a:custGeom>
              <a:avLst/>
              <a:gdLst/>
              <a:ahLst/>
              <a:cxnLst/>
              <a:rect l="l" t="t" r="r" b="b"/>
              <a:pathLst>
                <a:path w="98" h="6" extrusionOk="0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4" name="Google Shape;534;p33"/>
            <p:cNvSpPr/>
            <p:nvPr/>
          </p:nvSpPr>
          <p:spPr>
            <a:xfrm>
              <a:off x="11471275" y="1525554"/>
              <a:ext cx="34925" cy="3693"/>
            </a:xfrm>
            <a:custGeom>
              <a:avLst/>
              <a:gdLst/>
              <a:ahLst/>
              <a:cxnLst/>
              <a:rect l="l" t="t" r="r" b="b"/>
              <a:pathLst>
                <a:path w="36" h="3" extrusionOk="0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5" name="Google Shape;535;p33"/>
            <p:cNvSpPr/>
            <p:nvPr/>
          </p:nvSpPr>
          <p:spPr>
            <a:xfrm>
              <a:off x="11710988" y="1529246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5" extrusionOk="0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6" name="Google Shape;536;p33"/>
            <p:cNvSpPr/>
            <p:nvPr/>
          </p:nvSpPr>
          <p:spPr>
            <a:xfrm>
              <a:off x="11691938" y="1532939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7" name="Google Shape;537;p33"/>
            <p:cNvSpPr/>
            <p:nvPr/>
          </p:nvSpPr>
          <p:spPr>
            <a:xfrm>
              <a:off x="11741150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8" name="Google Shape;538;p33"/>
            <p:cNvSpPr/>
            <p:nvPr/>
          </p:nvSpPr>
          <p:spPr>
            <a:xfrm>
              <a:off x="11841163" y="1537863"/>
              <a:ext cx="71437" cy="8617"/>
            </a:xfrm>
            <a:custGeom>
              <a:avLst/>
              <a:gdLst/>
              <a:ahLst/>
              <a:cxnLst/>
              <a:rect l="l" t="t" r="r" b="b"/>
              <a:pathLst>
                <a:path w="75" h="9" extrusionOk="0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9" name="Google Shape;539;p33"/>
            <p:cNvSpPr/>
            <p:nvPr/>
          </p:nvSpPr>
          <p:spPr>
            <a:xfrm>
              <a:off x="11764963" y="1535401"/>
              <a:ext cx="44450" cy="3693"/>
            </a:xfrm>
            <a:custGeom>
              <a:avLst/>
              <a:gdLst/>
              <a:ahLst/>
              <a:cxnLst/>
              <a:rect l="l" t="t" r="r" b="b"/>
              <a:pathLst>
                <a:path w="47" h="4" extrusionOk="0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0" name="Google Shape;540;p33"/>
            <p:cNvSpPr/>
            <p:nvPr/>
          </p:nvSpPr>
          <p:spPr>
            <a:xfrm>
              <a:off x="11744325" y="1537863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2" h="2" extrusionOk="0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1" name="Google Shape;541;p33"/>
            <p:cNvSpPr/>
            <p:nvPr/>
          </p:nvSpPr>
          <p:spPr>
            <a:xfrm>
              <a:off x="11482388" y="1531708"/>
              <a:ext cx="85725" cy="3693"/>
            </a:xfrm>
            <a:custGeom>
              <a:avLst/>
              <a:gdLst/>
              <a:ahLst/>
              <a:cxnLst/>
              <a:rect l="l" t="t" r="r" b="b"/>
              <a:pathLst>
                <a:path w="90" h="4" extrusionOk="0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2" name="Google Shape;542;p33"/>
            <p:cNvSpPr/>
            <p:nvPr/>
          </p:nvSpPr>
          <p:spPr>
            <a:xfrm>
              <a:off x="11626850" y="1532939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3" name="Google Shape;543;p33"/>
            <p:cNvSpPr/>
            <p:nvPr/>
          </p:nvSpPr>
          <p:spPr>
            <a:xfrm>
              <a:off x="11261725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ubicBezTo>
                    <a:pt x="4" y="0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4" name="Google Shape;544;p33"/>
            <p:cNvSpPr/>
            <p:nvPr/>
          </p:nvSpPr>
          <p:spPr>
            <a:xfrm>
              <a:off x="11553825" y="1534170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7" h="2" extrusionOk="0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5" name="Google Shape;545;p33"/>
            <p:cNvSpPr/>
            <p:nvPr/>
          </p:nvSpPr>
          <p:spPr>
            <a:xfrm>
              <a:off x="11409363" y="1529246"/>
              <a:ext cx="31750" cy="2462"/>
            </a:xfrm>
            <a:custGeom>
              <a:avLst/>
              <a:gdLst/>
              <a:ahLst/>
              <a:cxnLst/>
              <a:rect l="l" t="t" r="r" b="b"/>
              <a:pathLst>
                <a:path w="33" h="3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6" name="Google Shape;546;p33"/>
            <p:cNvSpPr/>
            <p:nvPr/>
          </p:nvSpPr>
          <p:spPr>
            <a:xfrm>
              <a:off x="11618913" y="15317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cubicBezTo>
                    <a:pt x="0" y="0"/>
                    <a:pt x="0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7" name="Google Shape;547;p33"/>
            <p:cNvSpPr/>
            <p:nvPr/>
          </p:nvSpPr>
          <p:spPr>
            <a:xfrm>
              <a:off x="11598275" y="1531708"/>
              <a:ext cx="28575" cy="2462"/>
            </a:xfrm>
            <a:custGeom>
              <a:avLst/>
              <a:gdLst/>
              <a:ahLst/>
              <a:cxnLst/>
              <a:rect l="l" t="t" r="r" b="b"/>
              <a:pathLst>
                <a:path w="31" h="3" extrusionOk="0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8" name="Google Shape;548;p33"/>
            <p:cNvSpPr/>
            <p:nvPr/>
          </p:nvSpPr>
          <p:spPr>
            <a:xfrm>
              <a:off x="11137900" y="1534170"/>
              <a:ext cx="188912" cy="23388"/>
            </a:xfrm>
            <a:custGeom>
              <a:avLst/>
              <a:gdLst/>
              <a:ahLst/>
              <a:cxnLst/>
              <a:rect l="l" t="t" r="r" b="b"/>
              <a:pathLst>
                <a:path w="198" h="27" extrusionOk="0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9" name="Google Shape;549;p33"/>
            <p:cNvSpPr/>
            <p:nvPr/>
          </p:nvSpPr>
          <p:spPr>
            <a:xfrm>
              <a:off x="11266488" y="1529246"/>
              <a:ext cx="95250" cy="4924"/>
            </a:xfrm>
            <a:custGeom>
              <a:avLst/>
              <a:gdLst/>
              <a:ahLst/>
              <a:cxnLst/>
              <a:rect l="l" t="t" r="r" b="b"/>
              <a:pathLst>
                <a:path w="100" h="6" extrusionOk="0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0" name="Google Shape;550;p33"/>
            <p:cNvSpPr/>
            <p:nvPr/>
          </p:nvSpPr>
          <p:spPr>
            <a:xfrm>
              <a:off x="11361738" y="1531708"/>
              <a:ext cx="134937" cy="12309"/>
            </a:xfrm>
            <a:custGeom>
              <a:avLst/>
              <a:gdLst/>
              <a:ahLst/>
              <a:cxnLst/>
              <a:rect l="l" t="t" r="r" b="b"/>
              <a:pathLst>
                <a:path w="142" h="14" extrusionOk="0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1" name="Google Shape;551;p33"/>
            <p:cNvSpPr/>
            <p:nvPr/>
          </p:nvSpPr>
          <p:spPr>
            <a:xfrm>
              <a:off x="11834813" y="1552634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2" name="Google Shape;552;p33"/>
            <p:cNvSpPr/>
            <p:nvPr/>
          </p:nvSpPr>
          <p:spPr>
            <a:xfrm>
              <a:off x="11764963" y="1542787"/>
              <a:ext cx="117475" cy="9847"/>
            </a:xfrm>
            <a:custGeom>
              <a:avLst/>
              <a:gdLst/>
              <a:ahLst/>
              <a:cxnLst/>
              <a:rect l="l" t="t" r="r" b="b"/>
              <a:pathLst>
                <a:path w="122" h="12" extrusionOk="0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3" name="Google Shape;553;p33"/>
            <p:cNvSpPr/>
            <p:nvPr/>
          </p:nvSpPr>
          <p:spPr>
            <a:xfrm>
              <a:off x="11555413" y="1544017"/>
              <a:ext cx="69850" cy="4924"/>
            </a:xfrm>
            <a:custGeom>
              <a:avLst/>
              <a:gdLst/>
              <a:ahLst/>
              <a:cxnLst/>
              <a:rect l="l" t="t" r="r" b="b"/>
              <a:pathLst>
                <a:path w="74" h="6" extrusionOk="0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4" name="Google Shape;554;p33"/>
            <p:cNvSpPr/>
            <p:nvPr/>
          </p:nvSpPr>
          <p:spPr>
            <a:xfrm>
              <a:off x="11223625" y="1528016"/>
              <a:ext cx="38100" cy="6155"/>
            </a:xfrm>
            <a:custGeom>
              <a:avLst/>
              <a:gdLst/>
              <a:ahLst/>
              <a:cxnLst/>
              <a:rect l="l" t="t" r="r" b="b"/>
              <a:pathLst>
                <a:path w="40" h="7" extrusionOk="0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5" name="Google Shape;555;p33"/>
            <p:cNvSpPr/>
            <p:nvPr/>
          </p:nvSpPr>
          <p:spPr>
            <a:xfrm>
              <a:off x="11145838" y="1529246"/>
              <a:ext cx="22225" cy="2462"/>
            </a:xfrm>
            <a:custGeom>
              <a:avLst/>
              <a:gdLst/>
              <a:ahLst/>
              <a:cxnLst/>
              <a:rect l="l" t="t" r="r" b="b"/>
              <a:pathLst>
                <a:path w="24" h="4" extrusionOk="0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6" name="Google Shape;556;p33"/>
            <p:cNvSpPr/>
            <p:nvPr/>
          </p:nvSpPr>
          <p:spPr>
            <a:xfrm>
              <a:off x="6197600" y="1566174"/>
              <a:ext cx="20637" cy="1231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7" name="Google Shape;557;p33"/>
            <p:cNvSpPr/>
            <p:nvPr/>
          </p:nvSpPr>
          <p:spPr>
            <a:xfrm>
              <a:off x="6356350" y="1564943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0" h="2" extrusionOk="0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8" name="Google Shape;558;p33"/>
            <p:cNvSpPr/>
            <p:nvPr/>
          </p:nvSpPr>
          <p:spPr>
            <a:xfrm>
              <a:off x="8950325" y="1521861"/>
              <a:ext cx="61912" cy="7386"/>
            </a:xfrm>
            <a:custGeom>
              <a:avLst/>
              <a:gdLst/>
              <a:ahLst/>
              <a:cxnLst/>
              <a:rect l="l" t="t" r="r" b="b"/>
              <a:pathLst>
                <a:path w="65" h="9" extrusionOk="0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59" name="Google Shape;559;p33"/>
            <p:cNvSpPr/>
            <p:nvPr/>
          </p:nvSpPr>
          <p:spPr>
            <a:xfrm>
              <a:off x="7537450" y="1546479"/>
              <a:ext cx="28575" cy="3693"/>
            </a:xfrm>
            <a:custGeom>
              <a:avLst/>
              <a:gdLst/>
              <a:ahLst/>
              <a:cxnLst/>
              <a:rect l="l" t="t" r="r" b="b"/>
              <a:pathLst>
                <a:path w="29" h="4" extrusionOk="0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0" name="Google Shape;560;p33"/>
            <p:cNvSpPr/>
            <p:nvPr/>
          </p:nvSpPr>
          <p:spPr>
            <a:xfrm>
              <a:off x="7478713" y="1562481"/>
              <a:ext cx="38100" cy="2462"/>
            </a:xfrm>
            <a:custGeom>
              <a:avLst/>
              <a:gdLst/>
              <a:ahLst/>
              <a:cxnLst/>
              <a:rect l="l" t="t" r="r" b="b"/>
              <a:pathLst>
                <a:path w="40" h="3" extrusionOk="0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1" name="Google Shape;561;p33"/>
            <p:cNvSpPr/>
            <p:nvPr/>
          </p:nvSpPr>
          <p:spPr>
            <a:xfrm>
              <a:off x="5410200" y="1568636"/>
              <a:ext cx="36512" cy="3693"/>
            </a:xfrm>
            <a:custGeom>
              <a:avLst/>
              <a:gdLst/>
              <a:ahLst/>
              <a:cxnLst/>
              <a:rect l="l" t="t" r="r" b="b"/>
              <a:pathLst>
                <a:path w="38" h="5" extrusionOk="0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2" name="Google Shape;562;p33"/>
            <p:cNvSpPr/>
            <p:nvPr/>
          </p:nvSpPr>
          <p:spPr>
            <a:xfrm>
              <a:off x="10206038" y="1530477"/>
              <a:ext cx="61912" cy="4924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3" name="Google Shape;563;p33"/>
            <p:cNvSpPr/>
            <p:nvPr/>
          </p:nvSpPr>
          <p:spPr>
            <a:xfrm>
              <a:off x="6257925" y="1525554"/>
              <a:ext cx="19050" cy="2462"/>
            </a:xfrm>
            <a:custGeom>
              <a:avLst/>
              <a:gdLst/>
              <a:ahLst/>
              <a:cxnLst/>
              <a:rect l="l" t="t" r="r" b="b"/>
              <a:pathLst>
                <a:path w="21" h="2" extrusionOk="0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4" name="Google Shape;564;p33"/>
            <p:cNvSpPr/>
            <p:nvPr/>
          </p:nvSpPr>
          <p:spPr>
            <a:xfrm>
              <a:off x="10134600" y="1528016"/>
              <a:ext cx="71437" cy="3693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5" name="Google Shape;565;p33"/>
            <p:cNvSpPr/>
            <p:nvPr/>
          </p:nvSpPr>
          <p:spPr>
            <a:xfrm>
              <a:off x="2582863" y="1560020"/>
              <a:ext cx="7937" cy="1231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6" name="Google Shape;566;p33"/>
            <p:cNvSpPr/>
            <p:nvPr/>
          </p:nvSpPr>
          <p:spPr>
            <a:xfrm>
              <a:off x="1762125" y="1521861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7" name="Google Shape;567;p33"/>
            <p:cNvSpPr/>
            <p:nvPr/>
          </p:nvSpPr>
          <p:spPr>
            <a:xfrm>
              <a:off x="10812463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8" name="Google Shape;568;p33"/>
            <p:cNvSpPr/>
            <p:nvPr/>
          </p:nvSpPr>
          <p:spPr>
            <a:xfrm>
              <a:off x="10896600" y="1545248"/>
              <a:ext cx="7937" cy="2462"/>
            </a:xfrm>
            <a:custGeom>
              <a:avLst/>
              <a:gdLst/>
              <a:ahLst/>
              <a:cxnLst/>
              <a:rect l="l" t="t" r="r" b="b"/>
              <a:pathLst>
                <a:path w="8" h="3" extrusionOk="0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9" name="Google Shape;569;p33"/>
            <p:cNvSpPr/>
            <p:nvPr/>
          </p:nvSpPr>
          <p:spPr>
            <a:xfrm>
              <a:off x="9947275" y="155386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0" name="Google Shape;570;p33"/>
            <p:cNvSpPr/>
            <p:nvPr/>
          </p:nvSpPr>
          <p:spPr>
            <a:xfrm>
              <a:off x="10817225" y="1531708"/>
              <a:ext cx="23812" cy="0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25" y="0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1" name="Google Shape;571;p33"/>
            <p:cNvSpPr/>
            <p:nvPr/>
          </p:nvSpPr>
          <p:spPr>
            <a:xfrm>
              <a:off x="10836275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2" name="Google Shape;572;p33"/>
            <p:cNvSpPr/>
            <p:nvPr/>
          </p:nvSpPr>
          <p:spPr>
            <a:xfrm>
              <a:off x="10787063" y="1530477"/>
              <a:ext cx="30162" cy="1231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3" name="Google Shape;573;p33"/>
            <p:cNvSpPr/>
            <p:nvPr/>
          </p:nvSpPr>
          <p:spPr>
            <a:xfrm>
              <a:off x="4092575" y="1552634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3" h="2" extrusionOk="0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4" name="Google Shape;574;p33"/>
            <p:cNvSpPr/>
            <p:nvPr/>
          </p:nvSpPr>
          <p:spPr>
            <a:xfrm>
              <a:off x="8528050" y="1567405"/>
              <a:ext cx="3175" cy="1231"/>
            </a:xfrm>
            <a:custGeom>
              <a:avLst/>
              <a:gdLst/>
              <a:ahLst/>
              <a:cxnLst/>
              <a:rect l="l" t="t" r="r" b="b"/>
              <a:pathLst>
                <a:path w="3" h="1" extrusionOk="0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5" name="Google Shape;575;p33"/>
            <p:cNvSpPr/>
            <p:nvPr/>
          </p:nvSpPr>
          <p:spPr>
            <a:xfrm>
              <a:off x="8461375" y="1556326"/>
              <a:ext cx="66675" cy="14771"/>
            </a:xfrm>
            <a:custGeom>
              <a:avLst/>
              <a:gdLst/>
              <a:ahLst/>
              <a:cxnLst/>
              <a:rect l="l" t="t" r="r" b="b"/>
              <a:pathLst>
                <a:path w="69" h="17" extrusionOk="0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6" name="Google Shape;576;p33"/>
            <p:cNvSpPr/>
            <p:nvPr/>
          </p:nvSpPr>
          <p:spPr>
            <a:xfrm>
              <a:off x="1562100" y="1514475"/>
              <a:ext cx="9563100" cy="64008"/>
            </a:xfrm>
            <a:custGeom>
              <a:avLst/>
              <a:gdLst/>
              <a:ahLst/>
              <a:cxnLst/>
              <a:rect l="l" t="t" r="r" b="b"/>
              <a:pathLst>
                <a:path w="10030" h="75" extrusionOk="0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7" name="Google Shape;577;p33"/>
            <p:cNvSpPr/>
            <p:nvPr/>
          </p:nvSpPr>
          <p:spPr>
            <a:xfrm>
              <a:off x="7508875" y="1560020"/>
              <a:ext cx="11112" cy="3693"/>
            </a:xfrm>
            <a:custGeom>
              <a:avLst/>
              <a:gdLst/>
              <a:ahLst/>
              <a:cxnLst/>
              <a:rect l="l" t="t" r="r" b="b"/>
              <a:pathLst>
                <a:path w="12" h="3" extrusionOk="0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8" name="Google Shape;578;p33"/>
            <p:cNvSpPr/>
            <p:nvPr/>
          </p:nvSpPr>
          <p:spPr>
            <a:xfrm>
              <a:off x="5434013" y="156740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9" name="Google Shape;579;p33"/>
            <p:cNvSpPr/>
            <p:nvPr/>
          </p:nvSpPr>
          <p:spPr>
            <a:xfrm>
              <a:off x="9672638" y="1567405"/>
              <a:ext cx="25400" cy="2462"/>
            </a:xfrm>
            <a:custGeom>
              <a:avLst/>
              <a:gdLst/>
              <a:ahLst/>
              <a:cxnLst/>
              <a:rect l="l" t="t" r="r" b="b"/>
              <a:pathLst>
                <a:path w="27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0" name="Google Shape;580;p33"/>
            <p:cNvSpPr/>
            <p:nvPr/>
          </p:nvSpPr>
          <p:spPr>
            <a:xfrm>
              <a:off x="10966450" y="1529246"/>
              <a:ext cx="39687" cy="2462"/>
            </a:xfrm>
            <a:custGeom>
              <a:avLst/>
              <a:gdLst/>
              <a:ahLst/>
              <a:cxnLst/>
              <a:rect l="l" t="t" r="r" b="b"/>
              <a:pathLst>
                <a:path w="42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1" name="Google Shape;581;p33"/>
            <p:cNvSpPr/>
            <p:nvPr/>
          </p:nvSpPr>
          <p:spPr>
            <a:xfrm>
              <a:off x="11329988" y="1552634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6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2" name="Google Shape;582;p33"/>
            <p:cNvSpPr/>
            <p:nvPr/>
          </p:nvSpPr>
          <p:spPr>
            <a:xfrm>
              <a:off x="11042650" y="1540325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7" extrusionOk="0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3" name="Google Shape;583;p33"/>
            <p:cNvSpPr/>
            <p:nvPr/>
          </p:nvSpPr>
          <p:spPr>
            <a:xfrm>
              <a:off x="11106150" y="1542787"/>
              <a:ext cx="28575" cy="1231"/>
            </a:xfrm>
            <a:custGeom>
              <a:avLst/>
              <a:gdLst/>
              <a:ahLst/>
              <a:cxnLst/>
              <a:rect l="l" t="t" r="r" b="b"/>
              <a:pathLst>
                <a:path w="31" h="2" extrusionOk="0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4" name="Google Shape;584;p33"/>
            <p:cNvSpPr/>
            <p:nvPr/>
          </p:nvSpPr>
          <p:spPr>
            <a:xfrm>
              <a:off x="10679113" y="1525554"/>
              <a:ext cx="103187" cy="9847"/>
            </a:xfrm>
            <a:custGeom>
              <a:avLst/>
              <a:gdLst/>
              <a:ahLst/>
              <a:cxnLst/>
              <a:rect l="l" t="t" r="r" b="b"/>
              <a:pathLst>
                <a:path w="109" h="12" extrusionOk="0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5" name="Google Shape;585;p33"/>
            <p:cNvSpPr/>
            <p:nvPr/>
          </p:nvSpPr>
          <p:spPr>
            <a:xfrm>
              <a:off x="11039475" y="1550172"/>
              <a:ext cx="26987" cy="4924"/>
            </a:xfrm>
            <a:custGeom>
              <a:avLst/>
              <a:gdLst/>
              <a:ahLst/>
              <a:cxnLst/>
              <a:rect l="l" t="t" r="r" b="b"/>
              <a:pathLst>
                <a:path w="27" h="5" extrusionOk="0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6" name="Google Shape;586;p33"/>
            <p:cNvSpPr/>
            <p:nvPr/>
          </p:nvSpPr>
          <p:spPr>
            <a:xfrm>
              <a:off x="10841038" y="1548941"/>
              <a:ext cx="58737" cy="2462"/>
            </a:xfrm>
            <a:custGeom>
              <a:avLst/>
              <a:gdLst/>
              <a:ahLst/>
              <a:cxnLst/>
              <a:rect l="l" t="t" r="r" b="b"/>
              <a:pathLst>
                <a:path w="61" h="3" extrusionOk="0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7" name="Google Shape;587;p33"/>
            <p:cNvSpPr/>
            <p:nvPr/>
          </p:nvSpPr>
          <p:spPr>
            <a:xfrm>
              <a:off x="10899775" y="1550172"/>
              <a:ext cx="36512" cy="1231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8" name="Google Shape;588;p33"/>
            <p:cNvSpPr/>
            <p:nvPr/>
          </p:nvSpPr>
          <p:spPr>
            <a:xfrm>
              <a:off x="10958513" y="1555096"/>
              <a:ext cx="46037" cy="0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0"/>
                  </a:moveTo>
                  <a:lnTo>
                    <a:pt x="47" y="0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9" name="Google Shape;589;p33"/>
            <p:cNvSpPr/>
            <p:nvPr/>
          </p:nvSpPr>
          <p:spPr>
            <a:xfrm>
              <a:off x="10304463" y="1548941"/>
              <a:ext cx="61912" cy="3693"/>
            </a:xfrm>
            <a:custGeom>
              <a:avLst/>
              <a:gdLst/>
              <a:ahLst/>
              <a:cxnLst/>
              <a:rect l="l" t="t" r="r" b="b"/>
              <a:pathLst>
                <a:path w="65" h="4" extrusionOk="0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0" name="Google Shape;590;p33"/>
            <p:cNvSpPr/>
            <p:nvPr/>
          </p:nvSpPr>
          <p:spPr>
            <a:xfrm>
              <a:off x="10483850" y="1557558"/>
              <a:ext cx="23812" cy="6155"/>
            </a:xfrm>
            <a:custGeom>
              <a:avLst/>
              <a:gdLst/>
              <a:ahLst/>
              <a:cxnLst/>
              <a:rect l="l" t="t" r="r" b="b"/>
              <a:pathLst>
                <a:path w="25" h="7" extrusionOk="0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1" name="Google Shape;591;p33"/>
            <p:cNvSpPr/>
            <p:nvPr/>
          </p:nvSpPr>
          <p:spPr>
            <a:xfrm>
              <a:off x="10291763" y="1563712"/>
              <a:ext cx="117475" cy="2462"/>
            </a:xfrm>
            <a:custGeom>
              <a:avLst/>
              <a:gdLst/>
              <a:ahLst/>
              <a:cxnLst/>
              <a:rect l="l" t="t" r="r" b="b"/>
              <a:pathLst>
                <a:path w="123" h="4" extrusionOk="0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2" name="Google Shape;592;p33"/>
            <p:cNvSpPr/>
            <p:nvPr/>
          </p:nvSpPr>
          <p:spPr>
            <a:xfrm>
              <a:off x="9621838" y="1546479"/>
              <a:ext cx="11112" cy="8617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3" name="Google Shape;593;p33"/>
            <p:cNvSpPr/>
            <p:nvPr/>
          </p:nvSpPr>
          <p:spPr>
            <a:xfrm>
              <a:off x="8951913" y="1568636"/>
              <a:ext cx="96837" cy="8617"/>
            </a:xfrm>
            <a:custGeom>
              <a:avLst/>
              <a:gdLst/>
              <a:ahLst/>
              <a:cxnLst/>
              <a:rect l="l" t="t" r="r" b="b"/>
              <a:pathLst>
                <a:path w="101" h="10" extrusionOk="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4" name="Google Shape;594;p33"/>
            <p:cNvSpPr/>
            <p:nvPr/>
          </p:nvSpPr>
          <p:spPr>
            <a:xfrm>
              <a:off x="9005888" y="1566174"/>
              <a:ext cx="17462" cy="2462"/>
            </a:xfrm>
            <a:custGeom>
              <a:avLst/>
              <a:gdLst/>
              <a:ahLst/>
              <a:cxnLst/>
              <a:rect l="l" t="t" r="r" b="b"/>
              <a:pathLst>
                <a:path w="19" h="2" extrusionOk="0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5" name="Google Shape;595;p33"/>
            <p:cNvSpPr/>
            <p:nvPr/>
          </p:nvSpPr>
          <p:spPr>
            <a:xfrm>
              <a:off x="1587500" y="1516937"/>
              <a:ext cx="38100" cy="3693"/>
            </a:xfrm>
            <a:custGeom>
              <a:avLst/>
              <a:gdLst/>
              <a:ahLst/>
              <a:cxnLst/>
              <a:rect l="l" t="t" r="r" b="b"/>
              <a:pathLst>
                <a:path w="39" h="4" extrusionOk="0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6" name="Google Shape;596;p33"/>
            <p:cNvSpPr/>
            <p:nvPr/>
          </p:nvSpPr>
          <p:spPr>
            <a:xfrm>
              <a:off x="1522413" y="1519399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6" extrusionOk="0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7" name="Google Shape;597;p33"/>
            <p:cNvSpPr/>
            <p:nvPr/>
          </p:nvSpPr>
          <p:spPr>
            <a:xfrm>
              <a:off x="6650038" y="1573559"/>
              <a:ext cx="33337" cy="3693"/>
            </a:xfrm>
            <a:custGeom>
              <a:avLst/>
              <a:gdLst/>
              <a:ahLst/>
              <a:cxnLst/>
              <a:rect l="l" t="t" r="r" b="b"/>
              <a:pathLst>
                <a:path w="34" h="4" extrusionOk="0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8" name="Google Shape;598;p33"/>
            <p:cNvSpPr/>
            <p:nvPr/>
          </p:nvSpPr>
          <p:spPr>
            <a:xfrm>
              <a:off x="6162675" y="1566174"/>
              <a:ext cx="15875" cy="4924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9" name="Google Shape;599;p33"/>
            <p:cNvSpPr/>
            <p:nvPr/>
          </p:nvSpPr>
          <p:spPr>
            <a:xfrm>
              <a:off x="5738813" y="1571097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8" extrusionOk="0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600" name="Google Shape;600;p33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33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2" name="Google Shape;602;p33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4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34"/>
          <p:cNvSpPr txBox="1">
            <a:spLocks noGrp="1"/>
          </p:cNvSpPr>
          <p:nvPr>
            <p:ph type="body" idx="1"/>
          </p:nvPr>
        </p:nvSpPr>
        <p:spPr>
          <a:xfrm>
            <a:off x="1522413" y="3429000"/>
            <a:ext cx="27432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06" name="Google Shape;606;p34"/>
          <p:cNvSpPr txBox="1">
            <a:spLocks noGrp="1"/>
          </p:cNvSpPr>
          <p:nvPr>
            <p:ph type="body" idx="2"/>
          </p:nvPr>
        </p:nvSpPr>
        <p:spPr>
          <a:xfrm>
            <a:off x="4710022" y="1905000"/>
            <a:ext cx="566928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 sz="1600"/>
            </a:lvl9pPr>
          </a:lstStyle>
          <a:p>
            <a:endParaRPr/>
          </a:p>
        </p:txBody>
      </p:sp>
      <p:grpSp>
        <p:nvGrpSpPr>
          <p:cNvPr id="607" name="Google Shape;607;p34" descr="Box graphic"/>
          <p:cNvGrpSpPr/>
          <p:nvPr/>
        </p:nvGrpSpPr>
        <p:grpSpPr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08" name="Google Shape;608;p34"/>
            <p:cNvGrpSpPr/>
            <p:nvPr/>
          </p:nvGrpSpPr>
          <p:grpSpPr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609" name="Google Shape;609;p34"/>
              <p:cNvGrpSpPr/>
              <p:nvPr/>
            </p:nvGrpSpPr>
            <p:grpSpPr>
              <a:xfrm flipH="1">
                <a:off x="3310555" y="737968"/>
                <a:ext cx="5294376" cy="54864"/>
                <a:chOff x="1522413" y="1514475"/>
                <a:chExt cx="10569575" cy="64008"/>
              </a:xfrm>
            </p:grpSpPr>
            <p:sp>
              <p:nvSpPr>
                <p:cNvPr id="610" name="Google Shape;610;p34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6" extrusionOk="0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1" name="Google Shape;611;p34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2" name="Google Shape;612;p34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6" extrusionOk="0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3" name="Google Shape;613;p34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6" extrusionOk="0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4" name="Google Shape;614;p34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5" name="Google Shape;615;p34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" extrusionOk="0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6" name="Google Shape;616;p34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5" extrusionOk="0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7" name="Google Shape;617;p34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6" extrusionOk="0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8" name="Google Shape;618;p34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3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19" name="Google Shape;619;p34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5" extrusionOk="0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0" name="Google Shape;620;p34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1" name="Google Shape;621;p34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20000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2" name="Google Shape;622;p34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3" name="Google Shape;623;p34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4" name="Google Shape;624;p34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5" name="Google Shape;625;p34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4" extrusionOk="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6" name="Google Shape;626;p34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7" name="Google Shape;627;p34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8" name="Google Shape;628;p34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2" extrusionOk="0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29" name="Google Shape;629;p34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0" name="Google Shape;630;p34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" extrusionOk="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1" name="Google Shape;631;p34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2" name="Google Shape;632;p34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7" extrusionOk="0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3" name="Google Shape;633;p34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6" extrusionOk="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4" name="Google Shape;634;p34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4" extrusionOk="0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5" name="Google Shape;635;p34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" extrusionOk="0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6" name="Google Shape;636;p34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" extrusionOk="0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7" name="Google Shape;637;p34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6" extrusionOk="0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8" name="Google Shape;638;p34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" extrusionOk="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39" name="Google Shape;639;p34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4" extrusionOk="0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0" name="Google Shape;640;p34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" extrusionOk="0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1" name="Google Shape;641;p34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" extrusionOk="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2" name="Google Shape;642;p34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" extrusionOk="0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3" name="Google Shape;643;p34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4" name="Google Shape;644;p34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" extrusionOk="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5" name="Google Shape;645;p34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" extrusionOk="0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6" name="Google Shape;646;p34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6" extrusionOk="0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7" name="Google Shape;647;p34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" extrusionOk="0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8" name="Google Shape;648;p34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49" name="Google Shape;649;p34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" extrusionOk="0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0" name="Google Shape;650;p34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1" name="Google Shape;651;p34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2" name="Google Shape;652;p34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3" extrusionOk="0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3" name="Google Shape;653;p34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4" name="Google Shape;654;p34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5" name="Google Shape;655;p34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6" name="Google Shape;656;p34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7" name="Google Shape;657;p34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" extrusionOk="0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8" name="Google Shape;658;p34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59" name="Google Shape;659;p34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7" extrusionOk="0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0" name="Google Shape;660;p34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0" h="75" extrusionOk="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1" name="Google Shape;661;p34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" extrusionOk="0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2" name="Google Shape;662;p34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3" name="Google Shape;663;p34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4" name="Google Shape;664;p34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5" name="Google Shape;665;p34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6" name="Google Shape;666;p34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7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7" name="Google Shape;667;p34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" extrusionOk="0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8" name="Google Shape;668;p34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" extrusionOk="0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69" name="Google Shape;669;p34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5" extrusionOk="0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0" name="Google Shape;670;p34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3" extrusionOk="0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1" name="Google Shape;671;p34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2" name="Google Shape;672;p34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1" extrusionOk="0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3" name="Google Shape;673;p34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4" extrusionOk="0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4" name="Google Shape;674;p34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5" name="Google Shape;675;p34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4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6" name="Google Shape;676;p34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0" extrusionOk="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7" name="Google Shape;677;p34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" extrusionOk="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8" name="Google Shape;678;p34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79" name="Google Shape;679;p34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4" extrusionOk="0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0" name="Google Shape;680;p34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6" extrusionOk="0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1" name="Google Shape;681;p34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" extrusionOk="0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2" name="Google Shape;682;p34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6" extrusionOk="0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3" name="Google Shape;683;p34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8" extrusionOk="0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grpSp>
            <p:nvGrpSpPr>
              <p:cNvPr id="684" name="Google Shape;684;p34"/>
              <p:cNvGrpSpPr/>
              <p:nvPr/>
            </p:nvGrpSpPr>
            <p:grpSpPr>
              <a:xfrm rot="-5400000" flipH="1">
                <a:off x="6492229" y="2755658"/>
                <a:ext cx="4114800" cy="36576"/>
                <a:chOff x="1522413" y="1514475"/>
                <a:chExt cx="10569575" cy="64008"/>
              </a:xfrm>
            </p:grpSpPr>
            <p:sp>
              <p:nvSpPr>
                <p:cNvPr id="685" name="Google Shape;685;p34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6" extrusionOk="0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6" name="Google Shape;686;p34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7" name="Google Shape;687;p34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6" extrusionOk="0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8" name="Google Shape;688;p34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6" extrusionOk="0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89" name="Google Shape;689;p34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0" name="Google Shape;690;p34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" extrusionOk="0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1" name="Google Shape;691;p34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5" extrusionOk="0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2" name="Google Shape;692;p34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6" extrusionOk="0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3" name="Google Shape;693;p34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3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4" name="Google Shape;694;p34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5" extrusionOk="0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5" name="Google Shape;695;p34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6" name="Google Shape;696;p34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20000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7" name="Google Shape;697;p34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8" name="Google Shape;698;p34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699" name="Google Shape;699;p34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0" name="Google Shape;700;p34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4" extrusionOk="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1" name="Google Shape;701;p34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2" name="Google Shape;702;p34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3" name="Google Shape;703;p34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2" extrusionOk="0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4" name="Google Shape;704;p34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5" name="Google Shape;705;p34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" extrusionOk="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6" name="Google Shape;706;p34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7" name="Google Shape;707;p34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7" extrusionOk="0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8" name="Google Shape;708;p34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6" extrusionOk="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09" name="Google Shape;709;p34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4" extrusionOk="0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0" name="Google Shape;710;p34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" extrusionOk="0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1" name="Google Shape;711;p34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" extrusionOk="0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2" name="Google Shape;712;p34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6" extrusionOk="0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3" name="Google Shape;713;p34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" extrusionOk="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4" name="Google Shape;714;p34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4" extrusionOk="0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5" name="Google Shape;715;p34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" extrusionOk="0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6" name="Google Shape;716;p34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" extrusionOk="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7" name="Google Shape;717;p34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" extrusionOk="0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8" name="Google Shape;718;p34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19" name="Google Shape;719;p34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" extrusionOk="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0" name="Google Shape;720;p34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" extrusionOk="0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1" name="Google Shape;721;p34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6" extrusionOk="0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2" name="Google Shape;722;p34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" extrusionOk="0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3" name="Google Shape;723;p34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4" name="Google Shape;724;p34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" extrusionOk="0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5" name="Google Shape;725;p34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6" name="Google Shape;726;p34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7" name="Google Shape;727;p34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3" extrusionOk="0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8" name="Google Shape;728;p34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29" name="Google Shape;729;p34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0" name="Google Shape;730;p34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1" name="Google Shape;731;p34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2" name="Google Shape;732;p34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" extrusionOk="0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3" name="Google Shape;733;p34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4" name="Google Shape;734;p34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7" extrusionOk="0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5" name="Google Shape;735;p34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0" h="75" extrusionOk="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6" name="Google Shape;736;p34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" extrusionOk="0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7" name="Google Shape;737;p34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8" name="Google Shape;738;p34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39" name="Google Shape;739;p34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0" name="Google Shape;740;p34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1" name="Google Shape;741;p34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7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2" name="Google Shape;742;p34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" extrusionOk="0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3" name="Google Shape;743;p34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" extrusionOk="0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4" name="Google Shape;744;p34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5" extrusionOk="0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5" name="Google Shape;745;p34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3" extrusionOk="0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6" name="Google Shape;746;p34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7" name="Google Shape;747;p34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1" extrusionOk="0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8" name="Google Shape;748;p34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4" extrusionOk="0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49" name="Google Shape;749;p34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0" name="Google Shape;750;p34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4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1" name="Google Shape;751;p34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0" extrusionOk="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2" name="Google Shape;752;p34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" extrusionOk="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3" name="Google Shape;753;p34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4" name="Google Shape;754;p34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4" extrusionOk="0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5" name="Google Shape;755;p34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6" extrusionOk="0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6" name="Google Shape;756;p34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" extrusionOk="0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7" name="Google Shape;757;p34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6" extrusionOk="0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58" name="Google Shape;758;p34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8" extrusionOk="0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759" name="Google Shape;759;p34"/>
            <p:cNvGrpSpPr/>
            <p:nvPr/>
          </p:nvGrpSpPr>
          <p:grpSpPr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760" name="Google Shape;760;p34"/>
              <p:cNvGrpSpPr/>
              <p:nvPr/>
            </p:nvGrpSpPr>
            <p:grpSpPr>
              <a:xfrm flipH="1">
                <a:off x="3310555" y="737968"/>
                <a:ext cx="5294376" cy="54864"/>
                <a:chOff x="1522413" y="1514475"/>
                <a:chExt cx="10569575" cy="64008"/>
              </a:xfrm>
            </p:grpSpPr>
            <p:sp>
              <p:nvSpPr>
                <p:cNvPr id="761" name="Google Shape;761;p34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6" extrusionOk="0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2" name="Google Shape;762;p34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3" name="Google Shape;763;p34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6" extrusionOk="0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4" name="Google Shape;764;p34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6" extrusionOk="0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5" name="Google Shape;765;p34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6" name="Google Shape;766;p34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" extrusionOk="0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7" name="Google Shape;767;p34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5" extrusionOk="0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8" name="Google Shape;768;p34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6" extrusionOk="0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69" name="Google Shape;769;p34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3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0" name="Google Shape;770;p34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5" extrusionOk="0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1" name="Google Shape;771;p34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2" name="Google Shape;772;p34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20000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3" name="Google Shape;773;p34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4" name="Google Shape;774;p34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5" name="Google Shape;775;p34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6" name="Google Shape;776;p34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4" extrusionOk="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7" name="Google Shape;777;p34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8" name="Google Shape;778;p34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79" name="Google Shape;779;p34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2" extrusionOk="0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0" name="Google Shape;780;p34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1" name="Google Shape;781;p34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" extrusionOk="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2" name="Google Shape;782;p34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3" name="Google Shape;783;p34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7" extrusionOk="0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4" name="Google Shape;784;p34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6" extrusionOk="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5" name="Google Shape;785;p34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4" extrusionOk="0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6" name="Google Shape;786;p34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" extrusionOk="0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7" name="Google Shape;787;p34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" extrusionOk="0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8" name="Google Shape;788;p34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6" extrusionOk="0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89" name="Google Shape;789;p34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" extrusionOk="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0" name="Google Shape;790;p34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4" extrusionOk="0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1" name="Google Shape;791;p34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" extrusionOk="0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2" name="Google Shape;792;p34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" extrusionOk="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3" name="Google Shape;793;p34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" extrusionOk="0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4" name="Google Shape;794;p34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5" name="Google Shape;795;p34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" extrusionOk="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6" name="Google Shape;796;p34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" extrusionOk="0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7" name="Google Shape;797;p34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6" extrusionOk="0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8" name="Google Shape;798;p34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" extrusionOk="0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799" name="Google Shape;799;p34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0" name="Google Shape;800;p34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" extrusionOk="0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1" name="Google Shape;801;p34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2" name="Google Shape;802;p34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3" name="Google Shape;803;p34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3" extrusionOk="0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4" name="Google Shape;804;p34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5" name="Google Shape;805;p34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6" name="Google Shape;806;p34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7" name="Google Shape;807;p34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8" name="Google Shape;808;p34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" extrusionOk="0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09" name="Google Shape;809;p34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0" name="Google Shape;810;p34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7" extrusionOk="0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1" name="Google Shape;811;p34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0" h="75" extrusionOk="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2" name="Google Shape;812;p34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" extrusionOk="0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3" name="Google Shape;813;p34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4" name="Google Shape;814;p34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5" name="Google Shape;815;p34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6" name="Google Shape;816;p34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7" name="Google Shape;817;p34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7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8" name="Google Shape;818;p34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" extrusionOk="0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19" name="Google Shape;819;p34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" extrusionOk="0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0" name="Google Shape;820;p34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5" extrusionOk="0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1" name="Google Shape;821;p34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3" extrusionOk="0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2" name="Google Shape;822;p34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3" name="Google Shape;823;p34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1" extrusionOk="0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4" name="Google Shape;824;p34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4" extrusionOk="0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5" name="Google Shape;825;p34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6" name="Google Shape;826;p34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4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7" name="Google Shape;827;p34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0" extrusionOk="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8" name="Google Shape;828;p34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" extrusionOk="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29" name="Google Shape;829;p34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0" name="Google Shape;830;p34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4" extrusionOk="0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1" name="Google Shape;831;p34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6" extrusionOk="0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2" name="Google Shape;832;p34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" extrusionOk="0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3" name="Google Shape;833;p34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6" extrusionOk="0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4" name="Google Shape;834;p34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8" extrusionOk="0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grpSp>
            <p:nvGrpSpPr>
              <p:cNvPr id="835" name="Google Shape;835;p34"/>
              <p:cNvGrpSpPr/>
              <p:nvPr/>
            </p:nvGrpSpPr>
            <p:grpSpPr>
              <a:xfrm rot="-5400000" flipH="1">
                <a:off x="6492229" y="2755658"/>
                <a:ext cx="4114800" cy="36576"/>
                <a:chOff x="1522413" y="1514475"/>
                <a:chExt cx="10569575" cy="64008"/>
              </a:xfrm>
            </p:grpSpPr>
            <p:sp>
              <p:nvSpPr>
                <p:cNvPr id="836" name="Google Shape;836;p34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6" extrusionOk="0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7" name="Google Shape;837;p34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8" name="Google Shape;838;p34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6" extrusionOk="0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39" name="Google Shape;839;p34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6" extrusionOk="0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0" name="Google Shape;840;p34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1" name="Google Shape;841;p34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" extrusionOk="0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2" name="Google Shape;842;p34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5" extrusionOk="0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3" name="Google Shape;843;p34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6" extrusionOk="0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4" name="Google Shape;844;p34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3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5" name="Google Shape;845;p34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5" extrusionOk="0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6" name="Google Shape;846;p34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7" name="Google Shape;847;p34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20000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8" name="Google Shape;848;p34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49" name="Google Shape;849;p34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0" name="Google Shape;850;p34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1" name="Google Shape;851;p34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4" extrusionOk="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2" name="Google Shape;852;p34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3" name="Google Shape;853;p34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4" name="Google Shape;854;p34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2" extrusionOk="0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5" name="Google Shape;855;p34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6" name="Google Shape;856;p34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" extrusionOk="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7" name="Google Shape;857;p34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8" name="Google Shape;858;p34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7" extrusionOk="0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59" name="Google Shape;859;p34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6" extrusionOk="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0" name="Google Shape;860;p34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4" extrusionOk="0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1" name="Google Shape;861;p34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" extrusionOk="0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2" name="Google Shape;862;p34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" extrusionOk="0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3" name="Google Shape;863;p34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6" extrusionOk="0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4" name="Google Shape;864;p34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" extrusionOk="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5" name="Google Shape;865;p34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4" extrusionOk="0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6" name="Google Shape;866;p34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" extrusionOk="0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7" name="Google Shape;867;p34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" extrusionOk="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8" name="Google Shape;868;p34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" extrusionOk="0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69" name="Google Shape;869;p34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0" name="Google Shape;870;p34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" extrusionOk="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1" name="Google Shape;871;p34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" extrusionOk="0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2" name="Google Shape;872;p34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6" extrusionOk="0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3" name="Google Shape;873;p34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" extrusionOk="0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4" name="Google Shape;874;p34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5" name="Google Shape;875;p34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" extrusionOk="0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6" name="Google Shape;876;p34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7" name="Google Shape;877;p34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8" name="Google Shape;878;p34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3" extrusionOk="0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79" name="Google Shape;879;p34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0" name="Google Shape;880;p34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1" name="Google Shape;881;p34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2" name="Google Shape;882;p34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3" name="Google Shape;883;p34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" extrusionOk="0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4" name="Google Shape;884;p34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5" name="Google Shape;885;p34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7" extrusionOk="0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6" name="Google Shape;886;p34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0" h="75" extrusionOk="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7" name="Google Shape;887;p34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" extrusionOk="0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8" name="Google Shape;888;p34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89" name="Google Shape;889;p34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0" name="Google Shape;890;p34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1" name="Google Shape;891;p34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2" name="Google Shape;892;p34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7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3" name="Google Shape;893;p34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" extrusionOk="0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4" name="Google Shape;894;p34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" extrusionOk="0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5" name="Google Shape;895;p34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5" extrusionOk="0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6" name="Google Shape;896;p34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3" extrusionOk="0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7" name="Google Shape;897;p34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8" name="Google Shape;898;p34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1" extrusionOk="0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899" name="Google Shape;899;p34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4" extrusionOk="0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0" name="Google Shape;900;p34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1" name="Google Shape;901;p34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4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2" name="Google Shape;902;p34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0" extrusionOk="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3" name="Google Shape;903;p34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" extrusionOk="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4" name="Google Shape;904;p34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5" name="Google Shape;905;p34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4" extrusionOk="0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6" name="Google Shape;906;p34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6" extrusionOk="0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7" name="Google Shape;907;p34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" extrusionOk="0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8" name="Google Shape;908;p34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6" extrusionOk="0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09" name="Google Shape;909;p34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8" extrusionOk="0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sp>
        <p:nvSpPr>
          <p:cNvPr id="910" name="Google Shape;910;p34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1" name="Google Shape;911;p34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2" name="Google Shape;912;p34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5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5" name="Google Shape;915;p35" descr="An empty placeholder to add an image. Click on the placeholder and select the image that you wish to add."/>
          <p:cNvSpPr>
            <a:spLocks noGrp="1"/>
          </p:cNvSpPr>
          <p:nvPr>
            <p:ph type="pic" idx="2"/>
          </p:nvPr>
        </p:nvSpPr>
        <p:spPr>
          <a:xfrm>
            <a:off x="1745838" y="1884311"/>
            <a:ext cx="5669280" cy="404164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grpSp>
        <p:nvGrpSpPr>
          <p:cNvPr id="916" name="Google Shape;916;p35" descr="Box graphic"/>
          <p:cNvGrpSpPr/>
          <p:nvPr/>
        </p:nvGrpSpPr>
        <p:grpSpPr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917" name="Google Shape;917;p35"/>
            <p:cNvGrpSpPr/>
            <p:nvPr/>
          </p:nvGrpSpPr>
          <p:grpSpPr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918" name="Google Shape;918;p35"/>
              <p:cNvGrpSpPr/>
              <p:nvPr/>
            </p:nvGrpSpPr>
            <p:grpSpPr>
              <a:xfrm flipH="1">
                <a:off x="3310555" y="737968"/>
                <a:ext cx="5294376" cy="54864"/>
                <a:chOff x="1522413" y="1514475"/>
                <a:chExt cx="10569575" cy="64008"/>
              </a:xfrm>
            </p:grpSpPr>
            <p:sp>
              <p:nvSpPr>
                <p:cNvPr id="919" name="Google Shape;919;p35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6" extrusionOk="0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0" name="Google Shape;920;p35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1" name="Google Shape;921;p35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6" extrusionOk="0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2" name="Google Shape;922;p35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6" extrusionOk="0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3" name="Google Shape;923;p35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4" name="Google Shape;924;p35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" extrusionOk="0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5" name="Google Shape;925;p35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5" extrusionOk="0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6" name="Google Shape;926;p35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6" extrusionOk="0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7" name="Google Shape;927;p35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3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8" name="Google Shape;928;p35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5" extrusionOk="0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29" name="Google Shape;929;p35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0" name="Google Shape;930;p35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20000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1" name="Google Shape;931;p35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2" name="Google Shape;932;p35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3" name="Google Shape;933;p35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4" name="Google Shape;934;p35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4" extrusionOk="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5" name="Google Shape;935;p35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6" name="Google Shape;936;p35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7" name="Google Shape;937;p35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2" extrusionOk="0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8" name="Google Shape;938;p35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39" name="Google Shape;939;p35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" extrusionOk="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0" name="Google Shape;940;p35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1" name="Google Shape;941;p35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7" extrusionOk="0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2" name="Google Shape;942;p35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6" extrusionOk="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3" name="Google Shape;943;p35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4" extrusionOk="0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4" name="Google Shape;944;p35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" extrusionOk="0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5" name="Google Shape;945;p35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" extrusionOk="0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6" name="Google Shape;946;p35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6" extrusionOk="0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7" name="Google Shape;947;p35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" extrusionOk="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8" name="Google Shape;948;p35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4" extrusionOk="0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49" name="Google Shape;949;p35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" extrusionOk="0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0" name="Google Shape;950;p35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" extrusionOk="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1" name="Google Shape;951;p35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" extrusionOk="0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2" name="Google Shape;952;p35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3" name="Google Shape;953;p35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" extrusionOk="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4" name="Google Shape;954;p35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" extrusionOk="0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5" name="Google Shape;955;p35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6" extrusionOk="0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6" name="Google Shape;956;p35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" extrusionOk="0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7" name="Google Shape;957;p35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8" name="Google Shape;958;p35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" extrusionOk="0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59" name="Google Shape;959;p35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0" name="Google Shape;960;p35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1" name="Google Shape;961;p35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3" extrusionOk="0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2" name="Google Shape;962;p35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3" name="Google Shape;963;p35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4" name="Google Shape;964;p35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5" name="Google Shape;965;p35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6" name="Google Shape;966;p35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" extrusionOk="0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7" name="Google Shape;967;p35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8" name="Google Shape;968;p35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7" extrusionOk="0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69" name="Google Shape;969;p35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0" h="75" extrusionOk="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0" name="Google Shape;970;p35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" extrusionOk="0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1" name="Google Shape;971;p35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2" name="Google Shape;972;p35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3" name="Google Shape;973;p35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4" name="Google Shape;974;p35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5" name="Google Shape;975;p35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7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6" name="Google Shape;976;p35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" extrusionOk="0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7" name="Google Shape;977;p35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" extrusionOk="0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8" name="Google Shape;978;p35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5" extrusionOk="0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79" name="Google Shape;979;p35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3" extrusionOk="0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0" name="Google Shape;980;p35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1" name="Google Shape;981;p35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1" extrusionOk="0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2" name="Google Shape;982;p35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4" extrusionOk="0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3" name="Google Shape;983;p35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4" name="Google Shape;984;p35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4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5" name="Google Shape;985;p35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0" extrusionOk="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6" name="Google Shape;986;p35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" extrusionOk="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7" name="Google Shape;987;p35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8" name="Google Shape;988;p35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4" extrusionOk="0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89" name="Google Shape;989;p35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6" extrusionOk="0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0" name="Google Shape;990;p35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" extrusionOk="0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1" name="Google Shape;991;p35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6" extrusionOk="0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2" name="Google Shape;992;p35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8" extrusionOk="0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grpSp>
            <p:nvGrpSpPr>
              <p:cNvPr id="993" name="Google Shape;993;p35"/>
              <p:cNvGrpSpPr/>
              <p:nvPr/>
            </p:nvGrpSpPr>
            <p:grpSpPr>
              <a:xfrm rot="-5400000" flipH="1">
                <a:off x="6492229" y="2755658"/>
                <a:ext cx="4114800" cy="36576"/>
                <a:chOff x="1522413" y="1514475"/>
                <a:chExt cx="10569575" cy="64008"/>
              </a:xfrm>
            </p:grpSpPr>
            <p:sp>
              <p:nvSpPr>
                <p:cNvPr id="994" name="Google Shape;994;p35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6" extrusionOk="0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5" name="Google Shape;995;p35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6" name="Google Shape;996;p35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6" extrusionOk="0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7" name="Google Shape;997;p35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6" extrusionOk="0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8" name="Google Shape;998;p35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999" name="Google Shape;999;p35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" extrusionOk="0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0" name="Google Shape;1000;p35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5" extrusionOk="0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1" name="Google Shape;1001;p35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6" extrusionOk="0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2" name="Google Shape;1002;p35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3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3" name="Google Shape;1003;p35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5" extrusionOk="0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4" name="Google Shape;1004;p35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5" name="Google Shape;1005;p35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20000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6" name="Google Shape;1006;p35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7" name="Google Shape;1007;p35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8" name="Google Shape;1008;p35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09" name="Google Shape;1009;p35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4" extrusionOk="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0" name="Google Shape;1010;p35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1" name="Google Shape;1011;p35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2" name="Google Shape;1012;p35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2" extrusionOk="0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3" name="Google Shape;1013;p35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4" name="Google Shape;1014;p35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" extrusionOk="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5" name="Google Shape;1015;p35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6" name="Google Shape;1016;p35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7" extrusionOk="0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7" name="Google Shape;1017;p35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6" extrusionOk="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8" name="Google Shape;1018;p35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4" extrusionOk="0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19" name="Google Shape;1019;p35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" extrusionOk="0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0" name="Google Shape;1020;p35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" extrusionOk="0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1" name="Google Shape;1021;p35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6" extrusionOk="0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2" name="Google Shape;1022;p35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" extrusionOk="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3" name="Google Shape;1023;p35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4" extrusionOk="0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4" name="Google Shape;1024;p35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" extrusionOk="0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5" name="Google Shape;1025;p35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" extrusionOk="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6" name="Google Shape;1026;p35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" extrusionOk="0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7" name="Google Shape;1027;p35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8" name="Google Shape;1028;p35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" extrusionOk="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29" name="Google Shape;1029;p35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" extrusionOk="0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0" name="Google Shape;1030;p35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6" extrusionOk="0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1" name="Google Shape;1031;p35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" extrusionOk="0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2" name="Google Shape;1032;p35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3" name="Google Shape;1033;p35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" extrusionOk="0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4" name="Google Shape;1034;p35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5" name="Google Shape;1035;p35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6" name="Google Shape;1036;p35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3" extrusionOk="0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7" name="Google Shape;1037;p35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8" name="Google Shape;1038;p35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39" name="Google Shape;1039;p35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0" name="Google Shape;1040;p35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1" name="Google Shape;1041;p35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" extrusionOk="0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2" name="Google Shape;1042;p35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3" name="Google Shape;1043;p35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7" extrusionOk="0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4" name="Google Shape;1044;p35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0" h="75" extrusionOk="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5" name="Google Shape;1045;p35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" extrusionOk="0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6" name="Google Shape;1046;p35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7" name="Google Shape;1047;p35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8" name="Google Shape;1048;p35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49" name="Google Shape;1049;p35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0" name="Google Shape;1050;p35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7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1" name="Google Shape;1051;p35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" extrusionOk="0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2" name="Google Shape;1052;p35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" extrusionOk="0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3" name="Google Shape;1053;p35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5" extrusionOk="0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4" name="Google Shape;1054;p35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3" extrusionOk="0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5" name="Google Shape;1055;p35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6" name="Google Shape;1056;p35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1" extrusionOk="0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7" name="Google Shape;1057;p35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4" extrusionOk="0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8" name="Google Shape;1058;p35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59" name="Google Shape;1059;p35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4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0" name="Google Shape;1060;p35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0" extrusionOk="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1" name="Google Shape;1061;p35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" extrusionOk="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2" name="Google Shape;1062;p35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3" name="Google Shape;1063;p35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4" extrusionOk="0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4" name="Google Shape;1064;p35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6" extrusionOk="0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5" name="Google Shape;1065;p35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" extrusionOk="0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6" name="Google Shape;1066;p35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6" extrusionOk="0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67" name="Google Shape;1067;p35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8" extrusionOk="0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068" name="Google Shape;1068;p35"/>
            <p:cNvGrpSpPr/>
            <p:nvPr/>
          </p:nvGrpSpPr>
          <p:grpSpPr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1069" name="Google Shape;1069;p35"/>
              <p:cNvGrpSpPr/>
              <p:nvPr/>
            </p:nvGrpSpPr>
            <p:grpSpPr>
              <a:xfrm flipH="1">
                <a:off x="3310555" y="737968"/>
                <a:ext cx="5294376" cy="54864"/>
                <a:chOff x="1522413" y="1514475"/>
                <a:chExt cx="10569575" cy="64008"/>
              </a:xfrm>
            </p:grpSpPr>
            <p:sp>
              <p:nvSpPr>
                <p:cNvPr id="1070" name="Google Shape;1070;p35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6" extrusionOk="0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1" name="Google Shape;1071;p35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2" name="Google Shape;1072;p35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6" extrusionOk="0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3" name="Google Shape;1073;p35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6" extrusionOk="0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4" name="Google Shape;1074;p35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5" name="Google Shape;1075;p35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" extrusionOk="0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6" name="Google Shape;1076;p35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5" extrusionOk="0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7" name="Google Shape;1077;p35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6" extrusionOk="0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8" name="Google Shape;1078;p35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3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79" name="Google Shape;1079;p35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5" extrusionOk="0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0" name="Google Shape;1080;p35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1" name="Google Shape;1081;p35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20000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2" name="Google Shape;1082;p35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3" name="Google Shape;1083;p35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4" name="Google Shape;1084;p35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5" name="Google Shape;1085;p35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4" extrusionOk="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6" name="Google Shape;1086;p35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7" name="Google Shape;1087;p35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8" name="Google Shape;1088;p35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2" extrusionOk="0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89" name="Google Shape;1089;p35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0" name="Google Shape;1090;p35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" extrusionOk="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1" name="Google Shape;1091;p35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2" name="Google Shape;1092;p35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7" extrusionOk="0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3" name="Google Shape;1093;p35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6" extrusionOk="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4" name="Google Shape;1094;p35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4" extrusionOk="0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5" name="Google Shape;1095;p35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" extrusionOk="0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6" name="Google Shape;1096;p35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" extrusionOk="0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7" name="Google Shape;1097;p35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6" extrusionOk="0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8" name="Google Shape;1098;p35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" extrusionOk="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099" name="Google Shape;1099;p35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4" extrusionOk="0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0" name="Google Shape;1100;p35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" extrusionOk="0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1" name="Google Shape;1101;p35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" extrusionOk="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2" name="Google Shape;1102;p35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" extrusionOk="0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3" name="Google Shape;1103;p35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4" name="Google Shape;1104;p35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" extrusionOk="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5" name="Google Shape;1105;p35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" extrusionOk="0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6" name="Google Shape;1106;p35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6" extrusionOk="0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7" name="Google Shape;1107;p35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" extrusionOk="0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8" name="Google Shape;1108;p35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09" name="Google Shape;1109;p35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" extrusionOk="0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0" name="Google Shape;1110;p35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1" name="Google Shape;1111;p35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2" name="Google Shape;1112;p35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3" extrusionOk="0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3" name="Google Shape;1113;p35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4" name="Google Shape;1114;p35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5" name="Google Shape;1115;p35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6" name="Google Shape;1116;p35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7" name="Google Shape;1117;p35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" extrusionOk="0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8" name="Google Shape;1118;p35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19" name="Google Shape;1119;p35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7" extrusionOk="0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0" name="Google Shape;1120;p35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0" h="75" extrusionOk="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1" name="Google Shape;1121;p35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" extrusionOk="0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2" name="Google Shape;1122;p35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3" name="Google Shape;1123;p35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4" name="Google Shape;1124;p35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5" name="Google Shape;1125;p35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6" name="Google Shape;1126;p35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7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7" name="Google Shape;1127;p35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" extrusionOk="0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8" name="Google Shape;1128;p35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" extrusionOk="0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29" name="Google Shape;1129;p35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5" extrusionOk="0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0" name="Google Shape;1130;p35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3" extrusionOk="0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1" name="Google Shape;1131;p35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2" name="Google Shape;1132;p35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1" extrusionOk="0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3" name="Google Shape;1133;p35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4" extrusionOk="0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4" name="Google Shape;1134;p35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5" name="Google Shape;1135;p35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4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6" name="Google Shape;1136;p35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0" extrusionOk="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7" name="Google Shape;1137;p35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" extrusionOk="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8" name="Google Shape;1138;p35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39" name="Google Shape;1139;p35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4" extrusionOk="0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0" name="Google Shape;1140;p35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6" extrusionOk="0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1" name="Google Shape;1141;p35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" extrusionOk="0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2" name="Google Shape;1142;p35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6" extrusionOk="0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3" name="Google Shape;1143;p35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8" extrusionOk="0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grpSp>
            <p:nvGrpSpPr>
              <p:cNvPr id="1144" name="Google Shape;1144;p35"/>
              <p:cNvGrpSpPr/>
              <p:nvPr/>
            </p:nvGrpSpPr>
            <p:grpSpPr>
              <a:xfrm rot="-5400000" flipH="1">
                <a:off x="6492229" y="2755658"/>
                <a:ext cx="4114800" cy="36576"/>
                <a:chOff x="1522413" y="1514475"/>
                <a:chExt cx="10569575" cy="64008"/>
              </a:xfrm>
            </p:grpSpPr>
            <p:sp>
              <p:nvSpPr>
                <p:cNvPr id="1145" name="Google Shape;1145;p35"/>
                <p:cNvSpPr/>
                <p:nvPr/>
              </p:nvSpPr>
              <p:spPr>
                <a:xfrm>
                  <a:off x="12028488" y="1525554"/>
                  <a:ext cx="6350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" h="6" extrusionOk="0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6" name="Google Shape;1146;p35"/>
                <p:cNvSpPr/>
                <p:nvPr/>
              </p:nvSpPr>
              <p:spPr>
                <a:xfrm>
                  <a:off x="12022138" y="1532939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7" name="Google Shape;1147;p35"/>
                <p:cNvSpPr/>
                <p:nvPr/>
              </p:nvSpPr>
              <p:spPr>
                <a:xfrm>
                  <a:off x="12041188" y="1531708"/>
                  <a:ext cx="39687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" h="6" extrusionOk="0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8" name="Google Shape;1148;p35"/>
                <p:cNvSpPr/>
                <p:nvPr/>
              </p:nvSpPr>
              <p:spPr>
                <a:xfrm>
                  <a:off x="11831638" y="1526784"/>
                  <a:ext cx="428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" h="6" extrusionOk="0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49" name="Google Shape;1149;p35"/>
                <p:cNvSpPr/>
                <p:nvPr/>
              </p:nvSpPr>
              <p:spPr>
                <a:xfrm>
                  <a:off x="11809413" y="1531708"/>
                  <a:ext cx="412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0" name="Google Shape;1150;p35"/>
                <p:cNvSpPr/>
                <p:nvPr/>
              </p:nvSpPr>
              <p:spPr>
                <a:xfrm>
                  <a:off x="12003088" y="1537863"/>
                  <a:ext cx="7778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5" extrusionOk="0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1" name="Google Shape;1151;p35"/>
                <p:cNvSpPr/>
                <p:nvPr/>
              </p:nvSpPr>
              <p:spPr>
                <a:xfrm>
                  <a:off x="11664950" y="1523092"/>
                  <a:ext cx="396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5" extrusionOk="0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2" name="Google Shape;1152;p35"/>
                <p:cNvSpPr/>
                <p:nvPr/>
              </p:nvSpPr>
              <p:spPr>
                <a:xfrm>
                  <a:off x="11506200" y="1521861"/>
                  <a:ext cx="920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6" extrusionOk="0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3" name="Google Shape;1153;p35"/>
                <p:cNvSpPr/>
                <p:nvPr/>
              </p:nvSpPr>
              <p:spPr>
                <a:xfrm>
                  <a:off x="11471275" y="1525554"/>
                  <a:ext cx="349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3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4" name="Google Shape;1154;p35"/>
                <p:cNvSpPr/>
                <p:nvPr/>
              </p:nvSpPr>
              <p:spPr>
                <a:xfrm>
                  <a:off x="11710988" y="1529246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5" extrusionOk="0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5" name="Google Shape;1155;p35"/>
                <p:cNvSpPr/>
                <p:nvPr/>
              </p:nvSpPr>
              <p:spPr>
                <a:xfrm>
                  <a:off x="11691938" y="1532939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6" name="Google Shape;1156;p35"/>
                <p:cNvSpPr/>
                <p:nvPr/>
              </p:nvSpPr>
              <p:spPr>
                <a:xfrm>
                  <a:off x="11741150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20000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7" name="Google Shape;1157;p35"/>
                <p:cNvSpPr/>
                <p:nvPr/>
              </p:nvSpPr>
              <p:spPr>
                <a:xfrm>
                  <a:off x="11841163" y="1537863"/>
                  <a:ext cx="714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9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8" name="Google Shape;1158;p35"/>
                <p:cNvSpPr/>
                <p:nvPr/>
              </p:nvSpPr>
              <p:spPr>
                <a:xfrm>
                  <a:off x="11764963" y="1535401"/>
                  <a:ext cx="4445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59" name="Google Shape;1159;p35"/>
                <p:cNvSpPr/>
                <p:nvPr/>
              </p:nvSpPr>
              <p:spPr>
                <a:xfrm>
                  <a:off x="11744325" y="1537863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0" name="Google Shape;1160;p35"/>
                <p:cNvSpPr/>
                <p:nvPr/>
              </p:nvSpPr>
              <p:spPr>
                <a:xfrm>
                  <a:off x="11482388" y="1531708"/>
                  <a:ext cx="8572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4" extrusionOk="0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1" name="Google Shape;1161;p35"/>
                <p:cNvSpPr/>
                <p:nvPr/>
              </p:nvSpPr>
              <p:spPr>
                <a:xfrm>
                  <a:off x="11626850" y="1532939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2" name="Google Shape;1162;p35"/>
                <p:cNvSpPr/>
                <p:nvPr/>
              </p:nvSpPr>
              <p:spPr>
                <a:xfrm>
                  <a:off x="11261725" y="1534170"/>
                  <a:ext cx="476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0"/>
                      </a:lnTo>
                      <a:cubicBezTo>
                        <a:pt x="4" y="0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3" name="Google Shape;1163;p35"/>
                <p:cNvSpPr/>
                <p:nvPr/>
              </p:nvSpPr>
              <p:spPr>
                <a:xfrm>
                  <a:off x="11553825" y="1534170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2" extrusionOk="0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4" name="Google Shape;1164;p35"/>
                <p:cNvSpPr/>
                <p:nvPr/>
              </p:nvSpPr>
              <p:spPr>
                <a:xfrm>
                  <a:off x="11409363" y="1529246"/>
                  <a:ext cx="317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5" name="Google Shape;1165;p35"/>
                <p:cNvSpPr/>
                <p:nvPr/>
              </p:nvSpPr>
              <p:spPr>
                <a:xfrm>
                  <a:off x="11618913" y="1531708"/>
                  <a:ext cx="635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" h="1" extrusionOk="0">
                      <a:moveTo>
                        <a:pt x="3" y="0"/>
                      </a:moveTo>
                      <a:lnTo>
                        <a:pt x="3" y="0"/>
                      </a:lnTo>
                      <a:lnTo>
                        <a:pt x="6" y="0"/>
                      </a:lnTo>
                      <a:cubicBezTo>
                        <a:pt x="0" y="0"/>
                        <a:pt x="0" y="0"/>
                        <a:pt x="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6" name="Google Shape;1166;p35"/>
                <p:cNvSpPr/>
                <p:nvPr/>
              </p:nvSpPr>
              <p:spPr>
                <a:xfrm>
                  <a:off x="11598275" y="1531708"/>
                  <a:ext cx="285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3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7" name="Google Shape;1167;p35"/>
                <p:cNvSpPr/>
                <p:nvPr/>
              </p:nvSpPr>
              <p:spPr>
                <a:xfrm>
                  <a:off x="11137900" y="1534170"/>
                  <a:ext cx="188912" cy="2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7" extrusionOk="0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8" name="Google Shape;1168;p35"/>
                <p:cNvSpPr/>
                <p:nvPr/>
              </p:nvSpPr>
              <p:spPr>
                <a:xfrm>
                  <a:off x="11266488" y="1529246"/>
                  <a:ext cx="952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6" extrusionOk="0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69" name="Google Shape;1169;p35"/>
                <p:cNvSpPr/>
                <p:nvPr/>
              </p:nvSpPr>
              <p:spPr>
                <a:xfrm>
                  <a:off x="11361738" y="1531708"/>
                  <a:ext cx="134937" cy="12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4" extrusionOk="0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0" name="Google Shape;1170;p35"/>
                <p:cNvSpPr/>
                <p:nvPr/>
              </p:nvSpPr>
              <p:spPr>
                <a:xfrm>
                  <a:off x="11834813" y="1552634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" h="1" extrusionOk="0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1" name="Google Shape;1171;p35"/>
                <p:cNvSpPr/>
                <p:nvPr/>
              </p:nvSpPr>
              <p:spPr>
                <a:xfrm>
                  <a:off x="11764963" y="1542787"/>
                  <a:ext cx="117475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2" extrusionOk="0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2" name="Google Shape;1172;p35"/>
                <p:cNvSpPr/>
                <p:nvPr/>
              </p:nvSpPr>
              <p:spPr>
                <a:xfrm>
                  <a:off x="11555413" y="1544017"/>
                  <a:ext cx="69850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" h="6" extrusionOk="0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3" name="Google Shape;1173;p35"/>
                <p:cNvSpPr/>
                <p:nvPr/>
              </p:nvSpPr>
              <p:spPr>
                <a:xfrm>
                  <a:off x="11223625" y="1528016"/>
                  <a:ext cx="38100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7" extrusionOk="0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4" name="Google Shape;1174;p35"/>
                <p:cNvSpPr/>
                <p:nvPr/>
              </p:nvSpPr>
              <p:spPr>
                <a:xfrm>
                  <a:off x="11145838" y="1529246"/>
                  <a:ext cx="2222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" h="4" extrusionOk="0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5" name="Google Shape;1175;p35"/>
                <p:cNvSpPr/>
                <p:nvPr/>
              </p:nvSpPr>
              <p:spPr>
                <a:xfrm>
                  <a:off x="6197600" y="1566174"/>
                  <a:ext cx="206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1" extrusionOk="0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6" name="Google Shape;1176;p35"/>
                <p:cNvSpPr/>
                <p:nvPr/>
              </p:nvSpPr>
              <p:spPr>
                <a:xfrm>
                  <a:off x="6356350" y="1564943"/>
                  <a:ext cx="95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" h="2" extrusionOk="0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7" name="Google Shape;1177;p35"/>
                <p:cNvSpPr/>
                <p:nvPr/>
              </p:nvSpPr>
              <p:spPr>
                <a:xfrm>
                  <a:off x="8950325" y="1521861"/>
                  <a:ext cx="61912" cy="7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9" extrusionOk="0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8" name="Google Shape;1178;p35"/>
                <p:cNvSpPr/>
                <p:nvPr/>
              </p:nvSpPr>
              <p:spPr>
                <a:xfrm>
                  <a:off x="7537450" y="1546479"/>
                  <a:ext cx="28575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79" name="Google Shape;1179;p35"/>
                <p:cNvSpPr/>
                <p:nvPr/>
              </p:nvSpPr>
              <p:spPr>
                <a:xfrm>
                  <a:off x="7478713" y="1562481"/>
                  <a:ext cx="381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" h="3" extrusionOk="0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0" name="Google Shape;1180;p35"/>
                <p:cNvSpPr/>
                <p:nvPr/>
              </p:nvSpPr>
              <p:spPr>
                <a:xfrm>
                  <a:off x="5410200" y="1568636"/>
                  <a:ext cx="365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5" extrusionOk="0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1" name="Google Shape;1181;p35"/>
                <p:cNvSpPr/>
                <p:nvPr/>
              </p:nvSpPr>
              <p:spPr>
                <a:xfrm>
                  <a:off x="10206038" y="1530477"/>
                  <a:ext cx="6191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6" extrusionOk="0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2" name="Google Shape;1182;p35"/>
                <p:cNvSpPr/>
                <p:nvPr/>
              </p:nvSpPr>
              <p:spPr>
                <a:xfrm>
                  <a:off x="6257925" y="1525554"/>
                  <a:ext cx="190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" extrusionOk="0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3" name="Google Shape;1183;p35"/>
                <p:cNvSpPr/>
                <p:nvPr/>
              </p:nvSpPr>
              <p:spPr>
                <a:xfrm>
                  <a:off x="10134600" y="1528016"/>
                  <a:ext cx="714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" h="4" extrusionOk="0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4" name="Google Shape;1184;p35"/>
                <p:cNvSpPr/>
                <p:nvPr/>
              </p:nvSpPr>
              <p:spPr>
                <a:xfrm>
                  <a:off x="2582863" y="1560020"/>
                  <a:ext cx="7937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1" extrusionOk="0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5" name="Google Shape;1185;p35"/>
                <p:cNvSpPr/>
                <p:nvPr/>
              </p:nvSpPr>
              <p:spPr>
                <a:xfrm>
                  <a:off x="1762125" y="1521861"/>
                  <a:ext cx="3492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6" name="Google Shape;1186;p35"/>
                <p:cNvSpPr/>
                <p:nvPr/>
              </p:nvSpPr>
              <p:spPr>
                <a:xfrm>
                  <a:off x="10812463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7" name="Google Shape;1187;p35"/>
                <p:cNvSpPr/>
                <p:nvPr/>
              </p:nvSpPr>
              <p:spPr>
                <a:xfrm>
                  <a:off x="10896600" y="1545248"/>
                  <a:ext cx="79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" h="3" extrusionOk="0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8" name="Google Shape;1188;p35"/>
                <p:cNvSpPr/>
                <p:nvPr/>
              </p:nvSpPr>
              <p:spPr>
                <a:xfrm>
                  <a:off x="9947275" y="155386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89" name="Google Shape;1189;p35"/>
                <p:cNvSpPr/>
                <p:nvPr/>
              </p:nvSpPr>
              <p:spPr>
                <a:xfrm>
                  <a:off x="10817225" y="1531708"/>
                  <a:ext cx="23812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" extrusionOk="0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0" name="Google Shape;1190;p35"/>
                <p:cNvSpPr/>
                <p:nvPr/>
              </p:nvSpPr>
              <p:spPr>
                <a:xfrm>
                  <a:off x="10836275" y="1529246"/>
                  <a:ext cx="19050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" h="1" extrusionOk="0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1" name="Google Shape;1191;p35"/>
                <p:cNvSpPr/>
                <p:nvPr/>
              </p:nvSpPr>
              <p:spPr>
                <a:xfrm>
                  <a:off x="10787063" y="1530477"/>
                  <a:ext cx="301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1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2" name="Google Shape;1192;p35"/>
                <p:cNvSpPr/>
                <p:nvPr/>
              </p:nvSpPr>
              <p:spPr>
                <a:xfrm>
                  <a:off x="4092575" y="1552634"/>
                  <a:ext cx="206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" h="2" extrusionOk="0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3" name="Google Shape;1193;p35"/>
                <p:cNvSpPr/>
                <p:nvPr/>
              </p:nvSpPr>
              <p:spPr>
                <a:xfrm>
                  <a:off x="8528050" y="1567405"/>
                  <a:ext cx="31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" h="1" extrusionOk="0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4" name="Google Shape;1194;p35"/>
                <p:cNvSpPr/>
                <p:nvPr/>
              </p:nvSpPr>
              <p:spPr>
                <a:xfrm>
                  <a:off x="8461375" y="1556326"/>
                  <a:ext cx="66675" cy="14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" h="17" extrusionOk="0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5" name="Google Shape;1195;p35"/>
                <p:cNvSpPr/>
                <p:nvPr/>
              </p:nvSpPr>
              <p:spPr>
                <a:xfrm>
                  <a:off x="1562100" y="1514475"/>
                  <a:ext cx="9563100" cy="64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30" h="75" extrusionOk="0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6" name="Google Shape;1196;p35"/>
                <p:cNvSpPr/>
                <p:nvPr/>
              </p:nvSpPr>
              <p:spPr>
                <a:xfrm>
                  <a:off x="7508875" y="1560020"/>
                  <a:ext cx="111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" h="3" extrusionOk="0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7" name="Google Shape;1197;p35"/>
                <p:cNvSpPr/>
                <p:nvPr/>
              </p:nvSpPr>
              <p:spPr>
                <a:xfrm>
                  <a:off x="5434013" y="1567405"/>
                  <a:ext cx="476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" h="1" extrusionOk="0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8" name="Google Shape;1198;p35"/>
                <p:cNvSpPr/>
                <p:nvPr/>
              </p:nvSpPr>
              <p:spPr>
                <a:xfrm>
                  <a:off x="9672638" y="1567405"/>
                  <a:ext cx="2540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199" name="Google Shape;1199;p35"/>
                <p:cNvSpPr/>
                <p:nvPr/>
              </p:nvSpPr>
              <p:spPr>
                <a:xfrm>
                  <a:off x="10966450" y="1529246"/>
                  <a:ext cx="3968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" h="3" extrusionOk="0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0" name="Google Shape;1200;p35"/>
                <p:cNvSpPr/>
                <p:nvPr/>
              </p:nvSpPr>
              <p:spPr>
                <a:xfrm>
                  <a:off x="11329988" y="1552634"/>
                  <a:ext cx="44450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" h="3" extrusionOk="0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1" name="Google Shape;1201;p35"/>
                <p:cNvSpPr/>
                <p:nvPr/>
              </p:nvSpPr>
              <p:spPr>
                <a:xfrm>
                  <a:off x="11042650" y="1540325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7" extrusionOk="0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2" name="Google Shape;1202;p35"/>
                <p:cNvSpPr/>
                <p:nvPr/>
              </p:nvSpPr>
              <p:spPr>
                <a:xfrm>
                  <a:off x="11106150" y="1542787"/>
                  <a:ext cx="28575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" extrusionOk="0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3" name="Google Shape;1203;p35"/>
                <p:cNvSpPr/>
                <p:nvPr/>
              </p:nvSpPr>
              <p:spPr>
                <a:xfrm>
                  <a:off x="10679113" y="1525554"/>
                  <a:ext cx="103187" cy="9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" h="12" extrusionOk="0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4" name="Google Shape;1204;p35"/>
                <p:cNvSpPr/>
                <p:nvPr/>
              </p:nvSpPr>
              <p:spPr>
                <a:xfrm>
                  <a:off x="11039475" y="1550172"/>
                  <a:ext cx="26987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" h="5" extrusionOk="0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5" name="Google Shape;1205;p35"/>
                <p:cNvSpPr/>
                <p:nvPr/>
              </p:nvSpPr>
              <p:spPr>
                <a:xfrm>
                  <a:off x="10841038" y="1548941"/>
                  <a:ext cx="58737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" h="3" extrusionOk="0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6" name="Google Shape;1206;p35"/>
                <p:cNvSpPr/>
                <p:nvPr/>
              </p:nvSpPr>
              <p:spPr>
                <a:xfrm>
                  <a:off x="10899775" y="1550172"/>
                  <a:ext cx="36512" cy="1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" h="1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7" name="Google Shape;1207;p35"/>
                <p:cNvSpPr/>
                <p:nvPr/>
              </p:nvSpPr>
              <p:spPr>
                <a:xfrm>
                  <a:off x="10958513" y="1555096"/>
                  <a:ext cx="4603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" h="1" extrusionOk="0">
                      <a:moveTo>
                        <a:pt x="47" y="0"/>
                      </a:moveTo>
                      <a:lnTo>
                        <a:pt x="47" y="0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8" name="Google Shape;1208;p35"/>
                <p:cNvSpPr/>
                <p:nvPr/>
              </p:nvSpPr>
              <p:spPr>
                <a:xfrm>
                  <a:off x="10304463" y="1548941"/>
                  <a:ext cx="61912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" h="4" extrusionOk="0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09" name="Google Shape;1209;p35"/>
                <p:cNvSpPr/>
                <p:nvPr/>
              </p:nvSpPr>
              <p:spPr>
                <a:xfrm>
                  <a:off x="10483850" y="1557558"/>
                  <a:ext cx="23812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7" extrusionOk="0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0" name="Google Shape;1210;p35"/>
                <p:cNvSpPr/>
                <p:nvPr/>
              </p:nvSpPr>
              <p:spPr>
                <a:xfrm>
                  <a:off x="10291763" y="1563712"/>
                  <a:ext cx="117475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4" extrusionOk="0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1" name="Google Shape;1211;p35"/>
                <p:cNvSpPr/>
                <p:nvPr/>
              </p:nvSpPr>
              <p:spPr>
                <a:xfrm>
                  <a:off x="9621838" y="1546479"/>
                  <a:ext cx="11112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" h="10" extrusionOk="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2" name="Google Shape;1212;p35"/>
                <p:cNvSpPr/>
                <p:nvPr/>
              </p:nvSpPr>
              <p:spPr>
                <a:xfrm>
                  <a:off x="8951913" y="1568636"/>
                  <a:ext cx="96837" cy="86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" extrusionOk="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3" name="Google Shape;1213;p35"/>
                <p:cNvSpPr/>
                <p:nvPr/>
              </p:nvSpPr>
              <p:spPr>
                <a:xfrm>
                  <a:off x="9005888" y="1566174"/>
                  <a:ext cx="17462" cy="2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2" extrusionOk="0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4" name="Google Shape;1214;p35"/>
                <p:cNvSpPr/>
                <p:nvPr/>
              </p:nvSpPr>
              <p:spPr>
                <a:xfrm>
                  <a:off x="1587500" y="1516937"/>
                  <a:ext cx="38100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" h="4" extrusionOk="0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5" name="Google Shape;1215;p35"/>
                <p:cNvSpPr/>
                <p:nvPr/>
              </p:nvSpPr>
              <p:spPr>
                <a:xfrm>
                  <a:off x="1522413" y="1519399"/>
                  <a:ext cx="30162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" h="6" extrusionOk="0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6" name="Google Shape;1216;p35"/>
                <p:cNvSpPr/>
                <p:nvPr/>
              </p:nvSpPr>
              <p:spPr>
                <a:xfrm>
                  <a:off x="6650038" y="1573559"/>
                  <a:ext cx="33337" cy="3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" h="4" extrusionOk="0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7" name="Google Shape;1217;p35"/>
                <p:cNvSpPr/>
                <p:nvPr/>
              </p:nvSpPr>
              <p:spPr>
                <a:xfrm>
                  <a:off x="6162675" y="1566174"/>
                  <a:ext cx="15875" cy="4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6" extrusionOk="0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18" name="Google Shape;1218;p35"/>
                <p:cNvSpPr/>
                <p:nvPr/>
              </p:nvSpPr>
              <p:spPr>
                <a:xfrm>
                  <a:off x="5738813" y="1571097"/>
                  <a:ext cx="60325" cy="6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8" extrusionOk="0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sp>
        <p:nvSpPr>
          <p:cNvPr id="1219" name="Google Shape;1219;p35"/>
          <p:cNvSpPr txBox="1">
            <a:spLocks noGrp="1"/>
          </p:cNvSpPr>
          <p:nvPr>
            <p:ph type="body" idx="1"/>
          </p:nvPr>
        </p:nvSpPr>
        <p:spPr>
          <a:xfrm>
            <a:off x="7905959" y="3411748"/>
            <a:ext cx="27432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20" name="Google Shape;1220;p35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1" name="Google Shape;1221;p35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2" name="Google Shape;1222;p35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36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25" name="Google Shape;1225;p36" descr="Line graphic"/>
          <p:cNvGrpSpPr/>
          <p:nvPr/>
        </p:nvGrpSpPr>
        <p:grpSpPr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226" name="Google Shape;1226;p36"/>
            <p:cNvSpPr/>
            <p:nvPr/>
          </p:nvSpPr>
          <p:spPr>
            <a:xfrm>
              <a:off x="12028488" y="1525554"/>
              <a:ext cx="63500" cy="4924"/>
            </a:xfrm>
            <a:custGeom>
              <a:avLst/>
              <a:gdLst/>
              <a:ahLst/>
              <a:cxnLst/>
              <a:rect l="l" t="t" r="r" b="b"/>
              <a:pathLst>
                <a:path w="67" h="6" extrusionOk="0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27" name="Google Shape;1227;p36"/>
            <p:cNvSpPr/>
            <p:nvPr/>
          </p:nvSpPr>
          <p:spPr>
            <a:xfrm>
              <a:off x="12022138" y="1532939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2" extrusionOk="0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28" name="Google Shape;1228;p36"/>
            <p:cNvSpPr/>
            <p:nvPr/>
          </p:nvSpPr>
          <p:spPr>
            <a:xfrm>
              <a:off x="12041188" y="1531708"/>
              <a:ext cx="39687" cy="6155"/>
            </a:xfrm>
            <a:custGeom>
              <a:avLst/>
              <a:gdLst/>
              <a:ahLst/>
              <a:cxnLst/>
              <a:rect l="l" t="t" r="r" b="b"/>
              <a:pathLst>
                <a:path w="41" h="6" extrusionOk="0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29" name="Google Shape;1229;p36"/>
            <p:cNvSpPr/>
            <p:nvPr/>
          </p:nvSpPr>
          <p:spPr>
            <a:xfrm>
              <a:off x="11831638" y="1526784"/>
              <a:ext cx="42862" cy="4924"/>
            </a:xfrm>
            <a:custGeom>
              <a:avLst/>
              <a:gdLst/>
              <a:ahLst/>
              <a:cxnLst/>
              <a:rect l="l" t="t" r="r" b="b"/>
              <a:pathLst>
                <a:path w="45" h="6" extrusionOk="0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0" name="Google Shape;1230;p36"/>
            <p:cNvSpPr/>
            <p:nvPr/>
          </p:nvSpPr>
          <p:spPr>
            <a:xfrm>
              <a:off x="11809413" y="1531708"/>
              <a:ext cx="41275" cy="2462"/>
            </a:xfrm>
            <a:custGeom>
              <a:avLst/>
              <a:gdLst/>
              <a:ahLst/>
              <a:cxnLst/>
              <a:rect l="l" t="t" r="r" b="b"/>
              <a:pathLst>
                <a:path w="44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1" name="Google Shape;1231;p36"/>
            <p:cNvSpPr/>
            <p:nvPr/>
          </p:nvSpPr>
          <p:spPr>
            <a:xfrm>
              <a:off x="12003088" y="1537863"/>
              <a:ext cx="77787" cy="3693"/>
            </a:xfrm>
            <a:custGeom>
              <a:avLst/>
              <a:gdLst/>
              <a:ahLst/>
              <a:cxnLst/>
              <a:rect l="l" t="t" r="r" b="b"/>
              <a:pathLst>
                <a:path w="82" h="5" extrusionOk="0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2" name="Google Shape;1232;p36"/>
            <p:cNvSpPr/>
            <p:nvPr/>
          </p:nvSpPr>
          <p:spPr>
            <a:xfrm>
              <a:off x="11664950" y="1523092"/>
              <a:ext cx="39687" cy="4924"/>
            </a:xfrm>
            <a:custGeom>
              <a:avLst/>
              <a:gdLst/>
              <a:ahLst/>
              <a:cxnLst/>
              <a:rect l="l" t="t" r="r" b="b"/>
              <a:pathLst>
                <a:path w="42" h="5" extrusionOk="0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3" name="Google Shape;1233;p36"/>
            <p:cNvSpPr/>
            <p:nvPr/>
          </p:nvSpPr>
          <p:spPr>
            <a:xfrm>
              <a:off x="11506200" y="1521861"/>
              <a:ext cx="92075" cy="4924"/>
            </a:xfrm>
            <a:custGeom>
              <a:avLst/>
              <a:gdLst/>
              <a:ahLst/>
              <a:cxnLst/>
              <a:rect l="l" t="t" r="r" b="b"/>
              <a:pathLst>
                <a:path w="98" h="6" extrusionOk="0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4" name="Google Shape;1234;p36"/>
            <p:cNvSpPr/>
            <p:nvPr/>
          </p:nvSpPr>
          <p:spPr>
            <a:xfrm>
              <a:off x="11471275" y="1525554"/>
              <a:ext cx="34925" cy="3693"/>
            </a:xfrm>
            <a:custGeom>
              <a:avLst/>
              <a:gdLst/>
              <a:ahLst/>
              <a:cxnLst/>
              <a:rect l="l" t="t" r="r" b="b"/>
              <a:pathLst>
                <a:path w="36" h="3" extrusionOk="0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5" name="Google Shape;1235;p36"/>
            <p:cNvSpPr/>
            <p:nvPr/>
          </p:nvSpPr>
          <p:spPr>
            <a:xfrm>
              <a:off x="11710988" y="1529246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5" extrusionOk="0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6" name="Google Shape;1236;p36"/>
            <p:cNvSpPr/>
            <p:nvPr/>
          </p:nvSpPr>
          <p:spPr>
            <a:xfrm>
              <a:off x="11691938" y="1532939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7" name="Google Shape;1237;p36"/>
            <p:cNvSpPr/>
            <p:nvPr/>
          </p:nvSpPr>
          <p:spPr>
            <a:xfrm>
              <a:off x="11741150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8" name="Google Shape;1238;p36"/>
            <p:cNvSpPr/>
            <p:nvPr/>
          </p:nvSpPr>
          <p:spPr>
            <a:xfrm>
              <a:off x="11841163" y="1537863"/>
              <a:ext cx="71437" cy="8617"/>
            </a:xfrm>
            <a:custGeom>
              <a:avLst/>
              <a:gdLst/>
              <a:ahLst/>
              <a:cxnLst/>
              <a:rect l="l" t="t" r="r" b="b"/>
              <a:pathLst>
                <a:path w="75" h="9" extrusionOk="0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9" name="Google Shape;1239;p36"/>
            <p:cNvSpPr/>
            <p:nvPr/>
          </p:nvSpPr>
          <p:spPr>
            <a:xfrm>
              <a:off x="11764963" y="1535401"/>
              <a:ext cx="44450" cy="3693"/>
            </a:xfrm>
            <a:custGeom>
              <a:avLst/>
              <a:gdLst/>
              <a:ahLst/>
              <a:cxnLst/>
              <a:rect l="l" t="t" r="r" b="b"/>
              <a:pathLst>
                <a:path w="47" h="4" extrusionOk="0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0" name="Google Shape;1240;p36"/>
            <p:cNvSpPr/>
            <p:nvPr/>
          </p:nvSpPr>
          <p:spPr>
            <a:xfrm>
              <a:off x="11744325" y="1537863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2" h="2" extrusionOk="0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1" name="Google Shape;1241;p36"/>
            <p:cNvSpPr/>
            <p:nvPr/>
          </p:nvSpPr>
          <p:spPr>
            <a:xfrm>
              <a:off x="11482388" y="1531708"/>
              <a:ext cx="85725" cy="3693"/>
            </a:xfrm>
            <a:custGeom>
              <a:avLst/>
              <a:gdLst/>
              <a:ahLst/>
              <a:cxnLst/>
              <a:rect l="l" t="t" r="r" b="b"/>
              <a:pathLst>
                <a:path w="90" h="4" extrusionOk="0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2" name="Google Shape;1242;p36"/>
            <p:cNvSpPr/>
            <p:nvPr/>
          </p:nvSpPr>
          <p:spPr>
            <a:xfrm>
              <a:off x="11626850" y="1532939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3" name="Google Shape;1243;p36"/>
            <p:cNvSpPr/>
            <p:nvPr/>
          </p:nvSpPr>
          <p:spPr>
            <a:xfrm>
              <a:off x="11261725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ubicBezTo>
                    <a:pt x="4" y="0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4" name="Google Shape;1244;p36"/>
            <p:cNvSpPr/>
            <p:nvPr/>
          </p:nvSpPr>
          <p:spPr>
            <a:xfrm>
              <a:off x="11553825" y="1534170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7" h="2" extrusionOk="0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5" name="Google Shape;1245;p36"/>
            <p:cNvSpPr/>
            <p:nvPr/>
          </p:nvSpPr>
          <p:spPr>
            <a:xfrm>
              <a:off x="11409363" y="1529246"/>
              <a:ext cx="31750" cy="2462"/>
            </a:xfrm>
            <a:custGeom>
              <a:avLst/>
              <a:gdLst/>
              <a:ahLst/>
              <a:cxnLst/>
              <a:rect l="l" t="t" r="r" b="b"/>
              <a:pathLst>
                <a:path w="33" h="3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6" name="Google Shape;1246;p36"/>
            <p:cNvSpPr/>
            <p:nvPr/>
          </p:nvSpPr>
          <p:spPr>
            <a:xfrm>
              <a:off x="11618913" y="15317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cubicBezTo>
                    <a:pt x="0" y="0"/>
                    <a:pt x="0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7" name="Google Shape;1247;p36"/>
            <p:cNvSpPr/>
            <p:nvPr/>
          </p:nvSpPr>
          <p:spPr>
            <a:xfrm>
              <a:off x="11598275" y="1531708"/>
              <a:ext cx="28575" cy="2462"/>
            </a:xfrm>
            <a:custGeom>
              <a:avLst/>
              <a:gdLst/>
              <a:ahLst/>
              <a:cxnLst/>
              <a:rect l="l" t="t" r="r" b="b"/>
              <a:pathLst>
                <a:path w="31" h="3" extrusionOk="0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8" name="Google Shape;1248;p36"/>
            <p:cNvSpPr/>
            <p:nvPr/>
          </p:nvSpPr>
          <p:spPr>
            <a:xfrm>
              <a:off x="11137900" y="1534170"/>
              <a:ext cx="188912" cy="23388"/>
            </a:xfrm>
            <a:custGeom>
              <a:avLst/>
              <a:gdLst/>
              <a:ahLst/>
              <a:cxnLst/>
              <a:rect l="l" t="t" r="r" b="b"/>
              <a:pathLst>
                <a:path w="198" h="27" extrusionOk="0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9" name="Google Shape;1249;p36"/>
            <p:cNvSpPr/>
            <p:nvPr/>
          </p:nvSpPr>
          <p:spPr>
            <a:xfrm>
              <a:off x="11266488" y="1529246"/>
              <a:ext cx="95250" cy="4924"/>
            </a:xfrm>
            <a:custGeom>
              <a:avLst/>
              <a:gdLst/>
              <a:ahLst/>
              <a:cxnLst/>
              <a:rect l="l" t="t" r="r" b="b"/>
              <a:pathLst>
                <a:path w="100" h="6" extrusionOk="0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0" name="Google Shape;1250;p36"/>
            <p:cNvSpPr/>
            <p:nvPr/>
          </p:nvSpPr>
          <p:spPr>
            <a:xfrm>
              <a:off x="11361738" y="1531708"/>
              <a:ext cx="134937" cy="12309"/>
            </a:xfrm>
            <a:custGeom>
              <a:avLst/>
              <a:gdLst/>
              <a:ahLst/>
              <a:cxnLst/>
              <a:rect l="l" t="t" r="r" b="b"/>
              <a:pathLst>
                <a:path w="142" h="14" extrusionOk="0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1" name="Google Shape;1251;p36"/>
            <p:cNvSpPr/>
            <p:nvPr/>
          </p:nvSpPr>
          <p:spPr>
            <a:xfrm>
              <a:off x="11834813" y="1552634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2" name="Google Shape;1252;p36"/>
            <p:cNvSpPr/>
            <p:nvPr/>
          </p:nvSpPr>
          <p:spPr>
            <a:xfrm>
              <a:off x="11764963" y="1542787"/>
              <a:ext cx="117475" cy="9847"/>
            </a:xfrm>
            <a:custGeom>
              <a:avLst/>
              <a:gdLst/>
              <a:ahLst/>
              <a:cxnLst/>
              <a:rect l="l" t="t" r="r" b="b"/>
              <a:pathLst>
                <a:path w="122" h="12" extrusionOk="0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3" name="Google Shape;1253;p36"/>
            <p:cNvSpPr/>
            <p:nvPr/>
          </p:nvSpPr>
          <p:spPr>
            <a:xfrm>
              <a:off x="11555413" y="1544017"/>
              <a:ext cx="69850" cy="4924"/>
            </a:xfrm>
            <a:custGeom>
              <a:avLst/>
              <a:gdLst/>
              <a:ahLst/>
              <a:cxnLst/>
              <a:rect l="l" t="t" r="r" b="b"/>
              <a:pathLst>
                <a:path w="74" h="6" extrusionOk="0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4" name="Google Shape;1254;p36"/>
            <p:cNvSpPr/>
            <p:nvPr/>
          </p:nvSpPr>
          <p:spPr>
            <a:xfrm>
              <a:off x="11223625" y="1528016"/>
              <a:ext cx="38100" cy="6155"/>
            </a:xfrm>
            <a:custGeom>
              <a:avLst/>
              <a:gdLst/>
              <a:ahLst/>
              <a:cxnLst/>
              <a:rect l="l" t="t" r="r" b="b"/>
              <a:pathLst>
                <a:path w="40" h="7" extrusionOk="0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5" name="Google Shape;1255;p36"/>
            <p:cNvSpPr/>
            <p:nvPr/>
          </p:nvSpPr>
          <p:spPr>
            <a:xfrm>
              <a:off x="11145838" y="1529246"/>
              <a:ext cx="22225" cy="2462"/>
            </a:xfrm>
            <a:custGeom>
              <a:avLst/>
              <a:gdLst/>
              <a:ahLst/>
              <a:cxnLst/>
              <a:rect l="l" t="t" r="r" b="b"/>
              <a:pathLst>
                <a:path w="24" h="4" extrusionOk="0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6" name="Google Shape;1256;p36"/>
            <p:cNvSpPr/>
            <p:nvPr/>
          </p:nvSpPr>
          <p:spPr>
            <a:xfrm>
              <a:off x="6197600" y="1566174"/>
              <a:ext cx="20637" cy="1231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7" name="Google Shape;1257;p36"/>
            <p:cNvSpPr/>
            <p:nvPr/>
          </p:nvSpPr>
          <p:spPr>
            <a:xfrm>
              <a:off x="6356350" y="1564943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0" h="2" extrusionOk="0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8" name="Google Shape;1258;p36"/>
            <p:cNvSpPr/>
            <p:nvPr/>
          </p:nvSpPr>
          <p:spPr>
            <a:xfrm>
              <a:off x="8950325" y="1521861"/>
              <a:ext cx="61912" cy="7386"/>
            </a:xfrm>
            <a:custGeom>
              <a:avLst/>
              <a:gdLst/>
              <a:ahLst/>
              <a:cxnLst/>
              <a:rect l="l" t="t" r="r" b="b"/>
              <a:pathLst>
                <a:path w="65" h="9" extrusionOk="0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9" name="Google Shape;1259;p36"/>
            <p:cNvSpPr/>
            <p:nvPr/>
          </p:nvSpPr>
          <p:spPr>
            <a:xfrm>
              <a:off x="7537450" y="1546479"/>
              <a:ext cx="28575" cy="3693"/>
            </a:xfrm>
            <a:custGeom>
              <a:avLst/>
              <a:gdLst/>
              <a:ahLst/>
              <a:cxnLst/>
              <a:rect l="l" t="t" r="r" b="b"/>
              <a:pathLst>
                <a:path w="29" h="4" extrusionOk="0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0" name="Google Shape;1260;p36"/>
            <p:cNvSpPr/>
            <p:nvPr/>
          </p:nvSpPr>
          <p:spPr>
            <a:xfrm>
              <a:off x="7478713" y="1562481"/>
              <a:ext cx="38100" cy="2462"/>
            </a:xfrm>
            <a:custGeom>
              <a:avLst/>
              <a:gdLst/>
              <a:ahLst/>
              <a:cxnLst/>
              <a:rect l="l" t="t" r="r" b="b"/>
              <a:pathLst>
                <a:path w="40" h="3" extrusionOk="0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1" name="Google Shape;1261;p36"/>
            <p:cNvSpPr/>
            <p:nvPr/>
          </p:nvSpPr>
          <p:spPr>
            <a:xfrm>
              <a:off x="5410200" y="1568636"/>
              <a:ext cx="36512" cy="3693"/>
            </a:xfrm>
            <a:custGeom>
              <a:avLst/>
              <a:gdLst/>
              <a:ahLst/>
              <a:cxnLst/>
              <a:rect l="l" t="t" r="r" b="b"/>
              <a:pathLst>
                <a:path w="38" h="5" extrusionOk="0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2" name="Google Shape;1262;p36"/>
            <p:cNvSpPr/>
            <p:nvPr/>
          </p:nvSpPr>
          <p:spPr>
            <a:xfrm>
              <a:off x="10206038" y="1530477"/>
              <a:ext cx="61912" cy="4924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3" name="Google Shape;1263;p36"/>
            <p:cNvSpPr/>
            <p:nvPr/>
          </p:nvSpPr>
          <p:spPr>
            <a:xfrm>
              <a:off x="6257925" y="1525554"/>
              <a:ext cx="19050" cy="2462"/>
            </a:xfrm>
            <a:custGeom>
              <a:avLst/>
              <a:gdLst/>
              <a:ahLst/>
              <a:cxnLst/>
              <a:rect l="l" t="t" r="r" b="b"/>
              <a:pathLst>
                <a:path w="21" h="2" extrusionOk="0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4" name="Google Shape;1264;p36"/>
            <p:cNvSpPr/>
            <p:nvPr/>
          </p:nvSpPr>
          <p:spPr>
            <a:xfrm>
              <a:off x="10134600" y="1528016"/>
              <a:ext cx="71437" cy="3693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5" name="Google Shape;1265;p36"/>
            <p:cNvSpPr/>
            <p:nvPr/>
          </p:nvSpPr>
          <p:spPr>
            <a:xfrm>
              <a:off x="2582863" y="1560020"/>
              <a:ext cx="7937" cy="1231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6" name="Google Shape;1266;p36"/>
            <p:cNvSpPr/>
            <p:nvPr/>
          </p:nvSpPr>
          <p:spPr>
            <a:xfrm>
              <a:off x="1762125" y="1521861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7" name="Google Shape;1267;p36"/>
            <p:cNvSpPr/>
            <p:nvPr/>
          </p:nvSpPr>
          <p:spPr>
            <a:xfrm>
              <a:off x="10812463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8" name="Google Shape;1268;p36"/>
            <p:cNvSpPr/>
            <p:nvPr/>
          </p:nvSpPr>
          <p:spPr>
            <a:xfrm>
              <a:off x="10896600" y="1545248"/>
              <a:ext cx="7937" cy="2462"/>
            </a:xfrm>
            <a:custGeom>
              <a:avLst/>
              <a:gdLst/>
              <a:ahLst/>
              <a:cxnLst/>
              <a:rect l="l" t="t" r="r" b="b"/>
              <a:pathLst>
                <a:path w="8" h="3" extrusionOk="0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9" name="Google Shape;1269;p36"/>
            <p:cNvSpPr/>
            <p:nvPr/>
          </p:nvSpPr>
          <p:spPr>
            <a:xfrm>
              <a:off x="9947275" y="155386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0" name="Google Shape;1270;p36"/>
            <p:cNvSpPr/>
            <p:nvPr/>
          </p:nvSpPr>
          <p:spPr>
            <a:xfrm>
              <a:off x="10817225" y="1531708"/>
              <a:ext cx="23812" cy="0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25" y="0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1" name="Google Shape;1271;p36"/>
            <p:cNvSpPr/>
            <p:nvPr/>
          </p:nvSpPr>
          <p:spPr>
            <a:xfrm>
              <a:off x="10836275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2" name="Google Shape;1272;p36"/>
            <p:cNvSpPr/>
            <p:nvPr/>
          </p:nvSpPr>
          <p:spPr>
            <a:xfrm>
              <a:off x="10787063" y="1530477"/>
              <a:ext cx="30162" cy="1231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3" name="Google Shape;1273;p36"/>
            <p:cNvSpPr/>
            <p:nvPr/>
          </p:nvSpPr>
          <p:spPr>
            <a:xfrm>
              <a:off x="4092575" y="1552634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3" h="2" extrusionOk="0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4" name="Google Shape;1274;p36"/>
            <p:cNvSpPr/>
            <p:nvPr/>
          </p:nvSpPr>
          <p:spPr>
            <a:xfrm>
              <a:off x="8528050" y="1567405"/>
              <a:ext cx="3175" cy="1231"/>
            </a:xfrm>
            <a:custGeom>
              <a:avLst/>
              <a:gdLst/>
              <a:ahLst/>
              <a:cxnLst/>
              <a:rect l="l" t="t" r="r" b="b"/>
              <a:pathLst>
                <a:path w="3" h="1" extrusionOk="0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5" name="Google Shape;1275;p36"/>
            <p:cNvSpPr/>
            <p:nvPr/>
          </p:nvSpPr>
          <p:spPr>
            <a:xfrm>
              <a:off x="8461375" y="1556326"/>
              <a:ext cx="66675" cy="14771"/>
            </a:xfrm>
            <a:custGeom>
              <a:avLst/>
              <a:gdLst/>
              <a:ahLst/>
              <a:cxnLst/>
              <a:rect l="l" t="t" r="r" b="b"/>
              <a:pathLst>
                <a:path w="69" h="17" extrusionOk="0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6" name="Google Shape;1276;p36"/>
            <p:cNvSpPr/>
            <p:nvPr/>
          </p:nvSpPr>
          <p:spPr>
            <a:xfrm>
              <a:off x="1562100" y="1514475"/>
              <a:ext cx="9563100" cy="64008"/>
            </a:xfrm>
            <a:custGeom>
              <a:avLst/>
              <a:gdLst/>
              <a:ahLst/>
              <a:cxnLst/>
              <a:rect l="l" t="t" r="r" b="b"/>
              <a:pathLst>
                <a:path w="10030" h="75" extrusionOk="0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7" name="Google Shape;1277;p36"/>
            <p:cNvSpPr/>
            <p:nvPr/>
          </p:nvSpPr>
          <p:spPr>
            <a:xfrm>
              <a:off x="7508875" y="1560020"/>
              <a:ext cx="11112" cy="3693"/>
            </a:xfrm>
            <a:custGeom>
              <a:avLst/>
              <a:gdLst/>
              <a:ahLst/>
              <a:cxnLst/>
              <a:rect l="l" t="t" r="r" b="b"/>
              <a:pathLst>
                <a:path w="12" h="3" extrusionOk="0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8" name="Google Shape;1278;p36"/>
            <p:cNvSpPr/>
            <p:nvPr/>
          </p:nvSpPr>
          <p:spPr>
            <a:xfrm>
              <a:off x="5434013" y="156740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9" name="Google Shape;1279;p36"/>
            <p:cNvSpPr/>
            <p:nvPr/>
          </p:nvSpPr>
          <p:spPr>
            <a:xfrm>
              <a:off x="9672638" y="1567405"/>
              <a:ext cx="25400" cy="2462"/>
            </a:xfrm>
            <a:custGeom>
              <a:avLst/>
              <a:gdLst/>
              <a:ahLst/>
              <a:cxnLst/>
              <a:rect l="l" t="t" r="r" b="b"/>
              <a:pathLst>
                <a:path w="27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0" name="Google Shape;1280;p36"/>
            <p:cNvSpPr/>
            <p:nvPr/>
          </p:nvSpPr>
          <p:spPr>
            <a:xfrm>
              <a:off x="10966450" y="1529246"/>
              <a:ext cx="39687" cy="2462"/>
            </a:xfrm>
            <a:custGeom>
              <a:avLst/>
              <a:gdLst/>
              <a:ahLst/>
              <a:cxnLst/>
              <a:rect l="l" t="t" r="r" b="b"/>
              <a:pathLst>
                <a:path w="42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1" name="Google Shape;1281;p36"/>
            <p:cNvSpPr/>
            <p:nvPr/>
          </p:nvSpPr>
          <p:spPr>
            <a:xfrm>
              <a:off x="11329988" y="1552634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6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2" name="Google Shape;1282;p36"/>
            <p:cNvSpPr/>
            <p:nvPr/>
          </p:nvSpPr>
          <p:spPr>
            <a:xfrm>
              <a:off x="11042650" y="1540325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7" extrusionOk="0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3" name="Google Shape;1283;p36"/>
            <p:cNvSpPr/>
            <p:nvPr/>
          </p:nvSpPr>
          <p:spPr>
            <a:xfrm>
              <a:off x="11106150" y="1542787"/>
              <a:ext cx="28575" cy="1231"/>
            </a:xfrm>
            <a:custGeom>
              <a:avLst/>
              <a:gdLst/>
              <a:ahLst/>
              <a:cxnLst/>
              <a:rect l="l" t="t" r="r" b="b"/>
              <a:pathLst>
                <a:path w="31" h="2" extrusionOk="0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4" name="Google Shape;1284;p36"/>
            <p:cNvSpPr/>
            <p:nvPr/>
          </p:nvSpPr>
          <p:spPr>
            <a:xfrm>
              <a:off x="10679113" y="1525554"/>
              <a:ext cx="103187" cy="9847"/>
            </a:xfrm>
            <a:custGeom>
              <a:avLst/>
              <a:gdLst/>
              <a:ahLst/>
              <a:cxnLst/>
              <a:rect l="l" t="t" r="r" b="b"/>
              <a:pathLst>
                <a:path w="109" h="12" extrusionOk="0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5" name="Google Shape;1285;p36"/>
            <p:cNvSpPr/>
            <p:nvPr/>
          </p:nvSpPr>
          <p:spPr>
            <a:xfrm>
              <a:off x="11039475" y="1550172"/>
              <a:ext cx="26987" cy="4924"/>
            </a:xfrm>
            <a:custGeom>
              <a:avLst/>
              <a:gdLst/>
              <a:ahLst/>
              <a:cxnLst/>
              <a:rect l="l" t="t" r="r" b="b"/>
              <a:pathLst>
                <a:path w="27" h="5" extrusionOk="0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6" name="Google Shape;1286;p36"/>
            <p:cNvSpPr/>
            <p:nvPr/>
          </p:nvSpPr>
          <p:spPr>
            <a:xfrm>
              <a:off x="10841038" y="1548941"/>
              <a:ext cx="58737" cy="2462"/>
            </a:xfrm>
            <a:custGeom>
              <a:avLst/>
              <a:gdLst/>
              <a:ahLst/>
              <a:cxnLst/>
              <a:rect l="l" t="t" r="r" b="b"/>
              <a:pathLst>
                <a:path w="61" h="3" extrusionOk="0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7" name="Google Shape;1287;p36"/>
            <p:cNvSpPr/>
            <p:nvPr/>
          </p:nvSpPr>
          <p:spPr>
            <a:xfrm>
              <a:off x="10899775" y="1550172"/>
              <a:ext cx="36512" cy="1231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8" name="Google Shape;1288;p36"/>
            <p:cNvSpPr/>
            <p:nvPr/>
          </p:nvSpPr>
          <p:spPr>
            <a:xfrm>
              <a:off x="10958513" y="1555096"/>
              <a:ext cx="46037" cy="0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0"/>
                  </a:moveTo>
                  <a:lnTo>
                    <a:pt x="47" y="0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89" name="Google Shape;1289;p36"/>
            <p:cNvSpPr/>
            <p:nvPr/>
          </p:nvSpPr>
          <p:spPr>
            <a:xfrm>
              <a:off x="10304463" y="1548941"/>
              <a:ext cx="61912" cy="3693"/>
            </a:xfrm>
            <a:custGeom>
              <a:avLst/>
              <a:gdLst/>
              <a:ahLst/>
              <a:cxnLst/>
              <a:rect l="l" t="t" r="r" b="b"/>
              <a:pathLst>
                <a:path w="65" h="4" extrusionOk="0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0" name="Google Shape;1290;p36"/>
            <p:cNvSpPr/>
            <p:nvPr/>
          </p:nvSpPr>
          <p:spPr>
            <a:xfrm>
              <a:off x="10483850" y="1557558"/>
              <a:ext cx="23812" cy="6155"/>
            </a:xfrm>
            <a:custGeom>
              <a:avLst/>
              <a:gdLst/>
              <a:ahLst/>
              <a:cxnLst/>
              <a:rect l="l" t="t" r="r" b="b"/>
              <a:pathLst>
                <a:path w="25" h="7" extrusionOk="0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1" name="Google Shape;1291;p36"/>
            <p:cNvSpPr/>
            <p:nvPr/>
          </p:nvSpPr>
          <p:spPr>
            <a:xfrm>
              <a:off x="10291763" y="1563712"/>
              <a:ext cx="117475" cy="2462"/>
            </a:xfrm>
            <a:custGeom>
              <a:avLst/>
              <a:gdLst/>
              <a:ahLst/>
              <a:cxnLst/>
              <a:rect l="l" t="t" r="r" b="b"/>
              <a:pathLst>
                <a:path w="123" h="4" extrusionOk="0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2" name="Google Shape;1292;p36"/>
            <p:cNvSpPr/>
            <p:nvPr/>
          </p:nvSpPr>
          <p:spPr>
            <a:xfrm>
              <a:off x="9621838" y="1546479"/>
              <a:ext cx="11112" cy="8617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3" name="Google Shape;1293;p36"/>
            <p:cNvSpPr/>
            <p:nvPr/>
          </p:nvSpPr>
          <p:spPr>
            <a:xfrm>
              <a:off x="8951913" y="1568636"/>
              <a:ext cx="96837" cy="8617"/>
            </a:xfrm>
            <a:custGeom>
              <a:avLst/>
              <a:gdLst/>
              <a:ahLst/>
              <a:cxnLst/>
              <a:rect l="l" t="t" r="r" b="b"/>
              <a:pathLst>
                <a:path w="101" h="10" extrusionOk="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4" name="Google Shape;1294;p36"/>
            <p:cNvSpPr/>
            <p:nvPr/>
          </p:nvSpPr>
          <p:spPr>
            <a:xfrm>
              <a:off x="9005888" y="1566174"/>
              <a:ext cx="17462" cy="2462"/>
            </a:xfrm>
            <a:custGeom>
              <a:avLst/>
              <a:gdLst/>
              <a:ahLst/>
              <a:cxnLst/>
              <a:rect l="l" t="t" r="r" b="b"/>
              <a:pathLst>
                <a:path w="19" h="2" extrusionOk="0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5" name="Google Shape;1295;p36"/>
            <p:cNvSpPr/>
            <p:nvPr/>
          </p:nvSpPr>
          <p:spPr>
            <a:xfrm>
              <a:off x="1587500" y="1516937"/>
              <a:ext cx="38100" cy="3693"/>
            </a:xfrm>
            <a:custGeom>
              <a:avLst/>
              <a:gdLst/>
              <a:ahLst/>
              <a:cxnLst/>
              <a:rect l="l" t="t" r="r" b="b"/>
              <a:pathLst>
                <a:path w="39" h="4" extrusionOk="0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6" name="Google Shape;1296;p36"/>
            <p:cNvSpPr/>
            <p:nvPr/>
          </p:nvSpPr>
          <p:spPr>
            <a:xfrm>
              <a:off x="1522413" y="1519399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6" extrusionOk="0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7" name="Google Shape;1297;p36"/>
            <p:cNvSpPr/>
            <p:nvPr/>
          </p:nvSpPr>
          <p:spPr>
            <a:xfrm>
              <a:off x="6650038" y="1573559"/>
              <a:ext cx="33337" cy="3693"/>
            </a:xfrm>
            <a:custGeom>
              <a:avLst/>
              <a:gdLst/>
              <a:ahLst/>
              <a:cxnLst/>
              <a:rect l="l" t="t" r="r" b="b"/>
              <a:pathLst>
                <a:path w="34" h="4" extrusionOk="0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8" name="Google Shape;1298;p36"/>
            <p:cNvSpPr/>
            <p:nvPr/>
          </p:nvSpPr>
          <p:spPr>
            <a:xfrm>
              <a:off x="6162675" y="1566174"/>
              <a:ext cx="15875" cy="4924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9" name="Google Shape;1299;p36"/>
            <p:cNvSpPr/>
            <p:nvPr/>
          </p:nvSpPr>
          <p:spPr>
            <a:xfrm>
              <a:off x="5738813" y="1571097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8" extrusionOk="0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300" name="Google Shape;1300;p36"/>
          <p:cNvSpPr txBox="1">
            <a:spLocks noGrp="1"/>
          </p:cNvSpPr>
          <p:nvPr>
            <p:ph type="body" idx="1"/>
          </p:nvPr>
        </p:nvSpPr>
        <p:spPr>
          <a:xfrm rot="5400000">
            <a:off x="3960814" y="-533400"/>
            <a:ext cx="4267200" cy="9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5pPr>
            <a:lvl6pPr marL="2743200" lvl="5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/>
            </a:lvl6pPr>
            <a:lvl7pPr marL="3200400" lvl="6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7pPr>
            <a:lvl8pPr marL="3657600" lvl="7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/>
            </a:lvl8pPr>
            <a:lvl9pPr marL="4114800" lvl="8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9pPr>
          </a:lstStyle>
          <a:p>
            <a:endParaRPr/>
          </a:p>
        </p:txBody>
      </p:sp>
      <p:sp>
        <p:nvSpPr>
          <p:cNvPr id="1301" name="Google Shape;1301;p36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2" name="Google Shape;1302;p36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3" name="Google Shape;1303;p36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37"/>
          <p:cNvSpPr txBox="1">
            <a:spLocks noGrp="1"/>
          </p:cNvSpPr>
          <p:nvPr>
            <p:ph type="title"/>
          </p:nvPr>
        </p:nvSpPr>
        <p:spPr>
          <a:xfrm rot="5400000">
            <a:off x="8096539" y="2539713"/>
            <a:ext cx="5901747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06" name="Google Shape;1306;p37" descr="Line graphic"/>
          <p:cNvGrpSpPr/>
          <p:nvPr/>
        </p:nvGrpSpPr>
        <p:grpSpPr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1307" name="Google Shape;1307;p37"/>
            <p:cNvSpPr/>
            <p:nvPr/>
          </p:nvSpPr>
          <p:spPr>
            <a:xfrm>
              <a:off x="12028488" y="1525554"/>
              <a:ext cx="63500" cy="4924"/>
            </a:xfrm>
            <a:custGeom>
              <a:avLst/>
              <a:gdLst/>
              <a:ahLst/>
              <a:cxnLst/>
              <a:rect l="l" t="t" r="r" b="b"/>
              <a:pathLst>
                <a:path w="67" h="6" extrusionOk="0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08" name="Google Shape;1308;p37"/>
            <p:cNvSpPr/>
            <p:nvPr/>
          </p:nvSpPr>
          <p:spPr>
            <a:xfrm>
              <a:off x="12022138" y="1532939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2" extrusionOk="0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09" name="Google Shape;1309;p37"/>
            <p:cNvSpPr/>
            <p:nvPr/>
          </p:nvSpPr>
          <p:spPr>
            <a:xfrm>
              <a:off x="12041188" y="1531708"/>
              <a:ext cx="39687" cy="6155"/>
            </a:xfrm>
            <a:custGeom>
              <a:avLst/>
              <a:gdLst/>
              <a:ahLst/>
              <a:cxnLst/>
              <a:rect l="l" t="t" r="r" b="b"/>
              <a:pathLst>
                <a:path w="41" h="6" extrusionOk="0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0" name="Google Shape;1310;p37"/>
            <p:cNvSpPr/>
            <p:nvPr/>
          </p:nvSpPr>
          <p:spPr>
            <a:xfrm>
              <a:off x="11831638" y="1526784"/>
              <a:ext cx="42862" cy="4924"/>
            </a:xfrm>
            <a:custGeom>
              <a:avLst/>
              <a:gdLst/>
              <a:ahLst/>
              <a:cxnLst/>
              <a:rect l="l" t="t" r="r" b="b"/>
              <a:pathLst>
                <a:path w="45" h="6" extrusionOk="0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1" name="Google Shape;1311;p37"/>
            <p:cNvSpPr/>
            <p:nvPr/>
          </p:nvSpPr>
          <p:spPr>
            <a:xfrm>
              <a:off x="11809413" y="1531708"/>
              <a:ext cx="41275" cy="2462"/>
            </a:xfrm>
            <a:custGeom>
              <a:avLst/>
              <a:gdLst/>
              <a:ahLst/>
              <a:cxnLst/>
              <a:rect l="l" t="t" r="r" b="b"/>
              <a:pathLst>
                <a:path w="44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2" name="Google Shape;1312;p37"/>
            <p:cNvSpPr/>
            <p:nvPr/>
          </p:nvSpPr>
          <p:spPr>
            <a:xfrm>
              <a:off x="12003088" y="1537863"/>
              <a:ext cx="77787" cy="3693"/>
            </a:xfrm>
            <a:custGeom>
              <a:avLst/>
              <a:gdLst/>
              <a:ahLst/>
              <a:cxnLst/>
              <a:rect l="l" t="t" r="r" b="b"/>
              <a:pathLst>
                <a:path w="82" h="5" extrusionOk="0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3" name="Google Shape;1313;p37"/>
            <p:cNvSpPr/>
            <p:nvPr/>
          </p:nvSpPr>
          <p:spPr>
            <a:xfrm>
              <a:off x="11664950" y="1523092"/>
              <a:ext cx="39687" cy="4924"/>
            </a:xfrm>
            <a:custGeom>
              <a:avLst/>
              <a:gdLst/>
              <a:ahLst/>
              <a:cxnLst/>
              <a:rect l="l" t="t" r="r" b="b"/>
              <a:pathLst>
                <a:path w="42" h="5" extrusionOk="0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4" name="Google Shape;1314;p37"/>
            <p:cNvSpPr/>
            <p:nvPr/>
          </p:nvSpPr>
          <p:spPr>
            <a:xfrm>
              <a:off x="11506200" y="1521861"/>
              <a:ext cx="92075" cy="4924"/>
            </a:xfrm>
            <a:custGeom>
              <a:avLst/>
              <a:gdLst/>
              <a:ahLst/>
              <a:cxnLst/>
              <a:rect l="l" t="t" r="r" b="b"/>
              <a:pathLst>
                <a:path w="98" h="6" extrusionOk="0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5" name="Google Shape;1315;p37"/>
            <p:cNvSpPr/>
            <p:nvPr/>
          </p:nvSpPr>
          <p:spPr>
            <a:xfrm>
              <a:off x="11471275" y="1525554"/>
              <a:ext cx="34925" cy="3693"/>
            </a:xfrm>
            <a:custGeom>
              <a:avLst/>
              <a:gdLst/>
              <a:ahLst/>
              <a:cxnLst/>
              <a:rect l="l" t="t" r="r" b="b"/>
              <a:pathLst>
                <a:path w="36" h="3" extrusionOk="0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6" name="Google Shape;1316;p37"/>
            <p:cNvSpPr/>
            <p:nvPr/>
          </p:nvSpPr>
          <p:spPr>
            <a:xfrm>
              <a:off x="11710988" y="1529246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5" extrusionOk="0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7" name="Google Shape;1317;p37"/>
            <p:cNvSpPr/>
            <p:nvPr/>
          </p:nvSpPr>
          <p:spPr>
            <a:xfrm>
              <a:off x="11691938" y="1532939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8" name="Google Shape;1318;p37"/>
            <p:cNvSpPr/>
            <p:nvPr/>
          </p:nvSpPr>
          <p:spPr>
            <a:xfrm>
              <a:off x="11741150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20000" extrusionOk="0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9" name="Google Shape;1319;p37"/>
            <p:cNvSpPr/>
            <p:nvPr/>
          </p:nvSpPr>
          <p:spPr>
            <a:xfrm>
              <a:off x="11841163" y="1537863"/>
              <a:ext cx="71437" cy="8617"/>
            </a:xfrm>
            <a:custGeom>
              <a:avLst/>
              <a:gdLst/>
              <a:ahLst/>
              <a:cxnLst/>
              <a:rect l="l" t="t" r="r" b="b"/>
              <a:pathLst>
                <a:path w="75" h="9" extrusionOk="0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0" name="Google Shape;1320;p37"/>
            <p:cNvSpPr/>
            <p:nvPr/>
          </p:nvSpPr>
          <p:spPr>
            <a:xfrm>
              <a:off x="11764963" y="1535401"/>
              <a:ext cx="44450" cy="3693"/>
            </a:xfrm>
            <a:custGeom>
              <a:avLst/>
              <a:gdLst/>
              <a:ahLst/>
              <a:cxnLst/>
              <a:rect l="l" t="t" r="r" b="b"/>
              <a:pathLst>
                <a:path w="47" h="4" extrusionOk="0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1" name="Google Shape;1321;p37"/>
            <p:cNvSpPr/>
            <p:nvPr/>
          </p:nvSpPr>
          <p:spPr>
            <a:xfrm>
              <a:off x="11744325" y="1537863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2" h="2" extrusionOk="0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2" name="Google Shape;1322;p37"/>
            <p:cNvSpPr/>
            <p:nvPr/>
          </p:nvSpPr>
          <p:spPr>
            <a:xfrm>
              <a:off x="11482388" y="1531708"/>
              <a:ext cx="85725" cy="3693"/>
            </a:xfrm>
            <a:custGeom>
              <a:avLst/>
              <a:gdLst/>
              <a:ahLst/>
              <a:cxnLst/>
              <a:rect l="l" t="t" r="r" b="b"/>
              <a:pathLst>
                <a:path w="90" h="4" extrusionOk="0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3" name="Google Shape;1323;p37"/>
            <p:cNvSpPr/>
            <p:nvPr/>
          </p:nvSpPr>
          <p:spPr>
            <a:xfrm>
              <a:off x="11626850" y="1532939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4" name="Google Shape;1324;p37"/>
            <p:cNvSpPr/>
            <p:nvPr/>
          </p:nvSpPr>
          <p:spPr>
            <a:xfrm>
              <a:off x="11261725" y="1534170"/>
              <a:ext cx="4762" cy="0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ubicBezTo>
                    <a:pt x="4" y="0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5" name="Google Shape;1325;p37"/>
            <p:cNvSpPr/>
            <p:nvPr/>
          </p:nvSpPr>
          <p:spPr>
            <a:xfrm>
              <a:off x="11553825" y="1534170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7" h="2" extrusionOk="0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6" name="Google Shape;1326;p37"/>
            <p:cNvSpPr/>
            <p:nvPr/>
          </p:nvSpPr>
          <p:spPr>
            <a:xfrm>
              <a:off x="11409363" y="1529246"/>
              <a:ext cx="31750" cy="2462"/>
            </a:xfrm>
            <a:custGeom>
              <a:avLst/>
              <a:gdLst/>
              <a:ahLst/>
              <a:cxnLst/>
              <a:rect l="l" t="t" r="r" b="b"/>
              <a:pathLst>
                <a:path w="33" h="3" extrusionOk="0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7" name="Google Shape;1327;p37"/>
            <p:cNvSpPr/>
            <p:nvPr/>
          </p:nvSpPr>
          <p:spPr>
            <a:xfrm>
              <a:off x="11618913" y="1531708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3" y="0"/>
                  </a:moveTo>
                  <a:lnTo>
                    <a:pt x="3" y="0"/>
                  </a:lnTo>
                  <a:lnTo>
                    <a:pt x="6" y="0"/>
                  </a:lnTo>
                  <a:cubicBezTo>
                    <a:pt x="0" y="0"/>
                    <a:pt x="0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8" name="Google Shape;1328;p37"/>
            <p:cNvSpPr/>
            <p:nvPr/>
          </p:nvSpPr>
          <p:spPr>
            <a:xfrm>
              <a:off x="11598275" y="1531708"/>
              <a:ext cx="28575" cy="2462"/>
            </a:xfrm>
            <a:custGeom>
              <a:avLst/>
              <a:gdLst/>
              <a:ahLst/>
              <a:cxnLst/>
              <a:rect l="l" t="t" r="r" b="b"/>
              <a:pathLst>
                <a:path w="31" h="3" extrusionOk="0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29" name="Google Shape;1329;p37"/>
            <p:cNvSpPr/>
            <p:nvPr/>
          </p:nvSpPr>
          <p:spPr>
            <a:xfrm>
              <a:off x="11137900" y="1534170"/>
              <a:ext cx="188912" cy="23388"/>
            </a:xfrm>
            <a:custGeom>
              <a:avLst/>
              <a:gdLst/>
              <a:ahLst/>
              <a:cxnLst/>
              <a:rect l="l" t="t" r="r" b="b"/>
              <a:pathLst>
                <a:path w="198" h="27" extrusionOk="0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0" name="Google Shape;1330;p37"/>
            <p:cNvSpPr/>
            <p:nvPr/>
          </p:nvSpPr>
          <p:spPr>
            <a:xfrm>
              <a:off x="11266488" y="1529246"/>
              <a:ext cx="95250" cy="4924"/>
            </a:xfrm>
            <a:custGeom>
              <a:avLst/>
              <a:gdLst/>
              <a:ahLst/>
              <a:cxnLst/>
              <a:rect l="l" t="t" r="r" b="b"/>
              <a:pathLst>
                <a:path w="100" h="6" extrusionOk="0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1" name="Google Shape;1331;p37"/>
            <p:cNvSpPr/>
            <p:nvPr/>
          </p:nvSpPr>
          <p:spPr>
            <a:xfrm>
              <a:off x="11361738" y="1531708"/>
              <a:ext cx="134937" cy="12309"/>
            </a:xfrm>
            <a:custGeom>
              <a:avLst/>
              <a:gdLst/>
              <a:ahLst/>
              <a:cxnLst/>
              <a:rect l="l" t="t" r="r" b="b"/>
              <a:pathLst>
                <a:path w="142" h="14" extrusionOk="0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2" name="Google Shape;1332;p37"/>
            <p:cNvSpPr/>
            <p:nvPr/>
          </p:nvSpPr>
          <p:spPr>
            <a:xfrm>
              <a:off x="11834813" y="1552634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3" name="Google Shape;1333;p37"/>
            <p:cNvSpPr/>
            <p:nvPr/>
          </p:nvSpPr>
          <p:spPr>
            <a:xfrm>
              <a:off x="11764963" y="1542787"/>
              <a:ext cx="117475" cy="9847"/>
            </a:xfrm>
            <a:custGeom>
              <a:avLst/>
              <a:gdLst/>
              <a:ahLst/>
              <a:cxnLst/>
              <a:rect l="l" t="t" r="r" b="b"/>
              <a:pathLst>
                <a:path w="122" h="12" extrusionOk="0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4" name="Google Shape;1334;p37"/>
            <p:cNvSpPr/>
            <p:nvPr/>
          </p:nvSpPr>
          <p:spPr>
            <a:xfrm>
              <a:off x="11555413" y="1544017"/>
              <a:ext cx="69850" cy="4924"/>
            </a:xfrm>
            <a:custGeom>
              <a:avLst/>
              <a:gdLst/>
              <a:ahLst/>
              <a:cxnLst/>
              <a:rect l="l" t="t" r="r" b="b"/>
              <a:pathLst>
                <a:path w="74" h="6" extrusionOk="0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5" name="Google Shape;1335;p37"/>
            <p:cNvSpPr/>
            <p:nvPr/>
          </p:nvSpPr>
          <p:spPr>
            <a:xfrm>
              <a:off x="11223625" y="1528016"/>
              <a:ext cx="38100" cy="6155"/>
            </a:xfrm>
            <a:custGeom>
              <a:avLst/>
              <a:gdLst/>
              <a:ahLst/>
              <a:cxnLst/>
              <a:rect l="l" t="t" r="r" b="b"/>
              <a:pathLst>
                <a:path w="40" h="7" extrusionOk="0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6" name="Google Shape;1336;p37"/>
            <p:cNvSpPr/>
            <p:nvPr/>
          </p:nvSpPr>
          <p:spPr>
            <a:xfrm>
              <a:off x="11145838" y="1529246"/>
              <a:ext cx="22225" cy="2462"/>
            </a:xfrm>
            <a:custGeom>
              <a:avLst/>
              <a:gdLst/>
              <a:ahLst/>
              <a:cxnLst/>
              <a:rect l="l" t="t" r="r" b="b"/>
              <a:pathLst>
                <a:path w="24" h="4" extrusionOk="0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7" name="Google Shape;1337;p37"/>
            <p:cNvSpPr/>
            <p:nvPr/>
          </p:nvSpPr>
          <p:spPr>
            <a:xfrm>
              <a:off x="6197600" y="1566174"/>
              <a:ext cx="20637" cy="1231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8" name="Google Shape;1338;p37"/>
            <p:cNvSpPr/>
            <p:nvPr/>
          </p:nvSpPr>
          <p:spPr>
            <a:xfrm>
              <a:off x="6356350" y="1564943"/>
              <a:ext cx="9525" cy="1231"/>
            </a:xfrm>
            <a:custGeom>
              <a:avLst/>
              <a:gdLst/>
              <a:ahLst/>
              <a:cxnLst/>
              <a:rect l="l" t="t" r="r" b="b"/>
              <a:pathLst>
                <a:path w="10" h="2" extrusionOk="0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9" name="Google Shape;1339;p37"/>
            <p:cNvSpPr/>
            <p:nvPr/>
          </p:nvSpPr>
          <p:spPr>
            <a:xfrm>
              <a:off x="8950325" y="1521861"/>
              <a:ext cx="61912" cy="7386"/>
            </a:xfrm>
            <a:custGeom>
              <a:avLst/>
              <a:gdLst/>
              <a:ahLst/>
              <a:cxnLst/>
              <a:rect l="l" t="t" r="r" b="b"/>
              <a:pathLst>
                <a:path w="65" h="9" extrusionOk="0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0" name="Google Shape;1340;p37"/>
            <p:cNvSpPr/>
            <p:nvPr/>
          </p:nvSpPr>
          <p:spPr>
            <a:xfrm>
              <a:off x="7537450" y="1546479"/>
              <a:ext cx="28575" cy="3693"/>
            </a:xfrm>
            <a:custGeom>
              <a:avLst/>
              <a:gdLst/>
              <a:ahLst/>
              <a:cxnLst/>
              <a:rect l="l" t="t" r="r" b="b"/>
              <a:pathLst>
                <a:path w="29" h="4" extrusionOk="0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1" name="Google Shape;1341;p37"/>
            <p:cNvSpPr/>
            <p:nvPr/>
          </p:nvSpPr>
          <p:spPr>
            <a:xfrm>
              <a:off x="7478713" y="1562481"/>
              <a:ext cx="38100" cy="2462"/>
            </a:xfrm>
            <a:custGeom>
              <a:avLst/>
              <a:gdLst/>
              <a:ahLst/>
              <a:cxnLst/>
              <a:rect l="l" t="t" r="r" b="b"/>
              <a:pathLst>
                <a:path w="40" h="3" extrusionOk="0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2" name="Google Shape;1342;p37"/>
            <p:cNvSpPr/>
            <p:nvPr/>
          </p:nvSpPr>
          <p:spPr>
            <a:xfrm>
              <a:off x="5410200" y="1568636"/>
              <a:ext cx="36512" cy="3693"/>
            </a:xfrm>
            <a:custGeom>
              <a:avLst/>
              <a:gdLst/>
              <a:ahLst/>
              <a:cxnLst/>
              <a:rect l="l" t="t" r="r" b="b"/>
              <a:pathLst>
                <a:path w="38" h="5" extrusionOk="0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3" name="Google Shape;1343;p37"/>
            <p:cNvSpPr/>
            <p:nvPr/>
          </p:nvSpPr>
          <p:spPr>
            <a:xfrm>
              <a:off x="10206038" y="1530477"/>
              <a:ext cx="61912" cy="4924"/>
            </a:xfrm>
            <a:custGeom>
              <a:avLst/>
              <a:gdLst/>
              <a:ahLst/>
              <a:cxnLst/>
              <a:rect l="l" t="t" r="r" b="b"/>
              <a:pathLst>
                <a:path w="65" h="6" extrusionOk="0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4" name="Google Shape;1344;p37"/>
            <p:cNvSpPr/>
            <p:nvPr/>
          </p:nvSpPr>
          <p:spPr>
            <a:xfrm>
              <a:off x="6257925" y="1525554"/>
              <a:ext cx="19050" cy="2462"/>
            </a:xfrm>
            <a:custGeom>
              <a:avLst/>
              <a:gdLst/>
              <a:ahLst/>
              <a:cxnLst/>
              <a:rect l="l" t="t" r="r" b="b"/>
              <a:pathLst>
                <a:path w="21" h="2" extrusionOk="0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5" name="Google Shape;1345;p37"/>
            <p:cNvSpPr/>
            <p:nvPr/>
          </p:nvSpPr>
          <p:spPr>
            <a:xfrm>
              <a:off x="10134600" y="1528016"/>
              <a:ext cx="71437" cy="3693"/>
            </a:xfrm>
            <a:custGeom>
              <a:avLst/>
              <a:gdLst/>
              <a:ahLst/>
              <a:cxnLst/>
              <a:rect l="l" t="t" r="r" b="b"/>
              <a:pathLst>
                <a:path w="75" h="4" extrusionOk="0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6" name="Google Shape;1346;p37"/>
            <p:cNvSpPr/>
            <p:nvPr/>
          </p:nvSpPr>
          <p:spPr>
            <a:xfrm>
              <a:off x="2582863" y="1560020"/>
              <a:ext cx="7937" cy="1231"/>
            </a:xfrm>
            <a:custGeom>
              <a:avLst/>
              <a:gdLst/>
              <a:ahLst/>
              <a:cxnLst/>
              <a:rect l="l" t="t" r="r" b="b"/>
              <a:pathLst>
                <a:path w="8" h="1" extrusionOk="0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7" name="Google Shape;1347;p37"/>
            <p:cNvSpPr/>
            <p:nvPr/>
          </p:nvSpPr>
          <p:spPr>
            <a:xfrm>
              <a:off x="1762125" y="1521861"/>
              <a:ext cx="34925" cy="1231"/>
            </a:xfrm>
            <a:custGeom>
              <a:avLst/>
              <a:gdLst/>
              <a:ahLst/>
              <a:cxnLst/>
              <a:rect l="l" t="t" r="r" b="b"/>
              <a:pathLst>
                <a:path w="36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8" name="Google Shape;1348;p37"/>
            <p:cNvSpPr/>
            <p:nvPr/>
          </p:nvSpPr>
          <p:spPr>
            <a:xfrm>
              <a:off x="10812463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9" name="Google Shape;1349;p37"/>
            <p:cNvSpPr/>
            <p:nvPr/>
          </p:nvSpPr>
          <p:spPr>
            <a:xfrm>
              <a:off x="10896600" y="1545248"/>
              <a:ext cx="7937" cy="2462"/>
            </a:xfrm>
            <a:custGeom>
              <a:avLst/>
              <a:gdLst/>
              <a:ahLst/>
              <a:cxnLst/>
              <a:rect l="l" t="t" r="r" b="b"/>
              <a:pathLst>
                <a:path w="8" h="3" extrusionOk="0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0" name="Google Shape;1350;p37"/>
            <p:cNvSpPr/>
            <p:nvPr/>
          </p:nvSpPr>
          <p:spPr>
            <a:xfrm>
              <a:off x="9947275" y="155386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1" name="Google Shape;1351;p37"/>
            <p:cNvSpPr/>
            <p:nvPr/>
          </p:nvSpPr>
          <p:spPr>
            <a:xfrm>
              <a:off x="10817225" y="1531708"/>
              <a:ext cx="23812" cy="0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lnTo>
                    <a:pt x="25" y="0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2" name="Google Shape;1352;p37"/>
            <p:cNvSpPr/>
            <p:nvPr/>
          </p:nvSpPr>
          <p:spPr>
            <a:xfrm>
              <a:off x="10836275" y="1529246"/>
              <a:ext cx="19050" cy="1231"/>
            </a:xfrm>
            <a:custGeom>
              <a:avLst/>
              <a:gdLst/>
              <a:ahLst/>
              <a:cxnLst/>
              <a:rect l="l" t="t" r="r" b="b"/>
              <a:pathLst>
                <a:path w="20" h="1" extrusionOk="0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3" name="Google Shape;1353;p37"/>
            <p:cNvSpPr/>
            <p:nvPr/>
          </p:nvSpPr>
          <p:spPr>
            <a:xfrm>
              <a:off x="10787063" y="1530477"/>
              <a:ext cx="30162" cy="1231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4" name="Google Shape;1354;p37"/>
            <p:cNvSpPr/>
            <p:nvPr/>
          </p:nvSpPr>
          <p:spPr>
            <a:xfrm>
              <a:off x="4092575" y="1552634"/>
              <a:ext cx="20637" cy="2462"/>
            </a:xfrm>
            <a:custGeom>
              <a:avLst/>
              <a:gdLst/>
              <a:ahLst/>
              <a:cxnLst/>
              <a:rect l="l" t="t" r="r" b="b"/>
              <a:pathLst>
                <a:path w="23" h="2" extrusionOk="0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5" name="Google Shape;1355;p37"/>
            <p:cNvSpPr/>
            <p:nvPr/>
          </p:nvSpPr>
          <p:spPr>
            <a:xfrm>
              <a:off x="8528050" y="1567405"/>
              <a:ext cx="3175" cy="1231"/>
            </a:xfrm>
            <a:custGeom>
              <a:avLst/>
              <a:gdLst/>
              <a:ahLst/>
              <a:cxnLst/>
              <a:rect l="l" t="t" r="r" b="b"/>
              <a:pathLst>
                <a:path w="3" h="1" extrusionOk="0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6" name="Google Shape;1356;p37"/>
            <p:cNvSpPr/>
            <p:nvPr/>
          </p:nvSpPr>
          <p:spPr>
            <a:xfrm>
              <a:off x="8461375" y="1556326"/>
              <a:ext cx="66675" cy="14771"/>
            </a:xfrm>
            <a:custGeom>
              <a:avLst/>
              <a:gdLst/>
              <a:ahLst/>
              <a:cxnLst/>
              <a:rect l="l" t="t" r="r" b="b"/>
              <a:pathLst>
                <a:path w="69" h="17" extrusionOk="0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7" name="Google Shape;1357;p37"/>
            <p:cNvSpPr/>
            <p:nvPr/>
          </p:nvSpPr>
          <p:spPr>
            <a:xfrm>
              <a:off x="1562100" y="1514475"/>
              <a:ext cx="9563100" cy="64008"/>
            </a:xfrm>
            <a:custGeom>
              <a:avLst/>
              <a:gdLst/>
              <a:ahLst/>
              <a:cxnLst/>
              <a:rect l="l" t="t" r="r" b="b"/>
              <a:pathLst>
                <a:path w="10030" h="75" extrusionOk="0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8" name="Google Shape;1358;p37"/>
            <p:cNvSpPr/>
            <p:nvPr/>
          </p:nvSpPr>
          <p:spPr>
            <a:xfrm>
              <a:off x="7508875" y="1560020"/>
              <a:ext cx="11112" cy="3693"/>
            </a:xfrm>
            <a:custGeom>
              <a:avLst/>
              <a:gdLst/>
              <a:ahLst/>
              <a:cxnLst/>
              <a:rect l="l" t="t" r="r" b="b"/>
              <a:pathLst>
                <a:path w="12" h="3" extrusionOk="0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9" name="Google Shape;1359;p37"/>
            <p:cNvSpPr/>
            <p:nvPr/>
          </p:nvSpPr>
          <p:spPr>
            <a:xfrm>
              <a:off x="5434013" y="1567405"/>
              <a:ext cx="4762" cy="1231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0" name="Google Shape;1360;p37"/>
            <p:cNvSpPr/>
            <p:nvPr/>
          </p:nvSpPr>
          <p:spPr>
            <a:xfrm>
              <a:off x="9672638" y="1567405"/>
              <a:ext cx="25400" cy="2462"/>
            </a:xfrm>
            <a:custGeom>
              <a:avLst/>
              <a:gdLst/>
              <a:ahLst/>
              <a:cxnLst/>
              <a:rect l="l" t="t" r="r" b="b"/>
              <a:pathLst>
                <a:path w="27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1" name="Google Shape;1361;p37"/>
            <p:cNvSpPr/>
            <p:nvPr/>
          </p:nvSpPr>
          <p:spPr>
            <a:xfrm>
              <a:off x="10966450" y="1529246"/>
              <a:ext cx="39687" cy="2462"/>
            </a:xfrm>
            <a:custGeom>
              <a:avLst/>
              <a:gdLst/>
              <a:ahLst/>
              <a:cxnLst/>
              <a:rect l="l" t="t" r="r" b="b"/>
              <a:pathLst>
                <a:path w="42" h="3" extrusionOk="0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2" name="Google Shape;1362;p37"/>
            <p:cNvSpPr/>
            <p:nvPr/>
          </p:nvSpPr>
          <p:spPr>
            <a:xfrm>
              <a:off x="11329988" y="1552634"/>
              <a:ext cx="44450" cy="2462"/>
            </a:xfrm>
            <a:custGeom>
              <a:avLst/>
              <a:gdLst/>
              <a:ahLst/>
              <a:cxnLst/>
              <a:rect l="l" t="t" r="r" b="b"/>
              <a:pathLst>
                <a:path w="46" h="3" extrusionOk="0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3" name="Google Shape;1363;p37"/>
            <p:cNvSpPr/>
            <p:nvPr/>
          </p:nvSpPr>
          <p:spPr>
            <a:xfrm>
              <a:off x="11042650" y="1540325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7" extrusionOk="0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4" name="Google Shape;1364;p37"/>
            <p:cNvSpPr/>
            <p:nvPr/>
          </p:nvSpPr>
          <p:spPr>
            <a:xfrm>
              <a:off x="11106150" y="1542787"/>
              <a:ext cx="28575" cy="1231"/>
            </a:xfrm>
            <a:custGeom>
              <a:avLst/>
              <a:gdLst/>
              <a:ahLst/>
              <a:cxnLst/>
              <a:rect l="l" t="t" r="r" b="b"/>
              <a:pathLst>
                <a:path w="31" h="2" extrusionOk="0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5" name="Google Shape;1365;p37"/>
            <p:cNvSpPr/>
            <p:nvPr/>
          </p:nvSpPr>
          <p:spPr>
            <a:xfrm>
              <a:off x="10679113" y="1525554"/>
              <a:ext cx="103187" cy="9847"/>
            </a:xfrm>
            <a:custGeom>
              <a:avLst/>
              <a:gdLst/>
              <a:ahLst/>
              <a:cxnLst/>
              <a:rect l="l" t="t" r="r" b="b"/>
              <a:pathLst>
                <a:path w="109" h="12" extrusionOk="0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6" name="Google Shape;1366;p37"/>
            <p:cNvSpPr/>
            <p:nvPr/>
          </p:nvSpPr>
          <p:spPr>
            <a:xfrm>
              <a:off x="11039475" y="1550172"/>
              <a:ext cx="26987" cy="4924"/>
            </a:xfrm>
            <a:custGeom>
              <a:avLst/>
              <a:gdLst/>
              <a:ahLst/>
              <a:cxnLst/>
              <a:rect l="l" t="t" r="r" b="b"/>
              <a:pathLst>
                <a:path w="27" h="5" extrusionOk="0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7" name="Google Shape;1367;p37"/>
            <p:cNvSpPr/>
            <p:nvPr/>
          </p:nvSpPr>
          <p:spPr>
            <a:xfrm>
              <a:off x="10841038" y="1548941"/>
              <a:ext cx="58737" cy="2462"/>
            </a:xfrm>
            <a:custGeom>
              <a:avLst/>
              <a:gdLst/>
              <a:ahLst/>
              <a:cxnLst/>
              <a:rect l="l" t="t" r="r" b="b"/>
              <a:pathLst>
                <a:path w="61" h="3" extrusionOk="0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8" name="Google Shape;1368;p37"/>
            <p:cNvSpPr/>
            <p:nvPr/>
          </p:nvSpPr>
          <p:spPr>
            <a:xfrm>
              <a:off x="10899775" y="1550172"/>
              <a:ext cx="36512" cy="1231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9" name="Google Shape;1369;p37"/>
            <p:cNvSpPr/>
            <p:nvPr/>
          </p:nvSpPr>
          <p:spPr>
            <a:xfrm>
              <a:off x="10958513" y="1555096"/>
              <a:ext cx="46037" cy="0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0"/>
                  </a:moveTo>
                  <a:lnTo>
                    <a:pt x="47" y="0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0" name="Google Shape;1370;p37"/>
            <p:cNvSpPr/>
            <p:nvPr/>
          </p:nvSpPr>
          <p:spPr>
            <a:xfrm>
              <a:off x="10304463" y="1548941"/>
              <a:ext cx="61912" cy="3693"/>
            </a:xfrm>
            <a:custGeom>
              <a:avLst/>
              <a:gdLst/>
              <a:ahLst/>
              <a:cxnLst/>
              <a:rect l="l" t="t" r="r" b="b"/>
              <a:pathLst>
                <a:path w="65" h="4" extrusionOk="0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1" name="Google Shape;1371;p37"/>
            <p:cNvSpPr/>
            <p:nvPr/>
          </p:nvSpPr>
          <p:spPr>
            <a:xfrm>
              <a:off x="10483850" y="1557558"/>
              <a:ext cx="23812" cy="6155"/>
            </a:xfrm>
            <a:custGeom>
              <a:avLst/>
              <a:gdLst/>
              <a:ahLst/>
              <a:cxnLst/>
              <a:rect l="l" t="t" r="r" b="b"/>
              <a:pathLst>
                <a:path w="25" h="7" extrusionOk="0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2" name="Google Shape;1372;p37"/>
            <p:cNvSpPr/>
            <p:nvPr/>
          </p:nvSpPr>
          <p:spPr>
            <a:xfrm>
              <a:off x="10291763" y="1563712"/>
              <a:ext cx="117475" cy="2462"/>
            </a:xfrm>
            <a:custGeom>
              <a:avLst/>
              <a:gdLst/>
              <a:ahLst/>
              <a:cxnLst/>
              <a:rect l="l" t="t" r="r" b="b"/>
              <a:pathLst>
                <a:path w="123" h="4" extrusionOk="0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3" name="Google Shape;1373;p37"/>
            <p:cNvSpPr/>
            <p:nvPr/>
          </p:nvSpPr>
          <p:spPr>
            <a:xfrm>
              <a:off x="9621838" y="1546479"/>
              <a:ext cx="11112" cy="8617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4" name="Google Shape;1374;p37"/>
            <p:cNvSpPr/>
            <p:nvPr/>
          </p:nvSpPr>
          <p:spPr>
            <a:xfrm>
              <a:off x="8951913" y="1568636"/>
              <a:ext cx="96837" cy="8617"/>
            </a:xfrm>
            <a:custGeom>
              <a:avLst/>
              <a:gdLst/>
              <a:ahLst/>
              <a:cxnLst/>
              <a:rect l="l" t="t" r="r" b="b"/>
              <a:pathLst>
                <a:path w="101" h="10" extrusionOk="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5" name="Google Shape;1375;p37"/>
            <p:cNvSpPr/>
            <p:nvPr/>
          </p:nvSpPr>
          <p:spPr>
            <a:xfrm>
              <a:off x="9005888" y="1566174"/>
              <a:ext cx="17462" cy="2462"/>
            </a:xfrm>
            <a:custGeom>
              <a:avLst/>
              <a:gdLst/>
              <a:ahLst/>
              <a:cxnLst/>
              <a:rect l="l" t="t" r="r" b="b"/>
              <a:pathLst>
                <a:path w="19" h="2" extrusionOk="0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6" name="Google Shape;1376;p37"/>
            <p:cNvSpPr/>
            <p:nvPr/>
          </p:nvSpPr>
          <p:spPr>
            <a:xfrm>
              <a:off x="1587500" y="1516937"/>
              <a:ext cx="38100" cy="3693"/>
            </a:xfrm>
            <a:custGeom>
              <a:avLst/>
              <a:gdLst/>
              <a:ahLst/>
              <a:cxnLst/>
              <a:rect l="l" t="t" r="r" b="b"/>
              <a:pathLst>
                <a:path w="39" h="4" extrusionOk="0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7" name="Google Shape;1377;p37"/>
            <p:cNvSpPr/>
            <p:nvPr/>
          </p:nvSpPr>
          <p:spPr>
            <a:xfrm>
              <a:off x="1522413" y="1519399"/>
              <a:ext cx="30162" cy="4924"/>
            </a:xfrm>
            <a:custGeom>
              <a:avLst/>
              <a:gdLst/>
              <a:ahLst/>
              <a:cxnLst/>
              <a:rect l="l" t="t" r="r" b="b"/>
              <a:pathLst>
                <a:path w="32" h="6" extrusionOk="0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8" name="Google Shape;1378;p37"/>
            <p:cNvSpPr/>
            <p:nvPr/>
          </p:nvSpPr>
          <p:spPr>
            <a:xfrm>
              <a:off x="6650038" y="1573559"/>
              <a:ext cx="33337" cy="3693"/>
            </a:xfrm>
            <a:custGeom>
              <a:avLst/>
              <a:gdLst/>
              <a:ahLst/>
              <a:cxnLst/>
              <a:rect l="l" t="t" r="r" b="b"/>
              <a:pathLst>
                <a:path w="34" h="4" extrusionOk="0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79" name="Google Shape;1379;p37"/>
            <p:cNvSpPr/>
            <p:nvPr/>
          </p:nvSpPr>
          <p:spPr>
            <a:xfrm>
              <a:off x="6162675" y="1566174"/>
              <a:ext cx="15875" cy="4924"/>
            </a:xfrm>
            <a:custGeom>
              <a:avLst/>
              <a:gdLst/>
              <a:ahLst/>
              <a:cxnLst/>
              <a:rect l="l" t="t" r="r" b="b"/>
              <a:pathLst>
                <a:path w="17" h="6" extrusionOk="0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80" name="Google Shape;1380;p37"/>
            <p:cNvSpPr/>
            <p:nvPr/>
          </p:nvSpPr>
          <p:spPr>
            <a:xfrm>
              <a:off x="5738813" y="1571097"/>
              <a:ext cx="60325" cy="6155"/>
            </a:xfrm>
            <a:custGeom>
              <a:avLst/>
              <a:gdLst/>
              <a:ahLst/>
              <a:cxnLst/>
              <a:rect l="l" t="t" r="r" b="b"/>
              <a:pathLst>
                <a:path w="63" h="8" extrusionOk="0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381" name="Google Shape;1381;p37"/>
          <p:cNvSpPr txBox="1">
            <a:spLocks noGrp="1"/>
          </p:cNvSpPr>
          <p:nvPr>
            <p:ph type="body" idx="1"/>
          </p:nvPr>
        </p:nvSpPr>
        <p:spPr>
          <a:xfrm rot="5400000">
            <a:off x="2230726" y="-1344901"/>
            <a:ext cx="5898573" cy="9144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6pPr>
            <a:lvl7pPr marL="3200400" lvl="6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7pPr>
            <a:lvl8pPr marL="3657600" lvl="7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/>
            </a:lvl8pPr>
            <a:lvl9pPr marL="4114800" lvl="8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▪"/>
              <a:defRPr/>
            </a:lvl9pPr>
          </a:lstStyle>
          <a:p>
            <a:endParaRPr/>
          </a:p>
        </p:txBody>
      </p:sp>
      <p:sp>
        <p:nvSpPr>
          <p:cNvPr id="1382" name="Google Shape;1382;p37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3" name="Google Shape;1383;p37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4" name="Google Shape;1384;p37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  <a:defRPr sz="32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6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▪"/>
              <a:defRPr sz="2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nsolas"/>
              <a:buChar char="–"/>
              <a:defRPr sz="20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▪"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nsolas"/>
              <a:buChar char="–"/>
              <a:defRPr sz="16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▪"/>
              <a:defRPr sz="16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nsolas"/>
              <a:buChar char="–"/>
              <a:defRPr sz="16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▪"/>
              <a:defRPr sz="16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nsolas"/>
              <a:buChar char="–"/>
              <a:defRPr sz="16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▪"/>
              <a:defRPr sz="16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2" name="Google Shape;12;p26"/>
          <p:cNvSpPr txBox="1">
            <a:spLocks noGrp="1"/>
          </p:cNvSpPr>
          <p:nvPr>
            <p:ph type="ftr" idx="11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dt" idx="10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sldNum" idx="12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1" descr="https://www.google.com/imgres?imgurl=https%3A%2F%2Fcdn.hrpayrollsystems.net%2Fwp-content%2Fuploads%2F2017%2F02%2Fperformance_evaluation_photo.jpeg&amp;imgrefurl=https%3A%2F%2Fwww.hrpayrollsystems.net%2F5-tips-get-performance-evaluations%2F&amp;docid=b41M0Ea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775" y="381000"/>
            <a:ext cx="11806237" cy="541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1"/>
          <p:cNvSpPr txBox="1"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onsolas"/>
              <a:buNone/>
            </a:pPr>
            <a:endParaRPr/>
          </a:p>
        </p:txBody>
      </p:sp>
      <p:sp>
        <p:nvSpPr>
          <p:cNvPr id="1391" name="Google Shape;1391;p1"/>
          <p:cNvSpPr txBox="1">
            <a:spLocks noGrp="1"/>
          </p:cNvSpPr>
          <p:nvPr>
            <p:ph type="subTitle" idx="1"/>
          </p:nvPr>
        </p:nvSpPr>
        <p:spPr>
          <a:xfrm>
            <a:off x="760412" y="6324600"/>
            <a:ext cx="9143999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/>
              <a:t>By Owais Ahmed Khan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2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endParaRPr/>
          </a:p>
        </p:txBody>
      </p:sp>
      <p:sp>
        <p:nvSpPr>
          <p:cNvPr id="1397" name="Google Shape;1397;p2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1219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  <p:pic>
        <p:nvPicPr>
          <p:cNvPr id="1398" name="Google Shape;13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012" y="274638"/>
            <a:ext cx="10668000" cy="6278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3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Problems with Imbalanced data set</a:t>
            </a:r>
            <a:endParaRPr/>
          </a:p>
        </p:txBody>
      </p:sp>
      <p:sp>
        <p:nvSpPr>
          <p:cNvPr id="1404" name="Google Shape;1404;p3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In ML everything is about data.</a:t>
            </a:r>
            <a:endParaRPr/>
          </a:p>
          <a:p>
            <a:pPr marL="274320" lvl="0" indent="-2743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We give data to our ML model.</a:t>
            </a:r>
            <a:endParaRPr/>
          </a:p>
          <a:p>
            <a:pPr marL="274320" lvl="0" indent="-2743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"A model identifies patterns within the data, learns from them, and then makes predictions based on that learning.“</a:t>
            </a:r>
            <a:endParaRPr/>
          </a:p>
          <a:p>
            <a:pPr marL="274320" lvl="0" indent="-1219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  <a:p>
            <a:pPr marL="274320" lvl="0" indent="-1219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Imbalanced datasets can lead towards biased models, where the model is biased towards the majority class.</a:t>
            </a:r>
            <a:endParaRPr/>
          </a:p>
        </p:txBody>
      </p:sp>
      <p:sp>
        <p:nvSpPr>
          <p:cNvPr id="1405" name="Google Shape;1405;p3"/>
          <p:cNvSpPr/>
          <p:nvPr/>
        </p:nvSpPr>
        <p:spPr>
          <a:xfrm>
            <a:off x="646112" y="3962400"/>
            <a:ext cx="1752600" cy="9906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F89A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06" name="Google Shape;1406;p3"/>
          <p:cNvSpPr/>
          <p:nvPr/>
        </p:nvSpPr>
        <p:spPr>
          <a:xfrm>
            <a:off x="3008312" y="3962400"/>
            <a:ext cx="1752600" cy="9906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F89A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ML Model</a:t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07" name="Google Shape;1407;p3"/>
          <p:cNvSpPr/>
          <p:nvPr/>
        </p:nvSpPr>
        <p:spPr>
          <a:xfrm>
            <a:off x="5446712" y="3962400"/>
            <a:ext cx="1752600" cy="9906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F89A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Recognize Pattern</a:t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08" name="Google Shape;1408;p3"/>
          <p:cNvSpPr/>
          <p:nvPr/>
        </p:nvSpPr>
        <p:spPr>
          <a:xfrm>
            <a:off x="7656512" y="3962400"/>
            <a:ext cx="1752600" cy="9906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F89A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Learn</a:t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09" name="Google Shape;1409;p3"/>
          <p:cNvSpPr/>
          <p:nvPr/>
        </p:nvSpPr>
        <p:spPr>
          <a:xfrm>
            <a:off x="9904412" y="3962400"/>
            <a:ext cx="1752600" cy="9906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F89A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Predict</a:t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410" name="Google Shape;1410;p3"/>
          <p:cNvCxnSpPr>
            <a:stCxn id="1405" idx="3"/>
            <a:endCxn id="1406" idx="1"/>
          </p:cNvCxnSpPr>
          <p:nvPr/>
        </p:nvCxnSpPr>
        <p:spPr>
          <a:xfrm>
            <a:off x="2398712" y="4457700"/>
            <a:ext cx="6096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11" name="Google Shape;1411;p3"/>
          <p:cNvCxnSpPr/>
          <p:nvPr/>
        </p:nvCxnSpPr>
        <p:spPr>
          <a:xfrm>
            <a:off x="4760912" y="4495800"/>
            <a:ext cx="6096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12" name="Google Shape;1412;p3"/>
          <p:cNvCxnSpPr/>
          <p:nvPr/>
        </p:nvCxnSpPr>
        <p:spPr>
          <a:xfrm>
            <a:off x="7046912" y="4495800"/>
            <a:ext cx="6096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13" name="Google Shape;1413;p3"/>
          <p:cNvCxnSpPr/>
          <p:nvPr/>
        </p:nvCxnSpPr>
        <p:spPr>
          <a:xfrm>
            <a:off x="9256712" y="4495800"/>
            <a:ext cx="6096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4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Poor Accuracy</a:t>
            </a:r>
            <a:endParaRPr/>
          </a:p>
        </p:txBody>
      </p:sp>
      <p:sp>
        <p:nvSpPr>
          <p:cNvPr id="1419" name="Google Shape;1419;p4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Models trained on imbalanced datasets may have low accuracy on minority classes, as the model is not exposed to enough data from that class during training.</a:t>
            </a:r>
            <a:endParaRPr/>
          </a:p>
          <a:p>
            <a:pPr marL="274320" lvl="0" indent="-2743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Accuracy performance metrics can be decisive when dealing with imbalanced data.</a:t>
            </a:r>
            <a:endParaRPr/>
          </a:p>
          <a:p>
            <a:pPr marL="274320" lvl="0" indent="-2743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 The </a:t>
            </a:r>
            <a:r>
              <a:rPr lang="en-US" u="sng">
                <a:solidFill>
                  <a:srgbClr val="FFC000"/>
                </a:solidFill>
              </a:rPr>
              <a:t>confusion matrix, precision, recall, and F1 score </a:t>
            </a:r>
            <a:r>
              <a:rPr lang="en-US"/>
              <a:t>give better intuition of prediction results as compared to accuracy.</a:t>
            </a:r>
            <a:endParaRPr/>
          </a:p>
          <a:p>
            <a:pPr marL="274320" lvl="0" indent="-1219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  <a:p>
            <a:pPr marL="274320" lvl="0" indent="-1219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5"/>
          <p:cNvSpPr txBox="1">
            <a:spLocks noGrp="1"/>
          </p:cNvSpPr>
          <p:nvPr>
            <p:ph type="title"/>
          </p:nvPr>
        </p:nvSpPr>
        <p:spPr>
          <a:xfrm>
            <a:off x="303212" y="36212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DATA</a:t>
            </a:r>
            <a:endParaRPr/>
          </a:p>
        </p:txBody>
      </p:sp>
      <p:pic>
        <p:nvPicPr>
          <p:cNvPr id="1425" name="Google Shape;142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8612" y="216077"/>
            <a:ext cx="10544104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Google Shape;1426;p5"/>
          <p:cNvSpPr txBox="1"/>
          <p:nvPr/>
        </p:nvSpPr>
        <p:spPr>
          <a:xfrm>
            <a:off x="303212" y="3048000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 sz="32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Prediction</a:t>
            </a:r>
            <a:endParaRPr sz="32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27" name="Google Shape;142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13012" y="4200525"/>
            <a:ext cx="80962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8" name="Google Shape;1428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8187" y="4191000"/>
            <a:ext cx="80962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9" name="Google Shape;1429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18387" y="4191000"/>
            <a:ext cx="80962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0" name="Google Shape;143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42587" y="4200525"/>
            <a:ext cx="809625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1" name="Google Shape;1431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37012" y="4181475"/>
            <a:ext cx="1209675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2" name="Google Shape;1432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70937" y="4191000"/>
            <a:ext cx="1209675" cy="84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3a3a7759ca2_0_12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4000" cy="1020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>
                <a:latin typeface="Corbel"/>
                <a:ea typeface="Corbel"/>
                <a:cs typeface="Corbel"/>
                <a:sym typeface="Corbel"/>
              </a:rPr>
              <a:t>True Positives (TP):</a:t>
            </a:r>
            <a:endParaRPr/>
          </a:p>
        </p:txBody>
      </p:sp>
      <p:sp>
        <p:nvSpPr>
          <p:cNvPr id="1439" name="Google Shape;1439;g3a3a7759ca2_0_12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Instances where the model correctly predicts a positive class when it is indeed positive. Consider a cancer diagnostic model: a true positive would occur when the model correctly identifies a patient with cancer as having the disease. TP is a vital measure of the model's ability to recognize positive instances accurately.</a:t>
            </a:r>
            <a:endParaRPr sz="1100">
              <a:solidFill>
                <a:srgbClr val="292929"/>
              </a:solidFill>
              <a:highlight>
                <a:srgbClr val="FAFAF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3a3a7759ca2_0_22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4000" cy="1020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rbel"/>
                <a:ea typeface="Corbel"/>
                <a:cs typeface="Corbel"/>
                <a:sym typeface="Corbel"/>
              </a:rPr>
              <a:t>True Negatives (TN): </a:t>
            </a:r>
            <a:endParaRPr/>
          </a:p>
        </p:txBody>
      </p:sp>
      <p:sp>
        <p:nvSpPr>
          <p:cNvPr id="1446" name="Google Shape;1446;g3a3a7759ca2_0_22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/>
              <a:t>Instances where the model correctly predicts a negative class when it is indeed negative. Continuing the medical analogy, a true negative would be when the model correctly identifies a healthy patient as not having the disease. TN reflects the model's proficiency in recognizing negative instances.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3a3a7759ca2_0_29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4000" cy="1020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rbel"/>
                <a:ea typeface="Corbel"/>
                <a:cs typeface="Corbel"/>
                <a:sym typeface="Corbel"/>
              </a:rPr>
              <a:t>False Positives (FP): </a:t>
            </a:r>
            <a:endParaRPr/>
          </a:p>
        </p:txBody>
      </p:sp>
      <p:sp>
        <p:nvSpPr>
          <p:cNvPr id="1453" name="Google Shape;1453;g3a3a7759ca2_0_29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/>
              <a:t>Instances where the model incorrectly predicts a positive class when it should have been negative. In the medical scenario, a false positive would mean the model wrongly indicates a patient has the disease when they are, in fact, healthy. FP illustrates instances where the model exhibits overconfidence in predicting positive outcomes.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g3a3a7759ca2_0_35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4000" cy="1020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rbel"/>
                <a:ea typeface="Corbel"/>
                <a:cs typeface="Corbel"/>
                <a:sym typeface="Corbel"/>
              </a:rPr>
              <a:t>False Negatives (FN): </a:t>
            </a:r>
            <a:endParaRPr/>
          </a:p>
        </p:txBody>
      </p:sp>
      <p:sp>
        <p:nvSpPr>
          <p:cNvPr id="1460" name="Google Shape;1460;g3a3a7759ca2_0_35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/>
              <a:t>Instances where the model incorrectly predicts a negative class when it should have been positive. In the medical context, a false negative would be when the model fails to detect a disease in a patient who actually has it. FN highlights situations where the model fails to capture actual positive instances.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6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Precision and Recall</a:t>
            </a:r>
            <a:endParaRPr/>
          </a:p>
        </p:txBody>
      </p:sp>
      <p:sp>
        <p:nvSpPr>
          <p:cNvPr id="1466" name="Google Shape;1466;p6" descr="8,944 Cartoon Private Detective Royalty ...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Imagine you are a detective to solve a crime.</a:t>
            </a:r>
            <a:endParaRPr/>
          </a:p>
          <a:p>
            <a:pPr marL="274320" lvl="0" indent="-2743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FFC000"/>
              </a:buClr>
              <a:buSzPts val="2400"/>
              <a:buChar char="▪"/>
            </a:pPr>
            <a:r>
              <a:rPr lang="en-US">
                <a:solidFill>
                  <a:srgbClr val="FFC000"/>
                </a:solidFill>
              </a:rPr>
              <a:t>Precision: Every suspect you arrest is guilty.</a:t>
            </a:r>
            <a:endParaRPr/>
          </a:p>
          <a:p>
            <a:pPr marL="274320" lvl="0" indent="-2743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FFC000"/>
              </a:buClr>
              <a:buSzPts val="2400"/>
              <a:buChar char="▪"/>
            </a:pPr>
            <a:r>
              <a:rPr lang="en-US">
                <a:solidFill>
                  <a:srgbClr val="FFC000"/>
                </a:solidFill>
              </a:rPr>
              <a:t>Example:</a:t>
            </a:r>
            <a:endParaRPr/>
          </a:p>
          <a:p>
            <a:pPr marL="548640" lvl="1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C000"/>
              </a:buClr>
              <a:buSzPts val="2000"/>
              <a:buChar char="–"/>
            </a:pPr>
            <a:r>
              <a:rPr lang="en-US">
                <a:solidFill>
                  <a:srgbClr val="FFC000"/>
                </a:solidFill>
              </a:rPr>
              <a:t>If you arrest 10 people and only 8 are guilty </a:t>
            </a:r>
            <a:endParaRPr/>
          </a:p>
          <a:p>
            <a:pPr marL="548640" lvl="1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C000"/>
              </a:buClr>
              <a:buSzPts val="2000"/>
              <a:buChar char="–"/>
            </a:pPr>
            <a:r>
              <a:rPr lang="en-US">
                <a:solidFill>
                  <a:srgbClr val="FFC000"/>
                </a:solidFill>
              </a:rPr>
              <a:t>Precision  = 80% (8/10)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>
              <a:solidFill>
                <a:srgbClr val="FFC000"/>
              </a:solidFill>
            </a:endParaRPr>
          </a:p>
          <a:p>
            <a:pPr marL="274320" lvl="0" indent="-1219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>
              <a:solidFill>
                <a:srgbClr val="FFC000"/>
              </a:solidFill>
            </a:endParaRPr>
          </a:p>
          <a:p>
            <a:pPr marL="274320" lvl="0" indent="-1219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>
              <a:solidFill>
                <a:srgbClr val="FFC000"/>
              </a:solidFill>
            </a:endParaRPr>
          </a:p>
        </p:txBody>
      </p:sp>
      <p:pic>
        <p:nvPicPr>
          <p:cNvPr id="1467" name="Google Shape;146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9412" y="1281112"/>
            <a:ext cx="3314700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8" name="Google Shape;146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5412" y="4333875"/>
            <a:ext cx="7620000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7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Recall</a:t>
            </a:r>
            <a:endParaRPr/>
          </a:p>
        </p:txBody>
      </p:sp>
      <p:sp>
        <p:nvSpPr>
          <p:cNvPr id="1474" name="Google Shape;1474;p7"/>
          <p:cNvSpPr txBox="1">
            <a:spLocks noGrp="1"/>
          </p:cNvSpPr>
          <p:nvPr>
            <p:ph type="body" idx="1"/>
          </p:nvPr>
        </p:nvSpPr>
        <p:spPr>
          <a:xfrm>
            <a:off x="1522412" y="20574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What is the possibility of people who are guilty not being arrested?</a:t>
            </a:r>
            <a:endParaRPr/>
          </a:p>
          <a:p>
            <a:pPr marL="274320" lvl="0" indent="-2743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Example :</a:t>
            </a:r>
            <a:endParaRPr/>
          </a:p>
          <a:p>
            <a:pPr marL="548640" lvl="1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C000"/>
              </a:buClr>
              <a:buSzPts val="2000"/>
              <a:buChar char="–"/>
            </a:pPr>
            <a:r>
              <a:rPr lang="en-US">
                <a:solidFill>
                  <a:srgbClr val="FFC000"/>
                </a:solidFill>
              </a:rPr>
              <a:t>In an earlier example out of  10, 8 people are guilty.</a:t>
            </a:r>
            <a:endParaRPr/>
          </a:p>
          <a:p>
            <a:pPr marL="548640" lvl="1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C000"/>
              </a:buClr>
              <a:buSzPts val="2000"/>
              <a:buChar char="–"/>
            </a:pPr>
            <a:r>
              <a:rPr lang="en-US">
                <a:solidFill>
                  <a:srgbClr val="FFC000"/>
                </a:solidFill>
              </a:rPr>
              <a:t>Assume crime was committed by 20 people out of which only 8 people were arrested.</a:t>
            </a:r>
            <a:endParaRPr/>
          </a:p>
          <a:p>
            <a:pPr marL="548640" lvl="1" indent="-147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>
              <a:solidFill>
                <a:srgbClr val="FFC000"/>
              </a:solidFill>
            </a:endParaRPr>
          </a:p>
          <a:p>
            <a:pPr marL="548640" lvl="1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C000"/>
              </a:buClr>
              <a:buSzPts val="2000"/>
              <a:buChar char="–"/>
            </a:pPr>
            <a:r>
              <a:rPr lang="en-US">
                <a:solidFill>
                  <a:srgbClr val="FFC000"/>
                </a:solidFill>
              </a:rPr>
              <a:t>Recall : 8 / 20 = 40%</a:t>
            </a:r>
            <a:endParaRPr/>
          </a:p>
          <a:p>
            <a:pPr marL="274320" lvl="1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/>
          </a:p>
          <a:p>
            <a:pPr marL="548640" lvl="1" indent="-147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/>
          </a:p>
        </p:txBody>
      </p:sp>
      <p:pic>
        <p:nvPicPr>
          <p:cNvPr id="1475" name="Google Shape;147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5012" y="4953000"/>
            <a:ext cx="55626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8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endParaRPr/>
          </a:p>
        </p:txBody>
      </p:sp>
      <p:pic>
        <p:nvPicPr>
          <p:cNvPr id="1481" name="Google Shape;1481;p8" descr="https://miro.medium.com/v2/resize:fit:700/1*Vu3W3Z6-U3XGNLwFkc25fQ.jpe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79412" y="274638"/>
            <a:ext cx="11353800" cy="6430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9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Confusion Matrix</a:t>
            </a:r>
            <a:endParaRPr/>
          </a:p>
        </p:txBody>
      </p:sp>
      <p:sp>
        <p:nvSpPr>
          <p:cNvPr id="1487" name="Google Shape;1487;p9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It is a performance measurement for machine learning classification problem where output can be two or more classes. </a:t>
            </a:r>
            <a:endParaRPr/>
          </a:p>
          <a:p>
            <a:pPr marL="274320" lvl="0" indent="-2743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</a:pPr>
            <a:r>
              <a:rPr lang="en-US"/>
              <a:t>It is a table with 4 different combinations of predicted and actual values.</a:t>
            </a:r>
            <a:endParaRPr/>
          </a:p>
        </p:txBody>
      </p:sp>
      <p:graphicFrame>
        <p:nvGraphicFramePr>
          <p:cNvPr id="1488" name="Google Shape;1488;p9"/>
          <p:cNvGraphicFramePr/>
          <p:nvPr/>
        </p:nvGraphicFramePr>
        <p:xfrm>
          <a:off x="2589212" y="373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{EADB46C5-4A69-4871-961C-ADDB0F45AAC7}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strike="noStrike" cap="none"/>
                        <a:t>PREDICTED CLASS</a:t>
                      </a:r>
                      <a:endParaRPr sz="24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95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br>
                        <a:rPr lang="en-US" sz="2400" u="none" strike="noStrike" cap="none"/>
                      </a:br>
                      <a:endParaRPr sz="2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strike="noStrike" cap="none"/>
                        <a:t>ACTUAL</a:t>
                      </a:r>
                      <a:br>
                        <a:rPr lang="en-US" sz="2400" u="none" strike="noStrike" cap="none"/>
                      </a:br>
                      <a:r>
                        <a:rPr lang="en-US" sz="2400" u="none" strike="noStrike" cap="none"/>
                        <a:t>CLASS</a:t>
                      </a:r>
                      <a:endParaRPr sz="24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endParaRPr sz="20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Class=Yes</a:t>
                      </a:r>
                      <a:endParaRPr sz="20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Class=No</a:t>
                      </a:r>
                      <a:endParaRPr sz="20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Class=Yes</a:t>
                      </a:r>
                      <a:endParaRPr sz="20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(TP)</a:t>
                      </a:r>
                      <a:endParaRPr sz="2000" b="0" i="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(FN)</a:t>
                      </a:r>
                      <a:endParaRPr sz="2000" b="0" i="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8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Class=No</a:t>
                      </a:r>
                      <a:endParaRPr sz="20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(FP)</a:t>
                      </a:r>
                      <a:endParaRPr sz="2000" b="0" i="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(TN)</a:t>
                      </a:r>
                      <a:endParaRPr sz="2000" b="0" i="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10"/>
          <p:cNvSpPr txBox="1"/>
          <p:nvPr/>
        </p:nvSpPr>
        <p:spPr>
          <a:xfrm>
            <a:off x="531812" y="2286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▪"/>
            </a:pPr>
            <a:r>
              <a:rPr lang="en-US" sz="2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True Positives (TP): Guilty people correctly identified as guilty.</a:t>
            </a:r>
            <a:endParaRPr/>
          </a:p>
          <a:p>
            <a:pPr marL="274320" marR="0" lvl="0" indent="-2743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▪"/>
            </a:pPr>
            <a:r>
              <a:rPr lang="en-US" sz="2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True Negatives (TN): Innocent people correctly identified as innocent.</a:t>
            </a:r>
            <a:endParaRPr/>
          </a:p>
          <a:p>
            <a:pPr marL="274320" marR="0" lvl="0" indent="-2743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▪"/>
            </a:pPr>
            <a:r>
              <a:rPr lang="en-US" sz="2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False Positives (FP): Innocent people incorrectly identified as guilty.</a:t>
            </a:r>
            <a:endParaRPr/>
          </a:p>
          <a:p>
            <a:pPr marL="274320" marR="0" lvl="0" indent="-2743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▪"/>
            </a:pPr>
            <a:r>
              <a:rPr lang="en-US" sz="2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False Negatives (FN): Guilty people incorrectly identified as innocent.</a:t>
            </a:r>
            <a:endParaRPr/>
          </a:p>
          <a:p>
            <a:pPr marL="274320" marR="0" lvl="0" indent="-12192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aphicFrame>
        <p:nvGraphicFramePr>
          <p:cNvPr id="1494" name="Google Shape;1494;p10"/>
          <p:cNvGraphicFramePr/>
          <p:nvPr/>
        </p:nvGraphicFramePr>
        <p:xfrm>
          <a:off x="2513012" y="335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{EADB46C5-4A69-4871-961C-ADDB0F45AAC7}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strike="noStrike" cap="none"/>
                        <a:t>PREDICTED CLASS</a:t>
                      </a:r>
                      <a:endParaRPr sz="24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95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br>
                        <a:rPr lang="en-US" sz="2400" u="none" strike="noStrike" cap="none"/>
                      </a:br>
                      <a:endParaRPr sz="2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strike="noStrike" cap="none"/>
                        <a:t>ACTUAL</a:t>
                      </a:r>
                      <a:br>
                        <a:rPr lang="en-US" sz="2400" u="none" strike="noStrike" cap="none"/>
                      </a:br>
                      <a:r>
                        <a:rPr lang="en-US" sz="2400" u="none" strike="noStrike" cap="none"/>
                        <a:t>CLASS</a:t>
                      </a:r>
                      <a:endParaRPr sz="24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endParaRPr sz="20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Class=Yes</a:t>
                      </a:r>
                      <a:endParaRPr sz="20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Class=No</a:t>
                      </a:r>
                      <a:endParaRPr sz="20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Class=Yes</a:t>
                      </a:r>
                      <a:endParaRPr sz="20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(TP)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(FN)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8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Class=No</a:t>
                      </a:r>
                      <a:endParaRPr sz="20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(FP)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(TN)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9" name="Google Shape;149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6212" y="457200"/>
            <a:ext cx="914400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4" name="Google Shape;150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79612" y="381000"/>
            <a:ext cx="6019800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5" name="Google Shape;1505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41524" y="2057400"/>
            <a:ext cx="5895975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6" name="Google Shape;1506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84387" y="3810000"/>
            <a:ext cx="591502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7" name="Google Shape;1507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70099" y="5314950"/>
            <a:ext cx="59436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13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Confusion Matrix?</a:t>
            </a:r>
            <a:endParaRPr/>
          </a:p>
        </p:txBody>
      </p:sp>
      <p:pic>
        <p:nvPicPr>
          <p:cNvPr id="1513" name="Google Shape;1513;p1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03412" y="2057400"/>
            <a:ext cx="3438525" cy="3400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14" name="Google Shape;1514;p13"/>
          <p:cNvGraphicFramePr/>
          <p:nvPr/>
        </p:nvGraphicFramePr>
        <p:xfrm>
          <a:off x="5637212" y="20621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{EADB46C5-4A69-4871-961C-ADDB0F45AAC7}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7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strike="noStrike" cap="none"/>
                        <a:t>PREDICTED CLASS</a:t>
                      </a:r>
                      <a:endParaRPr sz="24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625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br>
                        <a:rPr lang="en-US" sz="2400" u="none" strike="noStrike" cap="none"/>
                      </a:br>
                      <a:endParaRPr sz="2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strike="noStrike" cap="none"/>
                        <a:t>ACTUAL</a:t>
                      </a:r>
                      <a:br>
                        <a:rPr lang="en-US" sz="2400" u="none" strike="noStrike" cap="none"/>
                      </a:br>
                      <a:r>
                        <a:rPr lang="en-US" sz="2400" u="none" strike="noStrike" cap="none"/>
                        <a:t>CLASS</a:t>
                      </a:r>
                      <a:endParaRPr sz="24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endParaRPr sz="20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Class=Yes</a:t>
                      </a:r>
                      <a:endParaRPr sz="20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Class=No</a:t>
                      </a:r>
                      <a:endParaRPr sz="20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8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Class=Yes</a:t>
                      </a:r>
                      <a:endParaRPr sz="20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(TP)</a:t>
                      </a:r>
                      <a:endParaRPr sz="2000" b="0" i="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(FN)</a:t>
                      </a:r>
                      <a:endParaRPr sz="2000" b="0" i="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Class=No</a:t>
                      </a:r>
                      <a:endParaRPr sz="20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(FP)</a:t>
                      </a:r>
                      <a:endParaRPr sz="2000" b="0" i="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(TN)</a:t>
                      </a:r>
                      <a:endParaRPr sz="2000" b="0" i="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14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r>
              <a:rPr lang="en-US"/>
              <a:t>Confusion Matrix?</a:t>
            </a:r>
            <a:endParaRPr/>
          </a:p>
        </p:txBody>
      </p:sp>
      <p:pic>
        <p:nvPicPr>
          <p:cNvPr id="1520" name="Google Shape;1520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03412" y="2057400"/>
            <a:ext cx="3438525" cy="3400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21" name="Google Shape;1521;p14"/>
          <p:cNvGraphicFramePr/>
          <p:nvPr/>
        </p:nvGraphicFramePr>
        <p:xfrm>
          <a:off x="5637212" y="20621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{EADB46C5-4A69-4871-961C-ADDB0F45AAC7}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7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strike="noStrike" cap="none"/>
                        <a:t>PREDICTED CLASS</a:t>
                      </a:r>
                      <a:endParaRPr sz="24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625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br>
                        <a:rPr lang="en-US" sz="2400" u="none" strike="noStrike" cap="none"/>
                      </a:br>
                      <a:endParaRPr sz="2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 u="none" strike="noStrike" cap="none"/>
                        <a:t>ACTUAL</a:t>
                      </a:r>
                      <a:br>
                        <a:rPr lang="en-US" sz="2400" u="none" strike="noStrike" cap="none"/>
                      </a:br>
                      <a:r>
                        <a:rPr lang="en-US" sz="2400" u="none" strike="noStrike" cap="none"/>
                        <a:t>CLASS</a:t>
                      </a:r>
                      <a:endParaRPr sz="24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endParaRPr sz="20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Class=Yes</a:t>
                      </a:r>
                      <a:endParaRPr sz="20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Class=No</a:t>
                      </a:r>
                      <a:endParaRPr sz="20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8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Class=Yes</a:t>
                      </a:r>
                      <a:endParaRPr sz="20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(9)</a:t>
                      </a:r>
                      <a:endParaRPr sz="2000" b="0" i="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(3)</a:t>
                      </a:r>
                      <a:endParaRPr sz="2000" b="0" i="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Class=No</a:t>
                      </a:r>
                      <a:endParaRPr sz="20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(1)</a:t>
                      </a:r>
                      <a:endParaRPr sz="2000" b="0" i="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7B9C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000" u="none" strike="noStrike" cap="none"/>
                        <a:t>(8)</a:t>
                      </a:r>
                      <a:endParaRPr sz="2000" b="0" i="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15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endParaRPr/>
          </a:p>
        </p:txBody>
      </p:sp>
      <p:sp>
        <p:nvSpPr>
          <p:cNvPr id="1527" name="Google Shape;1527;p15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1219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  <p:pic>
        <p:nvPicPr>
          <p:cNvPr id="1528" name="Google Shape;152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212" y="161310"/>
            <a:ext cx="11582400" cy="6274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16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endParaRPr/>
          </a:p>
        </p:txBody>
      </p:sp>
      <p:sp>
        <p:nvSpPr>
          <p:cNvPr id="1534" name="Google Shape;1534;p16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1219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  <p:pic>
        <p:nvPicPr>
          <p:cNvPr id="1535" name="Google Shape;153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12" y="152400"/>
            <a:ext cx="11582400" cy="640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17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endParaRPr/>
          </a:p>
        </p:txBody>
      </p:sp>
      <p:sp>
        <p:nvSpPr>
          <p:cNvPr id="1541" name="Google Shape;1541;p17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1219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  <p:pic>
        <p:nvPicPr>
          <p:cNvPr id="1542" name="Google Shape;154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12" y="0"/>
            <a:ext cx="11658600" cy="662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18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endParaRPr/>
          </a:p>
        </p:txBody>
      </p:sp>
      <p:sp>
        <p:nvSpPr>
          <p:cNvPr id="1548" name="Google Shape;1548;p18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1219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  <p:pic>
        <p:nvPicPr>
          <p:cNvPr id="1549" name="Google Shape;154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212" y="288925"/>
            <a:ext cx="11658600" cy="588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19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endParaRPr/>
          </a:p>
        </p:txBody>
      </p:sp>
      <p:sp>
        <p:nvSpPr>
          <p:cNvPr id="1555" name="Google Shape;1555;p19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1219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  <p:pic>
        <p:nvPicPr>
          <p:cNvPr id="1556" name="Google Shape;155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7" y="33336"/>
            <a:ext cx="11953875" cy="6443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20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endParaRPr/>
          </a:p>
        </p:txBody>
      </p:sp>
      <p:sp>
        <p:nvSpPr>
          <p:cNvPr id="1562" name="Google Shape;1562;p20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1219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  <p:pic>
        <p:nvPicPr>
          <p:cNvPr id="1563" name="Google Shape;156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2871" y="152400"/>
            <a:ext cx="10889856" cy="3801447"/>
          </a:xfrm>
          <a:prstGeom prst="rect">
            <a:avLst/>
          </a:prstGeom>
          <a:noFill/>
          <a:ln>
            <a:noFill/>
          </a:ln>
        </p:spPr>
      </p:pic>
      <p:sp>
        <p:nvSpPr>
          <p:cNvPr id="1564" name="Google Shape;1564;p20"/>
          <p:cNvSpPr/>
          <p:nvPr/>
        </p:nvSpPr>
        <p:spPr>
          <a:xfrm>
            <a:off x="1522414" y="4343400"/>
            <a:ext cx="861925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 the diagonal all correct predictions/classes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Other than diagonal entries are misclassifications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21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endParaRPr/>
          </a:p>
        </p:txBody>
      </p:sp>
      <p:pic>
        <p:nvPicPr>
          <p:cNvPr id="1570" name="Google Shape;157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612" y="193675"/>
            <a:ext cx="11734800" cy="651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22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endParaRPr/>
          </a:p>
        </p:txBody>
      </p:sp>
      <p:sp>
        <p:nvSpPr>
          <p:cNvPr id="1576" name="Google Shape;1576;p22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1219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  <p:pic>
        <p:nvPicPr>
          <p:cNvPr id="1577" name="Google Shape;1577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012" y="152400"/>
            <a:ext cx="11430000" cy="63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23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endParaRPr/>
          </a:p>
        </p:txBody>
      </p:sp>
      <p:sp>
        <p:nvSpPr>
          <p:cNvPr id="1583" name="Google Shape;1583;p23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1219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  <p:pic>
        <p:nvPicPr>
          <p:cNvPr id="1584" name="Google Shape;1584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012" y="152400"/>
            <a:ext cx="11734800" cy="64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24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endParaRPr/>
          </a:p>
        </p:txBody>
      </p:sp>
      <p:sp>
        <p:nvSpPr>
          <p:cNvPr id="1590" name="Google Shape;1590;p24"/>
          <p:cNvSpPr txBox="1"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1219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  <p:pic>
        <p:nvPicPr>
          <p:cNvPr id="1591" name="Google Shape;159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12" y="152400"/>
            <a:ext cx="11506200" cy="67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25"/>
          <p:cNvSpPr txBox="1"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nsolas"/>
              <a:buNone/>
            </a:pPr>
            <a:endParaRPr/>
          </a:p>
        </p:txBody>
      </p:sp>
      <p:pic>
        <p:nvPicPr>
          <p:cNvPr id="1597" name="Google Shape;1597;p2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76002" y="0"/>
            <a:ext cx="1226482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f02804846_win32">
  <a:themeElements>
    <a:clrScheme name="Chalkboard_16x9">
      <a:dk1>
        <a:srgbClr val="000000"/>
      </a:dk1>
      <a:lt1>
        <a:srgbClr val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halkboard_16x9">
      <a:dk1>
        <a:srgbClr val="000000"/>
      </a:dk1>
      <a:lt1>
        <a:srgbClr val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677</Words>
  <Application>Microsoft Office PowerPoint</Application>
  <PresentationFormat>Custom</PresentationFormat>
  <Paragraphs>106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Corbel</vt:lpstr>
      <vt:lpstr>Consolas</vt:lpstr>
      <vt:lpstr>tf02804846_win32</vt:lpstr>
      <vt:lpstr>PowerPoint Presentation</vt:lpstr>
      <vt:lpstr>PowerPoint Presentation</vt:lpstr>
      <vt:lpstr>Problems with Imbalanced data set</vt:lpstr>
      <vt:lpstr>Poor Accuracy</vt:lpstr>
      <vt:lpstr>DATA</vt:lpstr>
      <vt:lpstr>True Positives (TP):</vt:lpstr>
      <vt:lpstr>True Negatives (TN): </vt:lpstr>
      <vt:lpstr>False Positives (FP): </vt:lpstr>
      <vt:lpstr>False Negatives (FN): </vt:lpstr>
      <vt:lpstr>Precision and Recall</vt:lpstr>
      <vt:lpstr>Recall</vt:lpstr>
      <vt:lpstr>PowerPoint Presentation</vt:lpstr>
      <vt:lpstr>Confusion Matrix</vt:lpstr>
      <vt:lpstr>PowerPoint Presentation</vt:lpstr>
      <vt:lpstr>PowerPoint Presentation</vt:lpstr>
      <vt:lpstr>PowerPoint Presentation</vt:lpstr>
      <vt:lpstr>Confusion Matrix?</vt:lpstr>
      <vt:lpstr>Confusion Matrix?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Yusuf</dc:creator>
  <cp:lastModifiedBy>D-19F-BSCS-31@students.duet.edu.pk</cp:lastModifiedBy>
  <cp:revision>1</cp:revision>
  <dcterms:created xsi:type="dcterms:W3CDTF">2022-07-17T19:29:43Z</dcterms:created>
  <dcterms:modified xsi:type="dcterms:W3CDTF">2026-01-09T14:41:06Z</dcterms:modified>
</cp:coreProperties>
</file>